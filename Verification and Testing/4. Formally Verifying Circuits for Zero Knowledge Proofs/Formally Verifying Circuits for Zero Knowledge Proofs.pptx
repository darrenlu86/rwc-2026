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3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Slides/notesSlide4.xml" ContentType="application/vnd.openxmlformats-officedocument.presentationml.notesSlide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notesSlides/notesSlide5.xml" ContentType="application/vnd.openxmlformats-officedocument.presentationml.notesSlide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notesSlides/notesSlide8.xml" ContentType="application/vnd.openxmlformats-officedocument.presentationml.notesSlide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notesSlides/notesSlide12.xml" ContentType="application/vnd.openxmlformats-officedocument.presentationml.notesSlide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notesSlides/notesSlide18.xml" ContentType="application/vnd.openxmlformats-officedocument.presentationml.notesSlide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5"/>
  </p:notesMasterIdLst>
  <p:sldIdLst>
    <p:sldId id="256" r:id="rId5"/>
    <p:sldId id="429" r:id="rId6"/>
    <p:sldId id="341" r:id="rId7"/>
    <p:sldId id="434" r:id="rId8"/>
    <p:sldId id="435" r:id="rId9"/>
    <p:sldId id="463" r:id="rId10"/>
    <p:sldId id="465" r:id="rId11"/>
    <p:sldId id="451" r:id="rId12"/>
    <p:sldId id="453" r:id="rId13"/>
    <p:sldId id="454" r:id="rId14"/>
    <p:sldId id="466" r:id="rId15"/>
    <p:sldId id="457" r:id="rId16"/>
    <p:sldId id="459" r:id="rId17"/>
    <p:sldId id="461" r:id="rId18"/>
    <p:sldId id="442" r:id="rId19"/>
    <p:sldId id="447" r:id="rId20"/>
    <p:sldId id="427" r:id="rId21"/>
    <p:sldId id="464" r:id="rId22"/>
    <p:sldId id="458" r:id="rId23"/>
    <p:sldId id="462" r:id="rId24"/>
  </p:sldIdLst>
  <p:sldSz cx="12192000" cy="6858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3A"/>
    <a:srgbClr val="FF0000"/>
    <a:srgbClr val="0C5790"/>
    <a:srgbClr val="69A5DE"/>
    <a:srgbClr val="FAF7F7"/>
    <a:srgbClr val="F5D062"/>
    <a:srgbClr val="FADC82"/>
    <a:srgbClr val="FFFFFF"/>
    <a:srgbClr val="D9F2D0"/>
    <a:srgbClr val="F2C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A852A-8F4F-4175-AAE0-C18143B78DD0}" v="5617" dt="2026-03-08T04:08:45.587"/>
    <p1510:client id="{E421749E-4A11-674B-A63E-B4329D777D3E}" v="59" dt="2026-03-08T02:37:51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32:31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174 135 7818,'3'-3'-1615,"1"3"2394,-2-2-125,-1 1 1,2 0-442,-3-1 0,0 2 0,0 0 0,-1 4-75,-1 1 1,0 5-1,-1 0 1,-1 3-62,1 2 0,-1 2 0,-1 5 0,0 2 72,-2 6 1,0 2-1,-3 7 1,0 0 86,0 2 1,-2-1 0,-2 2 0,-1-2-140,1-2 0,3-5 0,1-6 1,0-3-89,2-2 0,2-6 0,2-3 0,1-4-98,0-2-8,2 0-53,-1-4 0,2-1 68,0-4 0,2-1 0,0-4 0,0-1 28,1-1 0,-2-2 1,3 0-1,-1-2-200,1-2 0,-1 1 0,2-3 0,0-1 18,0 0 0,0-2 0,1-1 1,-1-1 95,-1-1 1,1-1 0,2-4 0,1-2 44,0-1 0,-1-1 1,-3-1-4,1-1 84,1-5 1,1 4 0,1 0 93,0 6-42,1 3 1,-3 5 0,0 3 441,1 1-342,-4 5 0,2 3 0,-2 2 230,1 1-258,-3 0 1,4-1-1,-2 1 1,0-1-47,0 1 1,2 0 0,-2 1 0,2 2-54,-1 0 1,-2 1 0,2 2-43,1 0 0,-1 2 0,0 3 0,0 3 20,0 3 1,2 1 0,-2 2 0,2 3 14,0 2 0,-2 2 1,1 0-1,0 2 63,0 2 0,2 0 0,-1 5 185,1 0-158,2 2 0,-1 0 1,2 1 138,2 1-190,0-1 1,1 1-1,-1-4 1,-1 0 76,-3-2 0,1 2 0,0-3 0,-1-2 20,-1-3 0,-1-5 1,1-1-1,-1-2-92,0-1 0,-1-2 0,-2-4 0,1-1-317,-1 1-58,-1-4 0,1-1-29,-3-4 0,-3-1 0,-1-2 1,0 1-299,0-1 1,-1-1-1,-1 0-784,0 0 1237,2-1 1,-2 3 0,2 0 200,-2-1 0,-3-4 0,-1-1 0</inkml:trace>
  <inkml:trace contextRef="#ctx0" brushRef="#br0" timeOffset="1">26 571 8235,'3'-4'85,"1"0"0,2 0 0,0-1 0,1 2 214,-1 0 0,6-1 0,0 1 1,3-1-80,3-1 0,-1 2 1,6-2-1,0 0-325,0 0 0,3-1 0,-4 1-1550,-2 1 1169,0-1 1,-3-1 485,-3 0 0,0-1 0,-1 1 0</inkml:trace>
  <inkml:trace contextRef="#ctx0" brushRef="#br0" timeOffset="2">584 65 8247,'0'-7'0,"0"1"277,0 0 1,0 3-108,0 3 0,-1 3 0,0 6 1,-1 4 98,0 4 0,2 5 0,0 4 0,3 6-21,1 3 1,2 9 0,1 3 0,1 3-135,0 1 1,1-1 0,-3 0 0,1-3 27,-1-3 0,-3-7 0,0-10-213,-3-3 42,0-2 1,0-4 0,0-2-1,0-4-187,0-2 1,0-2-959,0-1 427,0-4 1,1 0 0,0-6 0,2-1-875,1-2 1621,-3 0 0,5-3 0,-2-1 0</inkml:trace>
  <inkml:trace contextRef="#ctx0" brushRef="#br0" timeOffset="3">777 385 8235,'2'7'-59,"0"-1"1,1 3 178,-1-1 0,-1 4 446,1-2-367,1 5 0,0 5 0,2 3 1,-1 2-75,-1 1 0,-1 2 0,0-1 0,0-2-239,-1 0 0,1-5 0,-1-1 1,1-4-275,0-4 1,-1-2-1,-1-2-155,0-1 1,0-3-1,0-3 543,0-3 0,-3-6 0,-1-1 0</inkml:trace>
  <inkml:trace contextRef="#ctx0" brushRef="#br0" timeOffset="4">745 276 8235,'0'-4'-1723,"0"0"1658,2 0 65,-1 0 0,2 4 0,-3 4 0</inkml:trace>
  <inkml:trace contextRef="#ctx0" brushRef="#br0" timeOffset="5">1117 385 8235,'-3'-4'58,"1"0"1,-2 2 0,1-2 0,0 1 113,-2-1 0,1 3 1,-1-1 103,-2 1-156,1 1 0,-6 1 1,3 0-1,-1 2 119,-2 3 1,1 0 0,-1 5-20,-1 0-210,5 4 1,-7-1 0,5 3 0,0 1 38,1 1 1,3 2 0,1 1 0,3 0 162,2 0 0,3 0 0,3-2 0,2 0 24,2-1 1,2-1 0,2-5-1,1-1-157,-1-2 0,2-1 0,0-4 1,-1-2-461,1 0 0,2-1 0,-1-2 0,1-2-111,-1-3 0,-2 0 1,-2-2-1,0 1-812,0-1 1,0-1 1303,0-1 0,-1-2 0,1 1 0</inkml:trace>
  <inkml:trace contextRef="#ctx0" brushRef="#br0" timeOffset="6">1290 571 8235,'6'0'-35,"1"0"140,-1 0 0,0 0 0,1 0 0,-1 0-33,1-2 0,-1 0 0,1-1 0,1-1-9,1 0 0,1 0 0,0-2-27,0-1-37,0 1 0,1 0 0,0-2 0,-1 1-94,0-2 1,2 0-1,-4 2 1,0 0 7,-1-2 0,0 0 0,-1 3 0,0 0 70,-2-1 1,-1 1 0,-3-1-1,0 1 8,0 0 0,0-1 1,-1 1-1,-1 1 4,-2 1 0,-2 0 0,0-3 1,-1 2 24,1 0 0,-1 0 1,-1 3-1,-1 1 118,1 0 0,-1 1 1,0 1-1,-1 0-41,-2 1 1,3 6-1,-2-2 122,-1 1-165,0 3 1,2 0 0,0 3 114,0 0-109,2 2 1,1 0-1,2 1 288,0 0-206,0 2 1,4-3 0,-1 3 0,3-1 61,3 1 1,1-2-1,6 1 1,0-2-130,1 0 0,4-2 0,1-3 1,1-1-70,2-2 1,2-4-1,1 0 1,0-3-73,1-3 1,-2 0 0,2-4 0,-3-1-229,-1-1 1,-4 1 0,-3 1-1,-2 1-83,-2 0 0,-1 1 0,-3 2 0,-1-1-1619,-1 1 1996,-1 1 0,-2-3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32:31.0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411 1629 8235,'4'3'37,"0"-1"245,-2 0 0,1-1 0,-4 0 21,-1 1 0,0 1 0,-1-1 58,0 2-211,-2 2 1,1 0 0,-2 2 0,-1 0 51,-2 3 1,1 4 0,-2 2 0,-2 1-115,0 2 1,-1 1 0,1 1 0,-2 1-39,-1 1 1,2-1 0,-2 0-1,2-2-43,2-2 1,-1 0-1,1-3 1,0 1-97,0 1 1,1-4 0,2 0 0,0-2 139,0-1 0,1-1 1,1 1-278,2-3 79,-2-1 1,5 0-37,-1-1-142,2-2 20,0-2 0,0-2 0,0-2-260,0-3 0,0-1 1,0-2-1,2 0-305,0 0 0,2-2 870,-2 2 0,3-4 0,-1 2 0</inkml:trace>
  <inkml:trace contextRef="#ctx0" brushRef="#br0" timeOffset="1">430 1597 8235,'4'-3'-55,"-1"2"650,-1-3 1,-1 2 553,1-3-877,-1 4 119,-1-2 1,1 8-1,0 1 1,2 2-331,0-1 0,2 2 1,1 2-1,1 3 28,-1 1 0,1 3 0,2 1 1,1 2-19,0 2 1,2 1 0,-2 1-1,2 0-54,-2-1 1,3-2 0,-3-4-1,2 0-6,-2-4 1,2 0-1,-2-1 1,1-1 34,0-1 1,-3 0 0,2-2-1,0-2 1,-3 1 1,-2-2 0,0 0 22,0 1-15,0-4 1,0 2-335,-1-2 3,-3-1-478,2 0-1127,-3-1 1534,0-4 1,0 1 0,0-4-848,0 0 1,-3 0 1193,-1 0 0,-2 0 0,0-1 0</inkml:trace>
  <inkml:trace contextRef="#ctx0" brushRef="#br0" timeOffset="2">392 1533 6906,'3'0'192,"1"0"309,-2 0-283,-1 0 560,1 0-614,-2-3-59,0 3 1,0-6 0,0 2 17,0-2 0,1 0 0,1-1 0,0 0-8,-1-2 1,0 2 0,-1-4-1,0-1-8,0-2 0,0-1 1,0-3-1,0-1-29,0 1 1,0-2 0,0-1 0,0 0-21,0 1 1,0-1 0,0 0 0,0 1-26,0 2 1,0-3 0,0 2-1,0-1-67,0 0 0,0 1 0,0 0 113,0 2-53,0-1 0,0 1 1,0-2 342,0 0-337,0 0 0,0-1 0,0-1 81,0 0-42,0-1 1,0 1-1,0-1 1,1 1 111,1-1 0,-2 4 0,2 0 0,-1 1-94,-1 3 1,2 3 0,0 0-1,0 0-57,-1 1 1,-1-1 0,0 2 0,0-1-103,2-2 0,-1 2 0,1 0 1,-1 1 253,-1 1 0,0 1-486,0 1-291,0 2-169,0 1 0,0 4-603,0 1 934,0 2 1,0 2 0,0 0-1,0 1-196,0-1 1,0 3 0,0-1 626,0 0 0,0 2 0,0 0 0</inkml:trace>
  <inkml:trace contextRef="#ctx0" brushRef="#br0" timeOffset="3">45 840 7692,'-6'0'-62,"-1"0"438,1 0 1,2-2-180,-1 0 190,1 0-130,1 2-61,-3 0 350,5 0-383,-2 0 1,7 3-1,2 1 50,1 2 1,5 3-1,-1 2 1,3 1-25,4 1 1,0 2 0,1 3-1,1 0-95,-1 1 0,2 1 0,1-1 0,-2-1-119,0-1 0,-3-1 1,-2-4-1,-2 0-105,0-2 0,-3-3 1,-2 1-461,0-3 0,-2-4-631,0 1-47,-2-1 764,2-1 0,-6-1-613,3-1 1117,-3 1 0,0-4 0,0 1 0</inkml:trace>
  <inkml:trace contextRef="#ctx0" brushRef="#br0" timeOffset="4">411 1129 8235,'3'0'-1166,"1"0"2191,-2 0 1,-1 0-665,4 0 1,-1-1 0,2 0 0,1-2-83,-1 0 0,4-2 0,3-2 0,3-1-19,3-3 0,3-1 1,2-2-1,1 0 4,0-1 0,2-3 1,-1 2-120,0-1-128,-2 2 1,-6 3 0,-1 0 0,-1 2-144,0-2 1,-5 3 0,-1 1-488,-2 3 419,-2-1 1,1 3-1,-1-2 1,-1 2-653,-1 0 1,-2-1-2374,2 2 3219,-2 0 0,1 2 0</inkml:trace>
  <inkml:trace contextRef="#ctx0" brushRef="#br0" timeOffset="5">501 128 8235,'-3'-8'-886,"-2"-1"0,0 2 1143,-2-1 59,1 2 1,0 0 0,-1-1 0,0 1-38,-2 2 1,2-2-1,-4 3 1,0-1-19,1 2 0,-1 2 0,2 0 0,-1 0-50,-2 2 1,0 3-1,-1 2 1,0 3-73,1 0 0,-2 3 0,-1 2 0,-1 2-39,-1 0 0,2 2 1,2 0-1,0 0-132,0 1 1,2 2 0,1 1 0,5 0-34,1 1 0,2-3 1,3 2-1,1-1 115,2-1 0,5-2 1,2-2-16,3-2-5,0-2 0,4 0 0,0-1-39,0-1 43,4-2 1,-1-2 0,2-2-206,2 0 169,0-2 0,0-3 1,1-1-1,0-1-18,-1-3 1,0-2 0,-1-3 0,-4 1 131,-2 0 0,-1-3 0,-3 0 1,1-3 39,-1-2 0,-1 2 1,-2-2-1,-3-1 15,-1 0 0,-1-1 1,-1 1-1,-2 1 0,0 0 1,-1 0-1,-4-1-160,0-2-18,-3 1 0,-1-3 0,-3 3 0,-1-1-27,-4-2 1,-2 2-1,-2 0-114,1 2 74,-2 2 0,1 4 0,-4-1 0,2 1 25,0 1 1,3 4 0,2 3 0,2 1-145,0 2 0,1 3 1,3 2-1,3 2-160,0 0 1,3 2 0,1-1 0,1 3-422,1 0 0,1 0 0,1 3 778,0 0 0,3 3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32:43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45 167 8186,'0'-8'0,"0"-2"0,0 1 476,0 0 1,0 3-90,-3 4 0,3 4 0,-2 3 0,1 3-112,1 3 1,0 1 0,0 4 0,0 3-66,0 4 0,0 5 0,0 2 0,0 1-296,0 1 0,0 0 1,0 0-1,-1 1-171,-1 1 1,1-4 0,-1-3-489,1-4 572,-1-6 1,1-1-1,-2-5 1,1-1-415,0-4 0,-1-5 87,1-1 0,1-2 0,-1-5 0,1-2 500,-2-2 0,3 2 0,-6-6 0,2 2 0</inkml:trace>
  <inkml:trace contextRef="#ctx0" brushRef="#br0" timeOffset="1">13 129 8235,'0'-9'0,"0"0"0,1 1 138,1-1 0,-1 2 1,1-2 662,-1 2-658,1 0 0,1 1 1,2 0-1,0-1 110,2 1 0,1-1 1,4 1-146,2 0 1,2 0 12,-1 2 0,5-1-168,0 2 1,0 1-73,-1 2 1,-1 0-1,-3 1-84,-1 1 1,-1 2 0,-4 3-1,-1 1 59,-1 3 0,-4 1 0,0 2 0,-3 0 108,0 1 1,0 2 0,-3-1 0,-1-1 30,-2 1 1,0 1 0,-1-1-1,-1 0 94,-1-1 1,0-2-1,1-3 150,0-1-163,-4 3 0,5-6 1,-1 1-22,1-2-6,0-3 0,3 1-163,0-3 116,2 0 0,-1-3 0,3-2 0,1 0-166,1-2 1,2 1 0,3-1 0,1 1-57,0 0 0,4-1 1,-1 2-1,3 0 62,1 0 0,0 4 1,-2-1-1,1 1 87,1 1 0,0 1 0,-2 2 0,1 2 52,1 3 1,-2 4 0,2 1 0,-1 3 51,-2 3 1,-1 1 0,-1 1 0,-1 1 195,-1 3 1,-3-3 0,-3 1 0,-2-3 110,0-3 0,0 2 0,-3-3 1012,-4 1-979,-2-5 1,-4 0 0,-2-3 876,-2 1-994,-5-2 1,0 1 0,-3-2 0,0-2-218,-1 0 0,-3 0 0,1-3 0,1-2-47,0-1 1,5-3-1,1-3 1,2-1-294,2 0 1,6-4 0,0 3-1,3-2-482,2 0 1,2 3 0,2 0-224,1 1 0,2 3 1,1 1-538,0 0 1108,3 3 435,-2-3 0,7 0 0,0-1 0</inkml:trace>
  <inkml:trace contextRef="#ctx0" brushRef="#br0" timeOffset="2">764 347 8235,'-7'-7'45,"-1"2"-88,-1 0 0,0 0 1,1 1-1,0 0 180,0 2 0,-2 2 0,1 0 0,-1 2 139,-1 3 0,-1 0 1,1 3-1,1 0-77,1 3-1,-2 2 1,2 1 0,2 2-175,0 0 1,3 1-1,2 2 1,1 1 49,1-1 1,3 0-1,2 0 1,3-2 18,2-2 0,3-2 0,2 0-226,2 0 159,2-6 0,0 1 0,0-6 0,1-1-57,-1 0 1,0-1 0,0-1-1,-2-3 128,-2-2 1,-2-7 0,-1 0 0,-1-1 31,-2-2 1,-3 2 0,-1-3 0,-1-1-82,-2-1 1,1 0-1,-5 1 1,-1 0-169,-4 1 1,-4 0 0,1-2 0,-2 2-112,-1 2 0,0 2 0,1 3 0,0 4-82,2 3 0,0 2 0,-1 1 0,3 0-226,0 0 0,2 3 0,0 1 1,2 2 538,2 0 0,-2 1 0,1-1 0</inkml:trace>
  <inkml:trace contextRef="#ctx0" brushRef="#br0" timeOffset="3">1001 7 8082,'4'0'-181,"-2"3"1,-2 2 198,0 2 0,3 9 0,-1 6 0,0 5 13,1 2 0,-3 8 1,3 2-1,0 2-140,1 0 0,0-1 0,0-4 0,0-5-133,0-5 1,2-6-1,-2-5 1,1-2 65,-1-2 1,2-3-1,-2-3 117,2-3 0,-2-2 0,1 0 59,0 0 0,-2 0 0,1 0 0,1-2 0,1-2 0</inkml:trace>
  <inkml:trace contextRef="#ctx0" brushRef="#br0" timeOffset="4">1033 327 8112,'-3'-6'0,"0"0"89,3-1 1,0 3 0,0 0-12,3-1 0,0-1 1,4 0-1,2-1-129,1 1 0,3 1 0,2 1 0,2-1-71,-1-1 1,3 1 0,-2 0-1,1 1 68,1 1 30,1 1 1,-2 2-185,-1 0 118,-1 3 1,-3 3 0,0 4-181,-1 2 203,-2-1 0,0 6 1,-4-2-1,0 2 89,-2 1 1,2 1 0,-2 1 0,1 0 109,-1 1 0,1-1 1,-3 1-1,0-1 170,-1-3 1,-2-2 0,-1-2 0,-3-1 145,-3-1 1,-2 0-1,-4-3 1,-1-1-14,-2-2 1,-1-2 0,-2 2 0,-2-1-220,-1-1 0,0-1 1,0-2-1,1 0-41,2 0 0,-2-2 1,3-1-438,3-1 200,4 0 0,3-5 1,2 1-1042,1 0 714,0 1 0,2 1-1211,2-1 342,1 4-265,1 0 1523,3 0 0,1 2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32:59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411 1629 8235,'4'3'37,"0"-1"245,-2 0 0,1-1 0,-4 0 21,-1 1 0,0 1 0,-1-1 58,0 2-211,-2 2 1,1 0 0,-2 2 0,-1 0 51,-2 3 1,1 4 0,-2 2 0,-2 1-115,0 2 1,-1 1 0,1 1 0,-2 1-39,-1 1 1,2-1 0,-2 0-1,2-2-43,2-2 1,-1 0-1,1-3 1,0 1-97,0 1 1,1-4 0,2 0 0,0-2 139,0-1 0,1-1 1,1 1-278,2-3 79,-2-1 1,5 0-37,-1-1-142,2-2 20,0-2 0,0-2 0,0-2-260,0-3 0,0-1 1,0-2-1,2 0-305,0 0 0,2-2 870,-2 2 0,3-4 0,-1 2 0</inkml:trace>
  <inkml:trace contextRef="#ctx0" brushRef="#br0" timeOffset="1">430 1597 8235,'4'-3'-55,"-1"2"650,-1-3 1,-1 2 553,1-3-877,-1 4 119,-1-2 1,1 8-1,0 1 1,2 2-331,0-1 0,2 2 1,1 2-1,1 3 28,-1 1 0,1 3 0,2 1 1,1 2-19,0 2 1,2 1 0,-2 1-1,2 0-54,-2-1 1,3-2 0,-3-4-1,2 0-6,-2-4 1,2 0-1,-2-1 1,1-1 34,0-1 1,-3 0 0,2-2-1,0-2 1,-3 1 1,-2-2 0,0 0 22,0 1-15,0-4 1,0 2-335,-1-2 3,-3-1-478,2 0-1127,-3-1 1534,0-4 1,0 1 0,0-4-848,0 0 1,-3 0 1193,-1 0 0,-2 0 0,0-1 0</inkml:trace>
  <inkml:trace contextRef="#ctx0" brushRef="#br0" timeOffset="2">392 1533 6906,'3'0'192,"1"0"309,-2 0-283,-1 0 560,1 0-614,-2-3-59,0 3 1,0-6 0,0 2 17,0-2 0,1 0 0,1-1 0,0 0-8,-1-2 1,0 2 0,-1-4-1,0-1-8,0-2 0,0-1 1,0-3-1,0-1-29,0 1 1,0-2 0,0-1 0,0 0-21,0 1 1,0-1 0,0 0 0,0 1-26,0 2 1,0-3 0,0 2-1,0-1-67,0 0 0,0 1 0,0 0 113,0 2-53,0-1 0,0 1 1,0-2 342,0 0-337,0 0 0,0-1 0,0-1 81,0 0-42,0-1 1,0 1-1,0-1 1,1 1 111,1-1 0,-2 4 0,2 0 0,-1 1-94,-1 3 1,2 3 0,0 0-1,0 0-57,-1 1 1,-1-1 0,0 2 0,0-1-103,2-2 0,-1 2 0,1 0 1,-1 1 253,-1 1 0,0 1-486,0 1-291,0 2-169,0 1 0,0 4-603,0 1 934,0 2 1,0 2 0,0 0-1,0 1-196,0-1 1,0 3 0,0-1 626,0 0 0,0 2 0,0 0 0</inkml:trace>
  <inkml:trace contextRef="#ctx0" brushRef="#br0" timeOffset="3">45 840 7692,'-6'0'-62,"-1"0"438,1 0 1,2-2-180,-1 0 190,1 0-130,1 2-61,-3 0 350,5 0-383,-2 0 1,7 3-1,2 1 50,1 2 1,5 3-1,-1 2 1,3 1-25,4 1 1,0 2 0,1 3-1,1 0-95,-1 1 0,2 1 0,1-1 0,-2-1-119,0-1 0,-3-1 1,-2-4-1,-2 0-105,0-2 0,-3-3 1,-2 1-461,0-3 0,-2-4-631,0 1-47,-2-1 764,2-1 0,-6-1-613,3-1 1117,-3 1 0,0-4 0,0 1 0</inkml:trace>
  <inkml:trace contextRef="#ctx0" brushRef="#br0" timeOffset="4">411 1129 8235,'3'0'-1166,"1"0"2191,-2 0 1,-1 0-665,4 0 1,-1-1 0,2 0 0,1-2-83,-1 0 0,4-2 0,3-2 0,3-1-19,3-3 0,3-1 1,2-2-1,1 0 4,0-1 0,2-3 1,-1 2-120,0-1-128,-2 2 1,-6 3 0,-1 0 0,-1 2-144,0-2 1,-5 3 0,-1 1-488,-2 3 419,-2-1 1,1 3-1,-1-2 1,-1 2-653,-1 0 1,-2-1-2374,2 2 3219,-2 0 0,1 2 0</inkml:trace>
  <inkml:trace contextRef="#ctx0" brushRef="#br0" timeOffset="5">501 128 8235,'-3'-8'-886,"-2"-1"0,0 2 1143,-2-1 59,1 2 1,0 0 0,-1-1 0,0 1-38,-2 2 1,2-2-1,-4 3 1,0-1-19,1 2 0,-1 2 0,2 0 0,-1 0-50,-2 2 1,0 3-1,-1 2 1,0 3-73,1 0 0,-2 3 0,-1 2 0,-1 2-39,-1 0 0,2 2 1,2 0-1,0 0-132,0 1 1,2 2 0,1 1 0,5 0-34,1 1 0,2-3 1,3 2-1,1-1 115,2-1 0,5-2 1,2-2-16,3-2-5,0-2 0,4 0 0,0-1-39,0-1 43,4-2 1,-1-2 0,2-2-206,2 0 169,0-2 0,0-3 1,1-1-1,0-1-18,-1-3 1,0-2 0,-1-3 0,-4 1 131,-2 0 0,-1-3 0,-3 0 1,1-3 39,-1-2 0,-1 2 1,-2-2-1,-3-1 15,-1 0 0,-1-1 1,-1 1-1,-2 1 0,0 0 1,-1 0-1,-4-1-160,0-2-18,-3 1 0,-1-3 0,-3 3 0,-1-1-27,-4-2 1,-2 2-1,-2 0-114,1 2 74,-2 2 0,1 4 0,-4-1 0,2 1 25,0 1 1,3 4 0,2 3 0,2 1-145,0 2 0,1 3 1,3 2-1,3 2-160,0 0 1,3 2 0,1-1 0,1 3-422,1 0 0,1 0 0,1 3 778,0 0 0,3 3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33:13.3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212 48 8121,'0'-6'-401,"0"-1"315,0 1 0,-1 2 1039,-1-1 369,1 4-997,-2-2 0,3 4 1,0 2-1,0 3-106,0 4 1,0 3 0,1 3-1,1 3 57,0 4 0,2 4 0,-1 4 1,0 3-10,0 5 1,1 0 0,-2 3 0,-1 0 31,0 0 1,-1-4-1,0 0 1,0-4-257,0-5 0,0-4 0,0-8-194,0-2 157,0-1 0,1-3 1,0-2 84,1-2-563,1-2-523,-3-2-95,0 0 1,-3-4 273,-2-1 1,2-1-1,-1-2 1,1 1-209,2-1 1,0-3 1023,-2 0 0,0-4 0,-4 2 0</inkml:trace>
  <inkml:trace contextRef="#ctx0" brushRef="#br0" timeOffset="1">321 151 8235,'-7'-6'0,"-1"1"23,-1 1 1,1 2-1,1 0 1,0 2 114,-1 0 1,0 0 0,-3 1 0,0 3 78,-1 2 1,-2 2 0,0 1 0,-1 1-96,1 0 1,-1 2 0,1-1 74,-1 1-201,0 1 1,5-3 0,2 0 0,1 0-37,3-2 0,1-1 1,4-2-92,1 0 1,4-3 0,3-2-1,1 0 63,1 0 1,2 0 0,-1-2 0,2 0 18,1 1 0,-1 0 1,3 1-1,-1 0-15,0 0 0,-1 2 0,2 1 0,-1 1 30,0 1 0,-2 2 0,0 3 0,-4 0 15,-1 1 0,-1 1 0,-3 0 371,-3-1-176,-2 1 1,-2-3 0,-3 3 0,-4-2 282,-4 2 1,-2-2 0,-5 0 0,0-1-123,-1-1 0,-3 1 0,-3-1 1,2-2-177,0-1 0,1-3 1,0 0-1,2-1-216,2-1 0,2-4 0,6-2 0,1-2-410,3-2 1,1 1 0,3-1-1,2 1-251,1 1 0,4 1 0,2 1 0,3-1-1709,3 1 2425,1 0 0,3-1 0,2 1 0</inkml:trace>
  <inkml:trace contextRef="#ctx0" brushRef="#br0" timeOffset="2">635 55 7818,'-3'-7'-808,"2"4"1,-3 0 1965,2 0-389,-1 2 0,3 0 189,0 5-737,0 0 0,0 9 1,0 0-1,0 4-25,0 4 1,1 5-1,1 6 1,0 5 0,2 2 1,-2 3 0,2 2-1,-1-3 5,-2-2 0,0-7 1,1-1-1,0-3-153,-1-5 1,0-4-1,-1-7 1,0-1-581,0-3 248,0-3 1,0-5 0,0-5 0,0 0-282,0-2 1,-1 0 0,0-1-1313,-1 0 1214,0-1 0,1 1 662,-1-1 0,1-2 0,-2 1 0</inkml:trace>
  <inkml:trace contextRef="#ctx0" brushRef="#br0" timeOffset="3">693 170 8235,'-6'-6'16,"-1"2"1,1 2 181,-1 1 0,-1 1 1,-2 1-1,1 1 75,-3 2 0,-2 4 0,-1 1 1,1 1-20,0 2 0,1 0 1,1 0-176,1-1-105,-1 1 0,7-5 1,0 2-1,1-2-65,3-1 0,1-2 1,2-2 25,2-2 0,4 0 0,1 0 0,2 0-73,2-2 0,1 1 0,2-2 1,1 1-36,-1 0 0,-1 0 0,1 2 1,0 0-10,-2 0 1,1 2 0,-1 1 0,-2 0 126,0 2 1,0 1 0,-2 1 265,-1 2-147,-2 1 0,-1 2 0,-2-1 487,-2 0-403,-1-1 1,-2 3-1,-1 0 901,-2 0-763,-5-3 0,-2 1 0,-4-2 0,-1-1 66,0-1 1,-3-1 0,1 1-1,-2-2-326,-1 0 0,0-3 1,1-2-1,2 0-315,1 0 1,-1-2 0,3-3-1,1 0-234,3-2 1,4-1 0,3-1 0,1 1-343,2 1 0,3 1 1,2-1 864,2 1 0,3 0 0,1-1 0</inkml:trace>
  <inkml:trace contextRef="#ctx0" brushRef="#br0" timeOffset="4">1071 35 8235,'0'-10'0,"0"2"0,0 1 273,0 0 0,0 4 0,0 3 0,0 5 61,0 3 0,0 2 0,0 6 0,0 4-106,0 5 0,3 3 0,-1 5 0,2 2-19,1 3 1,-2 2-1,-1 2 1,-1 1-67,-1-1 1,0-1 0,0-5-1,0-4-104,0-4 1,0-7 0,0-2 0,0-3-139,2-4 1,0-3-342,2-5 0,-2-2-74,0-4 0,-2-1 0,-2-4 0,-1 0-465,0-1 0,1 0 0,-2-2-71,1 1 1050,-2-3 0,2 2 0,-4-3 0</inkml:trace>
  <inkml:trace contextRef="#ctx0" brushRef="#br0" timeOffset="5">1193 151 7172,'-3'-4'0,"-1"1"0,-2 1 18,0 0 1,-1 0-1,-1 2 1,-1 0 357,-1 0 1,-1 1 0,-2 1 0,-2 3-54,-2 3 0,-2 2 1,0 2 24,0 1-230,2 3 1,1-3 0,4 2 0,2-2-169,4-2 0,0-2 0,5-3-89,2-2 1,1-1-1,5-3 1,2 0 61,2 0 0,1 0 0,1 0 0,2 0-33,0 0 1,2-2 0,1 0-1,0 0 4,1 2 1,0 0-1,-1 0 1,-1 2 81,1 3 0,-3-2 0,0 2 0,-2 0 80,-2 0 1,-2 4-1,-3-1 1,-2 0 405,-2-1 0,-1 2 1,-2-1 1069,-1 0-1176,-4 2 1,-4-2 0,-4 3 903,-1 0-978,-4-2 1,-3 4-1,-2-3 1,1 0-156,1-2 1,0-1-1,1-1 1,-1-2-311,2-2 0,3-1 0,2-1 0,2-1-587,2-1 1,0-1-1,2-4 1,1 0-231,1-1 1,4 0-1,0-2 1,1 0 999,0 3 0,-1-3 0,3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3:23.8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135 340 7569,'4'-5'-1260,"0"0"1856,-1 0 0,-1 3 1,-2-2-169,0-1 1,0 1 0,0 0 14,0-1 0,0-1-115,0 0 1,0 2-209,0-1 0,-1 4 1,-1-1-111,-2 1 1,-3 1 0,0 0 0,-2 1 24,1 1 0,-1 2 0,0 2 1,-1 0-51,1 1 1,-2 1-1,2 1 1,0-1-35,0-1 1,1 1 0,3 1 0,1-1-9,1-1 0,-1-1 0,2 1 39,1-1 0,3-2 1,2 0-1,2 0-1,0-1 1,3-1 0,2 0 0,1 1-29,1-1 1,0 2-1,0-1 1,0 0-54,-1 0 0,1 2 1,-1-1-1,0 1 57,-2 2 1,-2-1-1,1 1 1,-3-1 19,-2 1 0,-1 0 0,-3 1 0,0 0 130,0 0 0,0 1 0,-3 0 0,-2-1 132,-2-1 1,0 1-1,-3 1 1,2-1-19,-1-1 0,-2-2 0,0 0 1,-1-1-115,-1-1 1,0 1-1,1-2 1,1 0-260,0-2 1,1 0 0,-1 0-206,0-2 0,3-2 1,0-2-1,3-1-281,3 1 1,1-1-1,1 1 1,0 0-452,0-1 0,1 1 1089,1-1 0,2 1 0,2-1 0</inkml:trace>
  <inkml:trace contextRef="#ctx0" brushRef="#br0" timeOffset="832">347 436 7936,'4'0'-205,"0"0"0,1 0 601,1 0 0,1-2-290,-1-3 1,0 0 0,1-1-1,-2 1 65,0 1 1,0-1-1,-1-1-35,0 0 1,1-1 0,-3 1-99,2-1 1,-3 3-1,2 0 1,-3-1-34,0-1 0,0 0 1,-2 1-1,-1 1 20,0-1 1,-2-1 0,0 0 0,0 0 54,0-1 0,1 1 0,-2-1 0,-1 2 37,1 0 1,0 3 0,-1 2 0,1 0-94,-1 0 0,-1 0 1,-1 2-1,1 3 1,1 0 0,2 5 1,-1 1-1,1 3-5,0 1 0,-2 2 0,3 0 1,0 2 42,0 0 0,2 0 0,0 1 1,1-1 80,1 0 1,1 0 0,1 0-1,2-2-22,2-2 0,3-2 0,0-2 0,1-3 22,1-1 1,1-1-1,1-1 1,0-1-39,0-2 0,2 1 0,1-4 1,-1-1-94,1 0 0,-1-3 1,-2 1-1,-1-2-242,-1 0 1,0-1-1,-3-1 1,0-1-333,-3 1 1,0 1 0,-1 0-1,-1-1-24,0 0 1,-3-1 0,0 3-1,0-1-1289,0 1 1874,0 0 0,3-4 0,1 0 0</inkml:trace>
  <inkml:trace contextRef="#ctx0" brushRef="#br0" timeOffset="1498">674 334 7936,'0'-7'203,"0"1"0,-1 0 1,-1 0 54,-2 2 0,0 0 0,0 3 0,-1-1-20,-1 0 1,0 1 0,-1 1-1,0 1-24,-1 1 1,1 3 0,-3 2-1,2 3-98,-1 0 1,1 1 0,1 3 0,2 2-111,0 0 0,3-1 0,2 2 0,0 1 63,0 1 1,0-1 0,3 0 0,3-2 7,2 0 1,3-1 0,0-3-1,1-1-58,1-3 0,-1-1 0,1-3 0,0-2-71,0-1 1,0-2-1,-1-1 1,-1-2-167,-3-2 0,0-1 0,0-1 0,0-1-161,0-1 0,-1 1 0,0-1 0,-2 1-199,0 1 1,0-1 0,-1 1 0,0 0-1035,-2 1 1612,1 0 0,-2 1 0,2-1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3:34.8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1 277 7936,'0'4'174,"0"0"1,0-2 0,0 2 0,2 0 81,0-1 1,0-1 0,-2 3 0,0 0-51,0 3 0,2 2 0,0 4 0,0 1-38,1 5 0,-2 2 1,2 3-1,-1 1-220,0 0 1,1-3 0,-2 0-1,1-2-2,0-2 1,-1-4 0,-1-4-1,2-2 164,0-2 0,0-4 186,-2-3 0,0-3 0,-1-4-246,-1-2 1,1 2 0,-1-2 0,2 0-107,0 1 1,-1-4 0,-1 2 0,0-2-119,1 1 0,0-1 0,1 2 0,0-2 48,0-1 0,0 2 0,0 0 0,1 1 18,1 0 1,2-2 0,2 1 0,0-1 66,1 2 1,0-2-1,1 3 1,1 0 79,1 0 1,1 0-1,2 3 1,-1 2 13,1 2 1,-1-1-1,0 1 1,-2 1-36,2 0 0,-3 3 0,0 1 0,-2 0-29,-1 2 0,0 1 0,-2 0 0,-1 1-119,0-1 0,-2-1 0,1-1-432,-2 1 1,0 1-759,0 0 1320,0-2 0,3-2 0,1-2 0</inkml:trace>
  <inkml:trace contextRef="#ctx0" brushRef="#br0" timeOffset="764">321 456 7872,'0'5'-51,"1"-2"533,1 0-240,-1-1 0,2 0 0,0 0-127,1 0 0,4-2 1,0-2-1,1 0-83,0-2 0,-1-1 1,3-3-1,0 0-99,1 0 1,-2 0 0,-1 0 0,0 0 13,-1 0 0,0-2 0,-3 2 0,-1 0 31,-1 1 1,-1 1-1,-2-1 1,-1 1 56,-1 2 0,0-1 0,-4 3 1,-1 1 11,0 0 0,-1 1 0,0 0 0,-1 0 28,-1 0 1,0 0-1,-1 0 1,0 1 65,-1 1 1,2 1 0,0 4 0,1 1 18,1 1 1,-1 2-1,1 0 1,2 1 38,1 1 0,3 0 0,0 0 0,2 2 72,0 2 1,0 0 0,2-1 0,3 0 7,0 1 1,4-2-1,0 0 1,1 0-188,-1-3 0,2-4 0,0 1 1,1-2-132,1 0 0,0-4 0,-1-1 0,1-1-200,0-1 1,-1-3 0,0-1 0,-2-2-163,-1 0 1,-1-3 0,-1 0 0,-1 0-307,-2-1 1,1 2 0,-3 1-1,-1 1-1325,0 0 2032,-1-1 0,3 1 0,1-1 0</inkml:trace>
  <inkml:trace contextRef="#ctx0" brushRef="#br0" timeOffset="1301">636 1 7936,'0'4'51,"0"0"0,0-1 0,0 1 313,0 1 1,0 1-1,0 1 1,0 2-111,0 4 0,2 5 0,1 7 0,-1 4-103,1 6 1,3 2-1,0 3 1,1 1-141,1-1 1,-3-4 0,-1-2 0,-1-1-114,-2-4 1,0-4-1,-1-5 1,0-5 12,0-1 1,0-1 0,0-1-1,0-1 53,0-3 0,0-1 0,0 0-170,0-1-79,3 0 1,-2-2 0,3-3 0,-1-2-160,-2-3 1,0-2 0,-1 0 0,0-2-132,0 0 0,0 0 575,0-3 0,-3 1 0,-1-3 0</inkml:trace>
  <inkml:trace contextRef="#ctx0" brushRef="#br0" timeOffset="1580">539 360 7904,'1'-3'609,"1"0"-70,2 3 1,4 0 0,2 0-1,0 0-202,1 0 1,4 2 0,2 0-1,2-1-195,0 0 1,0 1 0,0 0 0,-2 0-230,0-1 0,-2-2 0,-1-1 0,-3 0-611,-2-2 1,-2 0 0,-1-1 0,0 1-1583,-2-1 2280,-1-1 0,0 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3:37.4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129 73 7936,'6'-6'-3,"1"0"1,-2-1 216,0 1 0,-2-1 986,-3 1-957,0 2 1,0 2-1,-1 4 1,-1 1 9,0 3 1,-3 0 0,1 5 0,-2 2-12,0 1 0,0 5 0,-1-1 0,0 4-73,-2 0 0,2 5 0,-4 3 0,0 2-12,1 2 0,-2-1 0,2 1 0,0-1-101,2-1 1,1-6 0,2-3 0,2-4-296,0-5 1,1-3 0,2-2-492,0-2 542,0-4 1,0 0 0,0-6 0,0-1-254,0-2 0,0 0 0,0-1 0,0-1-438,0 0 0,0-2 0,0 2 879,2-3 0,2-1 0,2-1 0</inkml:trace>
  <inkml:trace contextRef="#ctx0" brushRef="#br0" timeOffset="750">264 22 7936,'0'-6'-1560,"0"-1"2321,0 1 1,0 3-500,0 3 0,0 6 1,0 5-1,2 3-76,0 4 1,1 1 0,-1 4-1,1 4-26,1 1 1,1 2-1,-3 2 1,0 1 3,1 1 1,-2-4-1,1 0 1,-1-4-78,-1-2 0,0-4 0,0-4 0,0-3-147,0-3 1,0-4 0,-1-3 269,-1 0 1,1-1-49,-1-5 1,1 0 0,1-4 0,0 1-132,0 0 0,2-1 0,1-1 0,1-2-157,1 0 1,-2 2 0,2-3-1,0 0-143,0-1 1,2-1 0,-1 0 0,1 0-95,-1 0 0,1 1 0,1 1 0,1 1 148,1 1 0,-1-1 1,1 3-1,1 4 111,-1 1 1,2 2 0,-2 1 0,1 2 71,0 3 1,-4 2 0,2 4 0,-3 2 95,-1 2 0,0 0 1,-3 2-1,-1-1 136,0 1 1,-2 0 0,0 0-1,-2-2-1,-1 0 1,-1-3-1,-2-3 1,-3 0 183,0 0 0,2-5 0,-3 1 0,0-2-161,1-3 1,-2 2 0,2-1 0,0-1-375,-1-3 1,2-1-1,-1-4 1,0 1-145,0 0 1,3-3-1,0 0 1,3 2-617,1-1 1,1 4-93,2 0 0,1 0 1004,1 0 0,1-2 0,4 3 0</inkml:trace>
  <inkml:trace contextRef="#ctx0" brushRef="#br0" timeOffset="1083">597 266 7936,'0'6'216,"0"1"0,0 1 0,0 2 0,0-1 2,0 3 1,0 1 0,1 2-1,0 2-106,1 1 0,1-1 0,-3 0 0,0-2-150,0 0 0,0-2 0,0-1 1,0-1-927,0-2 230,0-2 1,0-5-1,0-4 734,0-3 0,2-6 0,2 1 0</inkml:trace>
  <inkml:trace contextRef="#ctx0" brushRef="#br0" timeOffset="1279">565 150 7248,'0'-6'-74,"0"2"872,0-1-1072,0 1 1,2 1 0,1 3 0,0 2 273,0 1 0,5 2 0,-1 1 0</inkml:trace>
  <inkml:trace contextRef="#ctx0" brushRef="#br0" timeOffset="1900">822 292 7248,'-7'-3'-171,"1"-2"0,-1 3 1,1-1-1,0 3 630,-1 0 0,-1 0 1,-1 0-1,1 3-248,1 1 1,1 2 0,-1 0 0,2 1-133,0 2 1,2-2 0,3 4 0,-2 0-116,0-1 1,1 2 0,3-1 0,2 0-45,2 0 1,2 0-1,2-2 1,-1-1 26,0-1 0,3-4 0,-2-1 0,0-1 105,-2-1 1,1 0 0,0-1-1,-1-1 69,-1-2 1,-1-2 0,1-2 0,-2-2-75,0 0 0,-2 0 0,-3-1 1,2 0-57,0 0 1,0-1 0,-2-1-1,-1 1 5,-1 1 1,1 0 0,-1 2 0,-1 1-18,1 1 0,-1 4-89,1 1 0,2 4 0,-2 3 0,4 3 18,2 2 0,2 5 0,3 3 1,2 2 22,1 1 0,0 3 1,-1-2-1,0 1 252,0 1 0,-2 2 1,0 1-1,-3-3 104,-1-1 0,-2 0 1,-3-1-1,0 1 184,0 1 0,-3-1 0,-2-1 0,-3-1 152,-3 0 0,-6 1 0,-3-3 0,-2 0-272,-2-2 1,-3 0 0,-2-4 0,1-1-444,-1-2 0,5-5 0,5-2 0,3-3-401,3-3 0,3 0 0,2-4 0,3 1-745,3 0 0,1-1 0,2 1-1103,1-1 2341,-2 4 0,6-3 0,-2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3:40.6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26 120 7936,'0'-5'-1170,"1"2"1147,1 0 1,-1-1-1,3 1 333,-1-1 0,-1 2 1,-2-1 983,3 0-196,-3-2-212,3 4-489,-3-2 1,-1 8-259,-1 2 1,1 3-1,-3-2 1,1 1-114,-1 0 1,2-2 0,-2 2 0,0-2-196,0-1 0,0 1 0,3-1 1,-1 0-581,0 1 1,1-3 0,0 0-553,-2 1 1,2-2 1300,3-1 0,-1-1 0,7-4 0,0 0 0</inkml:trace>
  <inkml:trace contextRef="#ctx0" brushRef="#br0" timeOffset="345">148 107 7256,'0'6'-18,"0"1"1,0-1 0,0 1 0,0-1 455,0 0 0,-3 1 0,-1 1 0,-1 2-230,0 0 0,0 0 0,0 1 0,0 0-54,-2 0 1,3-1 0,0 0-375,2-1 1,-3 0-453,3-3 1,1-2 0,2-3 671,1-2 0,3-6 0,-1-3 0</inkml:trace>
  <inkml:trace contextRef="#ctx0" brushRef="#br0" timeOffset="1313">327 325 7892,'-3'1'1240,"0"0"-1093,0 1 1,2 3 0,-1 0-1,-1 0-23,-2 2 1,2 2 0,-1 2 0,-1 4-70,-1 2 0,0 2 0,2 2 1,2 1-234,1 0 0,1-2 0,1 0 0,1-3-54,2-4 1,5 1 0,1-6 0,2-2 65,-1-1 1,1-3-1,-2-1 1,0-2 108,1-4 0,-3-1 1,0-3-1,0-1 105,-2 0 1,0-2 0,0 2-1,-1-2 44,-1 1 1,-2-1-1,2 2 1,-1 0-74,-2 2 0,2 1 0,-1 0 0,0 1-62,-2-1-69,0 4 1,1 1 59,1 4 0,0 1 0,1 4 0,1-1 62,-1 1 1,2 0 0,1 1-1,1 0 24,-1 0 0,0-1 1,1 0-1,0-1-3,1 0 0,0-1 0,2-2 0,0 0 92,0-1 0,-1-2 1,1-3-1,-1-1 95,-1-2 0,-2-2 1,-1-1-1,-1-1 31,-1-2 0,-1 2 0,-2 0 0,0-2-153,0 0 1,-1-1-1,-2 0 1,-2 1-135,-3-1 0,-2 1 1,3 1-1,-2 2-274,1-1 0,1 5 0,1 0 0,-1 0-944,1 2 1,2 1 1255,-1 0 0,1 2 0,-2 0 0,-1 0 0</inkml:trace>
  <inkml:trace contextRef="#ctx0" brushRef="#br0" timeOffset="1662">674 338 7936,'0'10'0,"0"0"1,0-2-1,0 0 110,0 0 0,0 1 0,0 1 0,0-1 30,3 3 1,-3-2-1,2 0 1,-1 0-165,-1 0 1,2-2 0,0 0 0,0-1-214,-1 0 0,-1-1 1,0 0-497,2-2 0,-1-2 733,1-4 0,-1-1 0,-1-4 0</inkml:trace>
  <inkml:trace contextRef="#ctx0" brushRef="#br0" timeOffset="1845">648 113 7936,'-4'-5'0,"0"0"-477,1 0 457,-2 4 1,5-1-198,-2 4 0,1 1 0,2 4 0,0-1-74,1 1 0,2-3 291,-1 0 0,2 1 0,-2 1 0</inkml:trace>
  <inkml:trace contextRef="#ctx0" brushRef="#br0" timeOffset="2347">796 4 8071,'0'-3'731,"0"6"0,0 6-621,2 4 0,0 7 1,1 4-1,1 4-96,0 4 1,0 5 0,2 6 0,-2-2-87,-2-3 1,-1-1 0,-1-5-1,0-2-53,3-3 1,-3-7 0,2-4 0,-1-4-470,-1-3 0,0-2 358,0-1 1,-1-3 0,0-3 0,-1-3 69,0-3 0,1-1 0,0 0 1,-2-1 165,2-3 0,0-1 0,-4-1 0,-3 0 0</inkml:trace>
  <inkml:trace contextRef="#ctx0" brushRef="#br0" timeOffset="2562">719 286 7936,'6'0'-442,"0"0"663,-2-2 0,2 1 0,-2-1 0,2 0 54,3 0 0,-1 1 1,3-1-1,2 0-370,1-1 1,2 1-1,-2 0 1,2-1-544,0 0 0,-2 1 0,-1 0 638,-1 1 0,-1-1 0,1-2 0</inkml:trace>
  <inkml:trace contextRef="#ctx0" brushRef="#br0" timeOffset="3129">982 267 7936,'0'7'0,"0"0"0,0 1-78,0 0 0,0 1 1,0-2-1,0 1 157,0 3 0,0 1 1,0 1-1,0 0 57,0 0 0,0 0 1,0-1-1,0 1-72,0 0 1,0-3 0,0-1 0,0-2 166,0-1-181,2-2 1,1-4 0,2-5-1,-3-1-60,1-3 0,-1-1 0,2-2 0,0-2-160,0-1 0,2 2 0,-3-2 0,1 1-3,1 1 1,-1 0-1,2 1 1,-1-1 45,-1 3 0,0 0 0,3 4 0,-1 0 45,0-1 0,-1 4 0,-1 1 0,1 1 88,1 1 1,0 3-1,1 1 1,-1 2 104,0 3 1,-1 2 0,-2 3 0,1 2 37,-1 0 0,-1 0 1,0 2-1,-1-1-142,-1-2 1,0 1-1,0-3 1,0 0-473,0-3 0,0-2-519,2-2 984,2-2 0,2-1 0,1-3 0</inkml:trace>
  <inkml:trace contextRef="#ctx0" brushRef="#br0" timeOffset="3712">1245 421 7936,'4'-1'-1170,"0"-1"1210,1-2 0,0 0 1,0 0-1,-1-1 49,1 0 0,0-2 1,0 1-1,0-1-13,0 1 0,0-1 0,0-1 0,-2-1-49,0 2 0,1-1 0,-2 0 1,0-1 12,-1 1 1,-1 1-1,0 1 1,-1-1 68,-1 1 1,-2 0-1,-2 0-10,-1 2 1,1 1-1,0 3 1,-1 0-23,1 0 1,-1 1 0,1 1-1,-1 2 1,1 2 1,0 0 0,-1 1 0,1 2 65,-1 1 1,3 3-1,1-1 1,0 1 62,1 0 1,2 2 0,0 0 0,0-1-4,0 0 1,0-1 0,2-1-1,3 1-33,0-3 1,2 2-1,-1-4 1,1-1-133,2-2 0,-1-2 0,2-2 1,2 0-244,0 1 0,0 0 0,-1-4 0,0-3-148,1 0 0,-3-4 0,-1 1 0,-1 0-263,0 1 0,-1 0 0,1 1 0,-1-1-991,1 1 1606,-4 0 0,3-4 0,-3 0 0</inkml:trace>
  <inkml:trace contextRef="#ctx0" brushRef="#br0" timeOffset="4279">1546 235 7936,'-2'4'-285,"-1"0"242,0-1 1,0 0 0,-1-2 0,0 2 196,0 1 1,-2-2 0,0 2-1,-2 1 22,0 1 1,1 0-1,1 0-157,0 1 0,0-1 0,2 1-94,1-1 0,3-2 0,3-1 0,2-1 32,2 0 1,1 0-1,3-1 1,0 0 13,-1 1 1,2 3 0,-2-3 0,2 1 46,-2 0 1,2 2 0,-3-1 0,0 2 55,1 0 1,-4 1-1,-2-1 1,1 1 66,-2 2 1,0-2 0,-3 2 0,-1-2-25,-1-1 1,-1 1 0,-4-1 0,0 0-25,-1-2 1,0 1-1,-2-2 1,0 0-153,0 0 0,0-1 0,-1-2 0,2 0-273,0 0 1,1 0 0,0 0 0,1-1-481,0-1 0,4 0 812,1-2 0,1 0 0,4-3 0,0 1 0</inkml:trace>
  <inkml:trace contextRef="#ctx0" brushRef="#br0" timeOffset="4745">1726 229 7936,'-7'3'0,"1"0"0,-1-1-231,1 0 0,0 3 1,-1-2-1,2 0 298,0 2 1,0-1 127,3 0 0,1 0-93,3 0 1,1-1-1,4-3 1,-1 2-11,1 0 1,1 0-1,1-1 1,1 0-32,2 1 1,-2 3-1,0 0 1,2 0 41,0 2 0,-1-1 1,-1 1-1,-1-1-22,-1 0 1,-1 3 0,-1 0 0,0 0 140,-2 1 1,-1 0 0,-3 0 0,0-1 97,0 0 0,-3 2 0,-1-3 1,-2 0-108,-3-1 0,0-1 0,-3-1 0,2-1-286,-2-1 0,0 1 1,-1-2-1,1-1-148,-1 0 1,2-2 0,1-1 0,1-2-336,1-2 1,-1 0-1,1-1 1,2 1-1722,3 0 2277,0-4 0,2 0 0,-2-2 0</inkml:trace>
  <inkml:trace contextRef="#ctx0" brushRef="#br0" timeOffset="5311">1848 56 7936,'3'2'674,"1"0"-448,-2 2 1,-1-2 0,1 2 0,1-1 63,-1 1 1,3 0 0,-2 3-192,1-1 0,1 0 1,-2 2-1,-1-1-239,1 2 0,2 0 1,-3-3-1,1 0-210,0 1 1,-1-1 0,-1 0-1,0-1-435,2-1 0,-1-2-532,-2 3 1317,0-4 0,0 2 0</inkml:trace>
  <inkml:trace contextRef="#ctx0" brushRef="#br0" timeOffset="5595">1950 30 7936,'2'4'283,"1"0"62,1-1 1,-2 2 0,2-1-232,1 2 0,-1 0 1,-1 0-1,0 2-213,-1 0 1,0-1-1,1 2 1,-1 0-244,1 0 0,-3-1 1,2-1 341,-1 2 0,-1-2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8:09.6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91 7810,'-4'0'1550,"-1"0"-1148,4 0 0,-2 0-238,3 2 0,2 0 0,1 1-31,1 0 1,-3 2-1,2-1-57,0-1 0,-2 2 0,3-2-21,-1 1 1,2 0 0,-2 2 7,1 1 1,-1-3 0,-1 0-45,0 1 1,1 1 0,-2 1 0,2-2 0,0-1 0,-1 2 1,1-2-31,0 2 0,-3 1 0,3-2 1,-1 0 38,0 0 0,1-3 0,-1 2 45,0 1 1,2 1 0,-1-1-27,1 0 0,-2 0 1,2 0-47,1 0 0,-1 1 0,-1-1 0,1-1 1,-1 1 0,1-1 1,1 0-1,-1 0-3,1 0 1,-1 2 0,0-3 0,1 1 28,1 1 0,-2-3 0,0 2 0,1 0 2,1 0 0,0 2 1,1-3-1,-1 2 1,0-1 0,2-2 0,-1 2 0,2 1-11,-1 1 1,-1-2-1,0 0 1,1 1-2,0-2 0,2 3 0,-2-2 0,0 0 2,0 0 0,1-2 0,0 3 0,1 0 14,-1 0 1,0 0-1,-1-1 1,1 0-14,1 0 0,-1 1 0,1-3 1,0 2-2,0 1 0,-2-1 1,2-1-1,0 1 0,0-1 0,-1-1 0,2 2 0,0 0-5,1-1 1,-1-1 0,-1 2 0,1-1 2,-1 1 1,2-2-1,-1 2 1,0 1 5,0-2 0,0 3 0,-1-3 0,0 2-20,1-1 0,0 0 1,1 1-1,-1-2 36,0 0 1,1 1 0,1-1 0,0 0 20,2 0 0,-1-1 1,2-1-1,-1 0 18,2 1 0,0 0 0,-1-1 1,1 0 9,-1 2 1,1 1-1,2-2 1,-2 0-92,1 1 0,-2-2 1,2 3-1,-1-1-13,1-2 1,0 2 0,1-1 0,1 0-5,2-2 0,-2 3 0,3-1 0,0-1 23,0 0 0,-2-1 0,2 0 0,0 0 15,0 0 0,-2 2 1,2 0-1,-1 0-19,-1-2 1,-1 2 0,1 1 0,0-1 2,0 1 0,-3-3 1,-1 3-1,1-1-17,3 0 0,-3 3 0,1-3 1,-1 1-37,-2 0 0,3 2 0,-2-1 0,1 2-2,-1 1 1,-1-3 0,-4 0 0,1 1 83,0 1 1,0-2 0,0 0 0,-1 1 6,-1 1 0,1-2 0,-1 1 0,3-1 32,1-1 1,0 3 0,-3-2 0,1 2-10,0 1 1,2-1 0,0 0 0,-1 0 53,0-2 1,-1 2-1,-1-2 1,1 2-25,-3 0 1,0 1 0,-2-1 0,1 1-31,-2-1 0,3 1 1,-2-2-1,1 0-43,0-1 1,-2 0 0,2 1-1,-2-1-225,-1-2 0,1 1 1,-1-3-1,1 0-634,-1 0 0,0 0-2124,1 0 1301,-1 0 1,-3 0 1660,-3 0 0,-3 0 0,-3 0 0</inkml:trace>
  <inkml:trace contextRef="#ctx0" brushRef="#br0" timeOffset="1233">78 91 7839,'0'-7'564,"0"3"446,0 0-828,0 2 0,-1-1 0,-1 4 0,-1 1 33,-1 2 0,-2 2 0,2 1 0,-2 1-72,0 1 0,2 2 1,-1 0-1,0 2-89,0 2 1,-1-2-1,1 2 1,1-1-5,2-2 1,-3 1 0,3-2 0,1-1-160,0-1 1,1 0 268,0-3-33,0-2 1,1-4 0,0-5 0,2-1-85,1-3 1,-2 2-1,1-2 1,1 1-74,-1-1 0,-1-2 0,2 2 0,0-1-79,-1-1 1,1-1 0,1 1-1,-2 0-43,0 0 0,2-1 0,-1-1 1,0 0 73,0 0 0,-2 2 0,2 1 1,-1-2 114,-2 0 1,2 2 0,-1 2 214,0 1 1,-1 1-125,1 2 1,0 1 0,2 3-44,1 3 0,1 0 0,0 4 0,0 0 142,1 1 1,1-1 0,2 2-1,0-1-4,1 0 1,0-1 0,2 2-1,-2-2-319,0 0 0,3-2 0,-3 0 1,0-1-460,0-1 0,2-1 0,-1-2 0,-1-1-448,1-1 1,0 1 1002,1-4 0,3-2 0,0-3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49:54.7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36 6329,'0'-5'3798,"0"-4"-3541,0 4 0,-2-2-148,0 0 1,1 5-1,-3 4-50,4 5 1,0 1-1,0 5 1,0 3-100,0 4 0,0 3 0,0 4 0,0 2 90,0 0 0,0 1 1,0 2-1,0-1 4,0-1 0,0-7 0,0-1 0,2-4-72,1-4 1,2-1 0,-4-6-193,3-1 1,-2-4-277,-2-2 1,0-5-80,0-4 1,0 0 0,0 0-259,0 0 0,-1 0 823,-1-1 0,-3 2 0,-4-1 0</inkml:trace>
  <inkml:trace contextRef="#ctx0" brushRef="#br0" timeOffset="434">1 299 7268,'4'5'616,"-3"2"1,5-1-493,2 3 0,0 2 0,1 3 0,1-1 12,2 3 1,0 3 0,5 1 0,-1 2-62,0-2 0,0-3 1,0 0-1,-1-4 72,1-3 1,-3-1 0,2-5-1,-1-3-12,1 1 1,-4-6 0,1-3 0,0-3-49,1-3 0,-1-3 1,-3 3-1,-1-2-199,2 0 0,-5 3 0,1-3 1,1 2-234,-2 2 0,2-2 0,-3 2 1,-1 2-345,2 2 0,-1 2 0,-2-3 0,2 3 689,1 2 0,1-5 0,3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0:41.5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1521 400 7962,'0'9'4,"3"2"0,-2-1 0,1 2 0,-1 1 229,-1-1 0,0 4 0,0 5 0,0 2-10,0 1 1,0-3 0,0 0-1,0 1-219,0 2 1,0-5-1,0-1 1,2-3-465,0-6 0,-1 0 0,2-1-460,1-3 1,-3-2 919,1-6 0,3-5 0,-1-4 0</inkml:trace>
  <inkml:trace contextRef="#ctx0" brushRef="#br0" timeOffset="150">1505 282 7962,'0'-17'86,"0"5"1,0 2 0,0 2-1795,0-1 1708,0 5 0,0 2 0,0 4 0,0 6 0,0 4 0</inkml:trace>
  <inkml:trace contextRef="#ctx0" brushRef="#br0" timeOffset="569">1846 384 8059,'-9'0'352,"2"0"0,-2 0 0,-1 1-79,-1 2 1,-1 2-1,0 2 1,-1 2-72,0 2 0,2 3 0,-1 4 1,4 3-104,0 1 1,3 3-1,4-1 1,2 0-257,4 2 1,4-1 0,1 1 0,4-4-284,0-3 0,2-7 0,0-1 0,1-2-180,-3-2 0,4-2 0,-1-2 0,2-3 620,-2-3 0,0-5 0,3-5 0,0-2 0</inkml:trace>
  <inkml:trace contextRef="#ctx0" brushRef="#br0" timeOffset="1020">2099 384 7962,'-3'-5'0,"-2"1"0,-3 1 37,1 0 1,-2 3 0,2 0-1,-2 0 189,2 0 0,-1 4 1,-1 5-1,0 2-61,-2 1 0,0 4 0,3-1 0,1 2-134,2 1 0,-1 3 1,3-2-1,2 2-50,3 0 0,2-2 1,5 0-1,-1-1 26,2-3 1,3 0 0,0-8-1,1 1-51,-1-4 0,2 0 1,0-4-1,0-1-119,-3-2 1,-1-1 0,2-6 0,-2-1 141,-1-2 1,-4-2-1,-1-2 1,-1-2-28,1 2 0,-4-3 0,1 3 0,0 1 116,-2 2 0,0 5 0,0-3 165,0 4 1,0 2-92,0 3 0,0 7 1,0 6-54,0 0 0,3 2 0,1-1 1,2 1-18,-1 2 0,0-2 1,1 2-1,-1 0-86,1 0 1,-2 3-1,2-1 1,-1-2-163,-1 0 0,3 0 1,-2-3-1,3-3-483,0-1 0,0-4 0,-1-3 1,2-1 127,-2-1 1,2-3 530,-2-7 0,1 0 0,0-4 0</inkml:trace>
  <inkml:trace contextRef="#ctx0" brushRef="#br0" timeOffset="1283">2401 44 7962,'-5'-3'368,"1"4"-31,4 1 1,0 7 0,2 9 0,-1 7-28,1 6 0,4 9 0,-3 7 1,-2 3 1,0 6 0,-2-1 1,0-1-1,-3-6-278,-1-5 1,4-3-1,-1-9 0,0-4-340,2-6 0,0-3 0,0-8 1,2-1-168,0-3 1,-1-2 0,4-4 0,0-4-677,-1-1 1149,1-5 0,3-2 0,0-4 0</inkml:trace>
  <inkml:trace contextRef="#ctx0" brushRef="#br0" timeOffset="1717">2678 5 7962,'-5'-4'549,"0"4"-230,1 4 1,2 2 0,-1 10 0,1 7 6,1 7 1,-3 10 0,0 7 0,0 6-77,1 1 1,-2 1 0,1-2 0,0-5-136,1-5 1,0-6-1,3-11 1,0-5-329,0-4 0,0 0 0,1-5-957,2-5 0,-2-3 520,5-6 0,-2-5 1,2-1-1,-1-3 650,-1 1 0,2-3 0,-2 1 0</inkml:trace>
  <inkml:trace contextRef="#ctx0" brushRef="#br0" timeOffset="2267">2780 353 7962,'-7'4'34,"2"1"0,0-3 0,1 3 90,-1-1 0,2 3 0,-3 0 0,2 1 58,1 3 1,2 2 0,-1-1-1,0-1-173,2 0 0,4 0 0,1-1 0,4 1-40,1-1 1,1-2-1,4-3 1,-3-2 30,3 1 1,0-3 0,2 2 0,0-3-21,2-3 1,-3-2 0,-4-2-1,2-2-24,-2-2 0,-1 1 0,-2-3 0,-3 0 26,0 1 1,0-3 0,-3 4-1,-2 0 534,0 0-426,-1 0 0,-2 7 0,-2 5-56,-1 7 0,4 4 0,-1 7 0,0 2 15,2 1 1,4 5-1,1 4 1,2 2 259,1 4 1,0 2 0,2 0 0,1 1 312,-1-1 0,-1 0 0,-3-1 0,0-2-266,-3-4 0,-3-2 0,-4-9 0,-3-2-240,-6-1 1,-5-2 0,-3-5 0,-1-3-76,-2-1 0,2-4 0,-5-4 1,1-1-499,0-5 1,-1-2 0,4-5 0,2-1 140,3-1 1,2 0 0,2 1-1,4-1-148,4 0 1,2 0-1,4 0 1,0 1-113,0 3 1,4-3 0,1 4 0,2 0 194,2-2 0,0 0 1,1 0 380,-1 1 0,6-3 0,-4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0:44.5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16 8169,'0'-5'2557,"0"-1"-2428,0 5-502,0-3-548,4 8-215,-3-3 1,6 5-45,-2-3 1180,-1 3 0,3-5 0,-3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0:44.7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0 7962,'-3'5'1648,"1"-3"1,0-2-2291,4 0 0,3 0-441,3 0 1,0 0 209,0 0 0,-1 0 873,-2-2 0,3 1 0,-3-3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0:46.5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64 1 9008,'-4'4'379,"1"4"1,1 8 0,1 5-151,-1 4 0,-5 9 1,4 6-1,-1 6-62,-2 6 1,0-1-1,0-4 1,1-4-235,2-6 1,-3-4-1,3-6 1,2-3-305,0-7 0,1-3 0,0-7-125,0 2 1,0-5 4,0-4 0,2-7 1,1-5-1,-1 1-246,-2 0 0,4-4 737,-1 3 0,3-7 0,-3-2 0</inkml:trace>
  <inkml:trace contextRef="#ctx0" brushRef="#br0" timeOffset="398">89 24 7472,'6'-3'232,"0"3"1,-2 5-1,-2 6 1,1 6-88,-2 5 1,4 6 0,0 5 0,2 4-60,4 3 0,1 5 0,1 1 1,-2-1-64,0-3 0,2-5 0,0-6 0,0-3 29,-2-5 0,2-5 0,-1-8 0,-1-4 18,1 0 0,0-5 0,-1 0 1,1-3 5,-1-5 0,-1-5 0,2-5 0,0-1-129,1-3 0,-3-3 0,2-2 1,0-1-74,1-1 0,-3-5 1,-1 0-1,1-2-7,-2 0 1,-1 2 0,2-1-1,-2 0 94,2 6 0,-4 2 0,0 11 204,-3 2-463,1 5 0,-6 8 0,1 4-106,-3 1 1,4 2 0,-3-3 403,0 1 0,-1 5 0,-2-1 0</inkml:trace>
  <inkml:trace contextRef="#ctx0" brushRef="#br0" timeOffset="765">833 112 7962,'8'0'767,"-4"0"-464,0 3 1,-4-1 0,0 4 0,-4 3-19,-1 3 1,-2 3 0,-1 2 0,1 2-159,2 2 0,-2 1 0,3 2 0,-1 0-273,-1 0 0,4-2 0,-1 0 0,0-3-158,1-3 0,-1-2 1,3-2-1,0 2-185,0-2 1,0-3 0,0-3 488,3 0 0,2 0 0,2 3 0</inkml:trace>
  <inkml:trace contextRef="#ctx0" brushRef="#br0" timeOffset="998">603 587 7962,'9'4'44,"-2"-2"0,4 3 0,-1-3 0,1 1 316,0-3 1,3 0 0,4-3 0,2 1-182,1 1 0,1-4 0,-1 0 0,0 0-229,0 0 0,-1 2 0,1-2 0,-5 2-148,-1-2 0,-5 2 0,2-2 0,-1 2-863,-4-2 1,0 2 1060,-5-2 0,-3 0 0,-2-3 0</inkml:trace>
  <inkml:trace contextRef="#ctx0" brushRef="#br0" timeOffset="1382">707 80 7962,'-9'0'-103,"4"0"0,1-1 1163,1-2 158,-4 2-718,6-1 0,-1 2 0,5 0-149,5 2 0,1-1 0,4 2 1,1-2-132,2-1 0,2 0 0,3 0 0,0 0-148,0 0 0,0-1 0,4-2 0,0 0-489,-2-2 0,1-1 0,-7 2 0,-3 0-1739,-2 0 1,-1 2 2155,-3 2 0,-3 0 0,-2 0 0</inkml:trace>
  <inkml:trace contextRef="#ctx0" brushRef="#br0" timeOffset="2030">1134 48 7962,'-7'0'108,"-2"-4"0,4 4 0,0-2 688,-1 1-305,2 1 0,9 0-290,7 0 0,4 0 0,-4 0 1,3 0-54,1 0 0,0 0 0,0 0 0,0 0-225,0 0 0,-1 0 0,1 1 0,-4 0-58,-1 1 0,-2 6 0,-1-1 0,-1 3 73,-2 3 1,-1 1 0,-6 4 0,0 4-4,-3 0 0,-5 2 1,-1 0-1,-1 2-18,-2 0 1,-2 1 0,1-2 0,2 0 22,-1 2 0,4-3 1,-1-5-1,1 1 101,3-3 0,-2 0 0,6-3 0,1-1 136,1-2 0,1-4 0,1-2 0,1 1 79,5 2 0,0-3 0,4 0 0,2 0-83,1-2 1,2 0-1,2-1 1,-1-2-199,2 0 1,3 0 0,-2 0 0,1 0-144,-3 0 1,-2 0-1,-1 0 1,-1 0-437,-4 0 0,2-2 0,-2-2-704,0 0 0,-3-1 1308,-1-3 0,4 0 0,-1 0 0</inkml:trace>
  <inkml:trace contextRef="#ctx0" brushRef="#br0" timeOffset="2549">1634 73 7370,'0'7'-1,"0"1"1,0 1-1,0 3 77,-4 4 0,3 2 1,-4 7-1,-1 1-98,-2 0 0,3 1 0,0-4 1,1 0-131,0-1 0,2-1 0,0-3 0,1 0-230,1-5 0,0 0 382,0-6 0,0-2 0,-2-5 0,0-6 0,1 2 0,-2-2 0,2 0 0,1 0 0,0-3 0,0 2 0,4-2 0,-2 2 0,3-1 0,1-1 0,2 0 0,-1-4 0,1 2 14,0 0 0,1-4 0,2 3 0,1-3 211,3-1 0,2 0 1,1 1-1,1 0-93,1 3 1,1-1-1,4-1 1,-2 1-119,1 2 1,-4 1-1,-2 2 1,-2 1-176,-2 1 1,0 0 0,-6 1-342,-2 0 0,-3 3 502,-3 2 0,-8 0 0,-4 0 0</inkml:trace>
  <inkml:trace contextRef="#ctx0" brushRef="#br0" timeOffset="2764">1737 247 7962,'-5'12'21,"3"-1"0,1 1 192,1 1 0,0 1 0,1 1 0,1 1 82,3 1 1,5 0 0,3 1-1,-2 1-23,4 1 1,-3-3 0,2-1 0,-1-2-203,2-3 1,2 2 0,-1-5 0,0 0-215,-3-3 0,-1-4 0,-2-1-421,0 0 0,-1-1 0,-5-2 0,0-2-1307,0-2 1872,-4-1 0,4-3 0,-4-1 0</inkml:trace>
  <inkml:trace contextRef="#ctx0" brushRef="#br0" timeOffset="3230">2205 286 7962,'-8'0'-35,"2"0"1,1 0 99,-1 0 0,-4 0 1,0 0-1,-1 4 135,0 1 0,-2 3 0,-3 0 0,2 2-51,0 0 1,0 4 0,3-5 0,3 1 57,1-1 1,1 0 0,4-2-287,1 2 0,4-4 0,3-2 0,6 1 44,0-1 0,1-3 1,5 0-1,0 0 25,1 0 0,-1 1 0,2 0 0,0 3 160,-2 1 1,1-2-1,-3 4 1,-1-1 154,-1 4 0,-1-3 1,-2 4-1,-2 0 32,-3-1 0,-2 4 1,-4-3-1,0-2-132,0 0 0,-3-1 0,0-1 1,-6 1-102,-2-3 0,0 1 1,-3-3-1,-1 1-271,-2 0 1,1-2-1,0-2 1,1 0-319,1 0 0,0-1 0,1 0 1,2-2-856,2 1 1,2-2-998,-2 2 2337,6-1 0,-1 0 0,4-1 0</inkml:trace>
  <inkml:trace contextRef="#ctx0" brushRef="#br0" timeOffset="3481">2538 651 7962,'0'7'141,"-3"-2"0,0 2 153,2-1 0,-2 0 1,2 3-342,-1-2 1,-3 2-1,1-2-1134,-1 2 1,3-4 1180,-3 0 0,-2-4 0,0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0:51.3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8 305 7924,'-3'0'661,"-1"0"0,13 0-504,2 0 0,4-2 0,-2-2 1,2 1-51,1 0 1,3 1 0,0-3-1,0 2-140,-3-2 0,1 4 0,-6-2 0,1 1 76,0-1-103,-6 2 0,-2-2 1,-5 6 5,-2 3 1,-3 0 0,-5 4 0,1-1 44,1 2 1,-1 0 0,-1-2 0,0-1 16,0 4 0,1 1 0,-2-1 0,1 1 18,1-2 0,1 0 0,2 0 0,1 2 29,1 1 1,3-2 0,0-1 36,1-3 0,1 0 0,0 0 0,1 0 0,1-1 134,7-2 1,0 1 0,4-2 0,1 0-164,1-1 0,3 0 1,1-3-1,-2 0-69,0 0 1,-1 0-1,0 0 1,-1 0-269,-2 0 0,-1-3 0,-5 0 0,1-1-701,0 0 0,0-2 0,-3 1-809,-3-2 1784,3 2 0,-1-5 0,5 1 0</inkml:trace>
  <inkml:trace contextRef="#ctx0" brushRef="#br0" timeOffset="484">437 11 7266,'3'6'321,"-1"-1"0,1 0 0,-3 4 0,0 2-164,0 2 0,0 2 0,1 4 1,0 3-104,2 4 0,0 2 1,-3 3-1,3 1-73,-1 0 1,1-1-1,-3-2 1,0-3-97,0-2 1,0-3-1,0-2 1,0-3-267,0-4 1,0 1-554,0-6 703,0-2 0,0-5 0,0-6 42,0 0 0,-3-3 189,1 2 0,-1-2 0,0 2 0,-2-2 0</inkml:trace>
  <inkml:trace contextRef="#ctx0" brushRef="#br0" timeOffset="648">453 392 7962,'3'-8'-526,"-1"1"0,2-1 0,1 2 766,0-3 0,-3-2 1,3 1-1,3-1 0,2-1 0,-2 0 0,6-2 0,1 0-147,2 0 1,0 2 0,3 0-1,-1 0-56,-1 2 1,1 1 0,-5 2 0,1-1-255,-1 3 1,-3 2 0,-2 1-1215,-2 0 1431,-2 2 0,-1-4 0,-8 1 0,-1-2 0</inkml:trace>
  <inkml:trace contextRef="#ctx0" brushRef="#br0" timeOffset="849">563 296 7266,'-3'9'0,"0"1"-119,2 1 0,1 1 0,1 1 0,2-2 720,2 0 0,2 3 0,2-3 1,1 1-323,-1-1 1,6 2 0,-2-4 0,1-1-221,0-1 1,0-2 0,-3-5 0,0 0-370,1 0 0,1-1 1,-2-1-825,-1-3 0,-4-3 1134,-1 1 0,-4-6 0,3 1 0</inkml:trace>
  <inkml:trace contextRef="#ctx0" brushRef="#br0" timeOffset="1400">1008 20 7962,'-8'-5'29,"0"-2"1,0 6 0,-1-1 126,-1 0 1,-2 4 0,-1 1 0,2 4 18,2 2 0,-2 5 1,0 0-1,0 1-42,0 1 1,0 0 0,3 0 0,1 0-68,2-1 1,1 1-1,6-2 1,0 1-86,3-2 0,6-3 0,2 2 0,1-2-16,2 1 1,2 1 0,-1-1 0,2-1-33,-2-1 1,0 1 0,-1 2-1,3-1 104,-1 0 0,-3 1 0,-5-3 0,-1 4 33,-1-1 0,-1-3 0,-1 3 1,-4-2 332,-1 1 0,-4-1 0,-3-1 0,-3-2-133,-2 2 1,-4-2 0,0 1 0,-3-1-240,-3-2 1,1 1 0,-2-3 0,2-1-330,0-1 1,-1-2 0,2-3-1,2-3-206,0-2 1,4-4 0,4 2-1,0-2-87,4-2 1,1 4-1,4 0 1,1 3-690,2 0 1280,2-1 0,6 2 0,1 0 0</inkml:trace>
  <inkml:trace contextRef="#ctx0" brushRef="#br0" timeOffset="2165">1199 83 7962,'3'3'-127,"0"2"246,-2 3 1,-1-1 0,0 3 0,-1 2-26,-2 4 1,0 7-1,-4 0 1,2 6-2,-1 1 1,1 1 0,2-2 0,-1-2-143,3-2 1,-1-3 0,2-1-16,0-6 1,4-3 103,1-7 1,-1-3-1,-1-5 1,0-5-39,-1 0 0,3-7 1,-2 3-1,1-5-120,-2 3 1,-1-2-1,2-2 1,-2 0-44,-1-3 1,0 1 0,0-1 0,0-1 137,0-2 0,0 1 0,0 0 0,0 1 23,0 4 1,0 2 0,0 0 738,0 0-603,0 3 1,1 7 0,0 6-108,2 7 1,-1 5 0,0 5 0,0 0 17,3 2 1,0 3 0,0 0 0,1 3-8,2 1 0,-1 3 1,3-3-1,-2 0-29,4-1 1,-3-1 0,1-1 0,0 1 136,4-3 1,-2-3-1,1-6 1,-1-2 71,0-3 1,1-4 0,-1-3 0,0-1-7,-1-1 0,-2-6 0,2-6 0,-2 0-277,-2-2 0,2 0 0,-2-3 1,1-3-188,-3 0 0,1-2 0,-4-1 0,1 1 4,-3-2 1,0-3 0,0-2-1,0 0 104,-4 2 1,3 0-1,-4 5 1,1 5-454,-1 4 181,4 0 1,-3 10 0,4 3-155,0 6 0,0-1 568,0 4 0,-3-2 0,-1 2 0</inkml:trace>
  <inkml:trace contextRef="#ctx0" brushRef="#br0" timeOffset="3050">1713 67 7962,'0'-8'98,"0"-1"0,-3 7 0,-2 2 80,0 7 1,-1 5 0,0 5 0,-3 1-74,-2 3 0,1 5 0,0 4 0,2 1-60,-3 0 0,0 3 0,3 1 1,1-3-160,-2-1 0,5-5 1,2-5-1,1-4 75,1-2 1,1-7-1,1-6 140,3-1 0,-1-6 0,2-1 0,0-5-90,1-1 1,1-2-1,0-3 1,0-2-59,0 1 0,-3-2 0,1 0 0,0-2-149,0 1 0,3-3 0,-2-2 1,2 3 69,-2 1 1,1 2 0,0-2 0,0 2 80,0 0 1,-3 3 0,0 3-1,-2 4 212,-1 0 106,2 7 0,-2 0-166,3 6 1,-2 0 0,2 7 0,-2 0-18,2 4 1,-2 1 0,2 1 0,-1 2 31,0 4 1,-1 1-1,1 0 1,1 2-41,0 2 1,-2-2 0,2 1 0,-1-1-152,0-2 0,-2 0 0,2 1 1,1-4-12,-2-4 0,0-1 1,2-7-258,-1-2 0,2-1-1,-1-2 0,-2-4 0,0-7 0,-2 1-139,-1-2 0,0-1 0,0-1 477,0 1 0,-4-6 0,-1 0 0</inkml:trace>
  <inkml:trace contextRef="#ctx0" brushRef="#br0" timeOffset="3249">1689 361 7962,'-4'0'539,"1"0"1,3 2 0,3 1-274,2-2 0,5 0 0,4-2 0,2-2-148,3-2 1,-2 0-1,4 1 1,-1-3-305,-1 0 1,0 0 0,1-1 0,-3 2-1051,-2 1 1,-4 2 1235,-1-1 0,0-3 0,-3 0 0</inkml:trace>
  <inkml:trace contextRef="#ctx0" brushRef="#br0" timeOffset="4432">2007 91 7962,'0'-8'-369,"-3"3"367,0 0 0,0 3 229,3 2 0,0 4 0,0 9 1,0 1-76,0 4 1,0 4 0,0 0 0,1 3-72,2 5 0,-2-2 0,2 0 1,-2 2-45,-1-2 0,0 2 0,0-4 0,0-1-92,0-3 0,0-6 0,0-6 1,0-1-154,0-1 0,0-4 60,0-4 0,0-5 0,0-5 0,0 0-85,0 0 0,0-2 0,0 0 0,0-2-44,0 2 0,0-2 0,0-2 0,0 0 133,0 0 0,2 2 0,1-1 0,-2-2 144,0 1 0,-1 0 0,0 1 0,0 0 14,0-2 1,1 0 0,1 1 0,0 0 6,1 0 0,-2 1 0,-1-1 0,2 1 53,1 1 1,3 3-1,-1 3 1,2 0 84,1-1 1,0 6 0,2-1 0,1 2-10,2-1 0,-1 1 0,3 2 1,-1 2-86,-1 4 1,0 0-1,-1 4 1,0 0-54,1 4 1,-6 2 0,-1 1 0,0 2-113,-2-2 0,-1 0 0,-1-2 0,-2 1 69,0 0 0,-2-3 1,-2-2-1,0-1 21,-2 0 0,1-4 1,0 1-1,-2-2 58,-3 0 0,1-4 0,-1 2 0,0-2 9,-1-1 0,3 0 0,-2 0 0,1 0 42,0 0 1,2-3 0,0 0 71,2-2 106,1 4 1,5-3-127,2 4 0,0 4 0,6 1 1,-2 3 20,2 2 0,0 2 1,1 6-1,2-1 7,0 2 0,3 3 0,-1-2 0,1 1-31,1 0 0,-3 0 0,0-2 1,-2-1-100,-1-5 0,-2-3 1,0 0-1,0-4-313,0-3 1,-3-3-1,0-3-459,-2-3 0,0 0 0,-2-3 0,0-1-733,2-1 1456,-1 1 0,2-2 0,1 0 0</inkml:trace>
  <inkml:trace contextRef="#ctx0" brushRef="#br0" timeOffset="5115">2443 99 7962,'4'0'189,"-1"3"0,-3 2 0,0 3-170,0 3 0,0 5 0,0 5 0,0 2 76,0 5 0,-1 0 1,0 5-1,-1 2-27,-1-2 0,3-3 0,0-4 1,0-3-133,0-2 1,0-2-45,0-5 1,0-7 0,0-7 72,3-5 1,-2-2 0,2-4 0,0-3-60,-1-1 0,2-1 1,-1 1-1,-1-1 5,3 0 1,-3 0 0,3 0 0,2 1 43,0 3 0,0-3 0,2 4 0,0-2 27,2-1 1,-2 2 0,3 1 0,0 0 3,1 1 0,1-1 0,4 1 0,0-1 6,0 1 1,-2-1-1,-3 1 1,1 0-107,1 2 0,-4 2-528,-1 1 500,-2 3 0,-4 1 0,-3 5 0,-3 0 142,-3 2 0,2-1 0,-2 0 0,0 0 0,-3 3 0</inkml:trace>
  <inkml:trace contextRef="#ctx0" brushRef="#br0" timeOffset="5332">2514 336 7842,'1'7'-91,"1"-2"0,-1 3 0,3-3 362,0 2 1,0 4 0,4-1 0,1 1 18,1 0 0,0-2 1,2 2-1,0 0-117,1-1 1,0 1-1,2-3 1,-2-1-264,-2-2 0,-3-1 1,1-4-1,-2 0-576,1 0 0,0 0 0,-1-4-84,-1-1 0,0-2 750,0-1 0,0 1 0,3-2 0</inkml:trace>
  <inkml:trace contextRef="#ctx0" brushRef="#br0" timeOffset="5784">2918 257 7034,'-8'0'-167,"1"0"1,-2 0 0,2 0 575,-2 0 0,-1 1 1,-1 0-1,1 3-267,2 1 0,-2 0 1,-1 2-1,2 2-202,3-2 0,0 2 0,3-2 76,1 2 1,5-4 0,2-1 0,3-1 36,3 0 1,0-1-1,4 2 1,-3-1-36,3 0 0,0-1 1,1 2-1,-1 0 168,1 1 1,-4 0 0,-1 2 0,-2 0 131,-2-2 0,1 0 0,-2 3-156,-1 0 0,-3-1 0,-1 2 0,-2-2-59,-5-2 1,0 2-1,-3-3 1,-1 1-245,-1-2 1,-2 0 0,0 0-1,0-2-400,-1 0 1,5-1 0,-2 0 0,3 0-602,-1 0 1,2 0 1141,-1 0 0,0 0 0,0 0 0</inkml:trace>
  <inkml:trace contextRef="#ctx0" brushRef="#br0" timeOffset="6031">3187 510 7962,'4'6'0,"-2"-1"306,3 1 1,-4 2-1,3-1 1,-4 2-39,0-2 1,-4 0-1,1 0 1,-2 2-213,-1-1 0,3-2 1,-2-1-1,0 2-399,0 0 0,-2 0 1,2 0-391,-2-2 0,2-4 733,0 1 0,0-1 0,-4-1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1:00.9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159 92 7962,'-8'-8'47,"0"0"1,2 3 0,2-1 0,0 1 226,0 2 0,1-4 1,-3 4-1,0-1 24,0 0 0,-3 2 0,1 3-64,-2 2 0,0 0 0,0 6 1,1-2-57,1 1 0,0 3 1,-1 0-1,2 1-148,0-1 1,2-1 0,2-1 0,2-2-59,1 2 0,1-2 1,2 1-1,2-3 21,2-3 1,4 2 0,3-2 0,1 1-97,1-3 0,2 2 0,2 2 0,-1-1 22,0 0 0,2-1 1,-2 3-1,-1 1 1,2 1 0,-4 3 0,3 2 0,-2-1 103,-1 1 0,-4 2 0,-3-1 0,-1-1 110,-3 2 0,-3-4 0,-1 0 0,-2-1 248,-4-1 0,-4 0 0,-1 1 0,-3 0-13,-2-2 0,-1-2 1,-1 1-1,-2-1-170,-2-1 1,1 1-1,1-3 1,-1 1-338,3-3 0,-1 0 0,2-4 0,1-1-568,2-2 0,2 1 0,3-1 0,2 1-265,1 1 0,4-2 0,-2-2-220,2 2 0,1 2 1192,0-1 0,0 1 0,0-3 0</inkml:trace>
  <inkml:trace contextRef="#ctx0" brushRef="#br0" timeOffset="801">444 76 8428,'5'2'770,"-3"0"-580,-1 3 1,-1 5-1,0 2 1,0 2 6,0 3 0,0 7 1,-1 0-1,0 2-133,-2 2 1,0 1 0,3-3 0,0-2-115,0-2 0,0-6 0,0 0 35,0-5 0,3-5 0,2-4 15,-1-4 1,2-5 0,-2-4 0,-3-2-75,0-1 1,2-1 0,-1-1 0,0 0-68,-1 1 1,-1-3 0,0 1 0,0-3-50,0 1 0,0-2 1,0 0-1,0-2 135,0 2 0,0-1 1,0 1-1,0 3 154,0 0 0,0 6 1,0 0 513,0-1-485,0 7 0,0 6 0,0 5-120,0 2 0,1 3 0,0 1 1,3-1 11,1 3 1,1-2-1,3 6 1,3 2 19,0 2 0,-2-2 0,3 4 0,-1-2-4,0 2 1,1 1 0,2-1 0,-3-2-10,3-2 1,-3-3 0,1-4-1,-1-1 56,0-2 1,1-4 0,0-3-1,0-2 63,-2-2 0,0-4 0,-1-4 1,1-4-143,-1-1 1,-2-1 0,0 0 0,-2-2 2,-1-5 1,-3 4 0,2-2 0,0-2-199,-2 1 1,-2-3 0,0 3 0,0 1-74,0 3 1,0 4 0,-2 4-55,-4 0 1,-1 6 0,-1 2-307,0 1 0,0 1 1,0 0-548,1 0 1171,2 0 0,-6 3 0,2 1 0</inkml:trace>
  <inkml:trace contextRef="#ctx0" brushRef="#br0" timeOffset="1650">1047 44 7626,'3'4'-184,"1"-2"1,-4 3 490,0 2 1,0-4-1,-2 3 1,-2 3-105,0 1 0,2 4 0,-4-1 1,-1 6-20,1 2 1,-2 1-1,1 3 1,1-2 9,0 1 0,2 2 0,-2 0 0,1-3-135,2-1 0,0-4 0,3-4 1,0-1-237,0-5 162,0-4 0,1-4 0,1-6 0,1-3-20,2-4 1,-2-2-1,0-1 1,2-1-81,0-2 1,-3 2-1,1-4 1,0-2-133,-1 1 0,4-1 0,-1-2 1,0 1 132,0 1 0,0 0 1,1 2-1,-1 2 88,1 3 1,-1 1-1,0 3 100,1 3 1,-2 5 0,2 4-18,1 0 0,-4 0 0,3 3 0,1 3 34,-1 0 1,2 5 0,0 0 0,-1 2-7,2 2 0,-2 3 1,2 3-1,1 1 77,1 2 1,-1 1-1,-3-1 1,-1 1-99,-1 2 0,0-1 0,2-2 0,-2-3-395,1-3 0,-1-4 0,0-2 63,1-1 1,0-5 57,-1-6 1,-1-3 0,-4-5 0,0 1-198,0-2 1,-2 1 0,1-2 0,-3 0 406,1 0 0,-2-1 0,0 0 0,-6-3 0,2 2 0</inkml:trace>
  <inkml:trace contextRef="#ctx0" brushRef="#br0" timeOffset="1832">1015 251 7962,'6'0'0,"-1"0"0,1 0 0,-2 0 0,2 0 0,0 0 462,0 0 1,3 0 0,-1 0-1,2 0-335,4 0 0,-2 0 0,2 0 0,0 0-266,0 0 0,1 0 0,0 0 0,-3 0-452,-1 0 0,3-3 591,0 1 0,1-4 0,1 1 0</inkml:trace>
  <inkml:trace contextRef="#ctx0" brushRef="#br0" timeOffset="2482">1419 60 7962,'3'8'-210,"-1"0"1,0 0 378,-1 0 0,-1 1 0,0 1 0,0 2-27,0 3 0,0 0 1,0 6-1,0 1-58,0 1 1,0 1 0,0 0 0,0-2-98,0-1 1,0 1 0,0-3-1,0-1-156,0-2 0,0-3 1,0-2-87,0-3 1,2-4 0,-1-1-1,1-6 1,1-1-1,-3-4 1,0-1 1,0-1 0,0 0 0,0-2 253,0 1 0,4-4 0,0 3 0</inkml:trace>
  <inkml:trace contextRef="#ctx0" brushRef="#br0" timeOffset="2965">1388 132 7962,'5'-12'-82,"0"1"1,1 2 48,-2 1 1,3 0 0,-3 0 0,2 0 79,-1 0 0,2 3 0,6 0 0,-2-1 127,0 3 1,4-2 0,-3 3-1,3 0-135,1-1 1,0 2 0,0 1 0,-1 0-98,-1 0 1,-1 4 0,-2 2 0,-2 0 68,1 3 0,-6 2 0,-2 1 1,-1 2-271,-1-2 0,0 2 1,-1 2-1,-1 0 137,-3-1 0,-2-2 0,0 1 0,0 0 97,-2-2 0,-1-1 0,3-3 0,-1 0 31,0 0 1,-2-1 0,-1-2 0,1-3 27,-3 0 1,5-2 0,-3 0 0,-1 0 93,3 0 0,-3 0 0,5 0 0,-2 0 445,2 0-455,-1-4 0,5 3-22,3-2 0,6 6 0,4-1 1,1 3 52,0 1 1,1 4 0,5 1-1,-1 2-10,0 0 0,-4 3 0,2-1 1,-1 1-4,2 0 0,1-1 0,-4-1 1,1-4-114,-2 0 1,-2-4-1,0 0 1,1-1-448,-2-1 0,-3-3 0,-3-4-83,-2-2 1,0-2 0,0 0-1,0-2-654,0 1 1161,0 0 0,-6-3 0,-3-2 0</inkml:trace>
  <inkml:trace contextRef="#ctx0" brushRef="#br0" timeOffset="3615">1839 53 7962,'2'5'-146,"2"0"77,-3 1 1,1 3 0,-2 1-1,0 3 74,0 2 0,0 5 0,0 1 0,0 3 45,0 4 0,-3 0 0,-1-1 0,3-2-32,0 0 0,1-2 0,0-2 0,0-4-321,0-2 186,0-4 1,0-7 0,0-4 47,0-5 0,2-2 1,2-1-1,-3 1-42,1-2 1,0 4 0,1 0 0,-1-1 28,2-1 1,-3 2 0,3-1 96,-2 0 0,2-1 1,2-1-1,0 1-15,0 1 1,-2 0 0,1 0-1,1-3 20,2-2 0,-1 0 1,3 0-1,0-1 22,3-1 1,2-2-1,1 2 1,3-2 13,-1-1 0,3 4 1,-2 2-1,1 1-73,-1 0 1,-2 6-1,-5 0 1,-1 2-80,-1 1 1,-1 0-183,-2 0 0,-2 4 278,-3 1 0,-2 1 0,-2 0 0,-3-1 0,-2-3 0,-5 5 0,0-3 0</inkml:trace>
  <inkml:trace contextRef="#ctx0" brushRef="#br0" timeOffset="3815">2006 258 7962,'0'9'-199,"0"-2"0,-3 2 0,1-2 352,-1 1 0,3 0 0,0 0 105,3 0 1,-1-1-1,3-1 1,3 0-162,2 0 1,-2-2 0,3 2-1,0-1-99,-1-1 1,4 2 0,-3-3 0,0 2-151,2 2 1,-4-4 0,0 3-1,-1-1-288,-1-1 1,2 1 0,-2-4 439,2 3 0,-2-2 0,2-2 0</inkml:trace>
  <inkml:trace contextRef="#ctx0" brushRef="#br0" timeOffset="4351">2370 251 7962,'-7'0'-79,"-2"0"103,2 0 0,2 1 0,-1 0 1,0 3 146,-1 1 0,-4-3 0,0 3 1,3 1 65,-1 2 1,0-1-255,2 1 0,-1 0 19,3 0 1,5-3 0,5-3 0,3-1-48,3 3 0,1-4 0,4 3 1,0-2 30,-1-1 1,1 1 0,0 0 0,0 3 113,1 1 1,-5-3-1,0 2 1,1 1 110,-5 0 1,2 0-1,-4 2 1,0 2 64,-3-2 1,-3 1 0,-3 0 0,-3 0-88,0-3 1,-5 2 0,0-2-1,-1 1-199,-3-1 0,0 1 0,-1-3 1,1-1-250,3-2 1,-3 0-1,1 0 1,-1 0-204,3 0 1,1-2-1,2-1 1,2 1-798,-2-2 0,5 3 1259,2-5 0,8 1 0,3-3 0</inkml:trace>
  <inkml:trace contextRef="#ctx0" brushRef="#br0" timeOffset="4769">2608 464 7962,'6'9'69,"-1"2"0,0-5 0,2 2 0,-1-1 183,-1 1 1,0-1-1,0 2 1,-2-2 78,-2 1 1,-1 0-1,0 0 1,-1 0-48,-2 0 1,-1-1 0,-5-1 0,-1-1-158,-4 1 0,2-1 0,-1-1 0,1 0-322,0-3 0,2 0 1,0-1-1,1 0-806,1 0 0,1-1 0,1-1 1001,0-3 0,5-7 0,-3 0 0</inkml:trace>
  <inkml:trace contextRef="#ctx0" brushRef="#br0" timeOffset="5199">2941 464 7940,'-5'0'4338,"2"0"-7384,3 0 1661,7 0 0,-4 0 1385,5 0 0,-5 0 0,0 0 0</inkml:trace>
  <inkml:trace contextRef="#ctx0" brushRef="#br0" timeOffset="5600">3116 448 11348,'0'5'2561,"0"-1"-4278,0-4 0,3 0 1,1 0-1</inkml:trace>
  <inkml:trace contextRef="#ctx0" brushRef="#br0" timeOffset="5915">3243 473 8610,'4'0'5367,"1"0"-4914,-3 0 0,-1 0-1172,5 0 0,-1 0-151,3 0 0,-2 0 0,-2-1 870,-1-2 0,4 2 0,-2-3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4:47:42.5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164 130 8247,'0'-9'-1000,"0"0"1270,0 1 0,-1-1 514,-1 1 0,0-1 251,0 0-791,1 4 1,1 3-1,0 4-39,0 4 0,0 2 1,0 3-1,1 3-8,1 3 0,0 6 1,1 3-1,0 6-55,1 4 0,0 1 1,1 3-1,-1 2-91,0 0 1,1 4 0,0 1 0,-2-4-182,1-1 0,1-7 1,0-7-1,-1-2 51,-1-3 0,1-3 0,-3-5 0,3-4-22,-3-1 1,2-5-1,-2 1-576,3 2 5,-2-5 1,-2 0 220,0-6 1,-1-2-1,0-3 1,-3-1-45,-1 0 0,1 2 0,1 0 0,-2-3 495,0 1 0,2-5 0,0 1 0</inkml:trace>
  <inkml:trace contextRef="#ctx0" brushRef="#br0" timeOffset="431">0 424 9322,'5'-4'580,"2"3"0,0-3-311,0 1 1,3 0 0,1-2-1,4 1-137,1-1 1,2 2 0,2-2 0,2 1-90,1 3 0,0-3 1,-2 0-1,-2 3-336,-1 0 0,-2-1 1,-1-2-1,-4 3-909,-1-1 0,-1 2 158,-1 0 0,-1 0 1044,-2 0 0,-7 0 0,1 0 0</inkml:trace>
  <inkml:trace contextRef="#ctx0" brushRef="#br0" timeOffset="1047">424 571 8247,'9'0'-215,"-1"0"1,1 0 0,-2-1 291,-1-2 1,2 2 0,-3-3 0,1 2 59,-1-2 0,-1-1 0,-1 0 1,2 2-30,0-1 0,0-2 0,3 1 0,-5-1-86,2 1 1,0-2-1,-1-1 1,-2-1 10,2 0 1,-3 1 0,2-1 0,-2 1 18,-1-1 0,0 0 0,0 1-65,0-1 1,-2 0-1,-3 2 1,1-1 60,-4 3 0,1 1 0,-2-4 11,1 3 1,-1 3-1,0-1 1,1 2-8,-1 1 1,1 0 0,-1 0-1,0 1-10,1 2 0,-1 2 0,0 3 0,1 2 14,-1 1 1,2 0-1,-1 3 1,3-2 61,1 2 1,0 1-1,0 2 1,3 0-12,-1 1 1,2-1 0,2 0 0,0 1 19,4-1 0,3 0 0,1 1 1,2-2-77,2-2 0,-2 0 0,2-4 0,1 1-169,-2-4 0,1 0 0,-4-6 1,2 1-96,2 1 0,-3-3 1,0-3-1,-1 0-36,-2-2 0,-2 0 1,-1-3-1,2 1-461,-2 2 1,0-1 0,-3-3 709,4 0 0,-2 1 0,3-1 0,-2 1 0</inkml:trace>
  <inkml:trace contextRef="#ctx0" brushRef="#br0" timeOffset="1513">830 398 6574,'0'-5'1326,"-1"-1"1,-1 2-1181,-4 3 0,-2 1 0,0 1 0,-1 3 16,0 1 1,-1 1-1,-1 4 1,0 0-61,0 2 0,2 3 0,1 0 0,-1 1-69,0 1 0,2 0 0,1 1 1,3-1 71,2 0 0,2 1 0,2-1 0,3-1-178,1-1 0,5-3 0,0-3 0,1-1 25,2 1 1,-1-3 0,1-2-1,0 1-56,2-4 0,-4 0 1,2-2-1,0-1-262,-1-4 1,-2 1 0,-1 0 0,0-4-202,0-1 0,-2 0 1,-3-1-1,0 1 567,1 2 0,-4-5 0,2 0 0</inkml:trace>
  <inkml:trace contextRef="#ctx0" brushRef="#br0" timeOffset="2130">943 0 7463,'-1'9'0,"-2"-1"-232,1 1 0,-1 0 0,3 0 0,0 3 709,0 2 0,0 3 0,0 1 0,0 3-275,4 5 0,1 4 0,4 6 0,-1-1-43,1 4 0,0-2 0,-2-3 0,-1 0-49,0-2 1,-3 0 0,2-4 0,-2-3-119,0-4 1,-2-5 0,-1-2 58,0 2 1,0-4 118,0-1-198,0-4 1,0-5 0,3-4 0,-1-5-1,1 0 0,0-4 0,1-3 1,0 2-202,-1-4 1,4 0-1,-4 0 1,1 0 2,0 2 0,3-1 0,-2-2 0,2 0-18,-2-1 1,4 2 0,-4 0 0,2 4 79,-2-2 1,4 3 0,-5 2 175,1 1 0,3 3 0,-4 4 129,1 2 1,-1 5-1,-4 4 68,0 2 1,1 3 0,1 0 0,1 1 9,-1 1 0,2 1 0,0-1 0,-1 0 0,1 0-136,-1 1 1,0-2 0,0-1 0,-1-4-210,3-1 1,-4 0-1,4-1 1,0-1-612,0-3 0,-2-3-828,3-2 1565,-5 0 0,7-3 0,-3-2 0</inkml:trace>
  <inkml:trace contextRef="#ctx0" brushRef="#br0" timeOffset="2696">1270 346 8247,'2'6'12,"0"-1"1,-1 1 126,3 3 0,-3 1 0,2 0 1,-1 2-1,1 2 133,-3 2 0,3 0 1,0 2-1,-1 1-61,2 2 0,-3-3 0,3-1 0,-3-5-87,2 1 0,-1-1 1,3-4-110,-1 1 0,0-4 0,-2-4-80,1-2 1,-1-4 0,-2-5 0,0 0-168,0-2 0,4-3 0,-2 0 0,-1-1-65,1-1 0,-2-2 0,1 1 0,1-3 110,1 2 0,1 3 0,-2 2 0,2 0 54,1 0 0,-3-1 0,3 3 1,0 3 138,0 2 1,0 1 0,4 2 48,-1 3 0,1-1 0,0 5 0,-2 2 173,-1 4 0,2 4 1,-2 2-1,1 2 32,2 3 1,-3 0-1,0 2 1,-1 2 92,0-2 0,0 1 0,-4-2 0,3-2-181,-3-1 0,3-2 0,0-1 1,-2-4-475,2-1 1,-2-2-194,3-2 0,-2-4 0,-1-4-433,-1-4 1,-1-2 927,0 0 0,0-1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6:15.8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36 392 8001,'0'-5'549,"0"1"-363,-3 1 1,2 2 0,-1 3 0,1 3 93,1 1 1,1 7 0,1 3 0,0 2-21,0 5 1,-1 2 0,1 7-1,0 2-122,0 1 0,1-1 0,-1-1 0,0-1-208,-1-4 1,1-1-1,1-5 1,-2-4-272,0-4 1,0-4 0,1-3-732,0 1 621,0-4 0,-4-4 1,0-5-532,0-2 0,-1-1 982,0-1 0,-2-3 0,1-2 0</inkml:trace>
  <inkml:trace contextRef="#ctx0" brushRef="#br0" timeOffset="467">7 400 7298,'-2'-5'-447,"0"0"0,-1 0 0,3-2 409,0 0 1,0-1-1,0 1 1,1 0 142,1-1 1,3 1-1,4 0 1,2-1 167,0-2 1,1 3 0,2-1 0,1 2-139,-1 1 1,3 1 0,1 3 0,0 2-78,0 4 1,-1 2-1,-4 4 1,-1 3 65,-2 2 1,-3 4 0,-1-1-1,-2 2 25,-1-2 0,0 1 0,-4-3 1,-2-1 67,-1-1 0,-3-1 0,-1-2 0,-2-1-9,-2-1 1,1-4 0,-1 1 0,-1-1-118,-1-2 1,2-1 0,1-3 0,0 0-420,-1 0 1,3-1-1,0 0 1,1-3-278,4 0 1,-2-1 0,4-2-1,0 0-60,1 0 1,1-1 664,0 1 0,3 0 0,1 0 0</inkml:trace>
  <inkml:trace contextRef="#ctx0" brushRef="#br0" timeOffset="1115">327 291 8001,'0'-8'-13,"-1"2"387,-1 1 41,1 2 0,-3 4 0,4 1-211,0 3 0,0 5 0,0 2 0,0 1-29,0 2 1,3 0 0,0 1-1,0 2-84,1 1 0,1-3 0,0 2 1,1-2-162,-1-2 0,3 2 0,-3-5 0,1-1-58,0-3 0,2-5 0,1 1 83,0-3 0,1-4 0,-4-2 0,0-4 43,-1-1 0,-1-1 1,1-3-1,-3 1-23,-1-1 0,-1 1 0,0-1 0,0-2-59,0 0 1,0 0 0,0 4 0,0 1-40,0 2 1,0 2-1,0 1 648,0-1-548,0 4 1,0 4-1,0 5 1,0 2 102,0 3 1,2-1 0,2 3-1,0 1 47,1 1 0,-1-1 0,1 0 0,0-1-223,-1 1 1,2 0 0,-1-1-1,1-2-27,-1-2 0,1 1 0,-2-1 0,1-2-770,0-2 0,-3-2 218,3-2 1,-3-1-1,0-1 675,-1-3 0,-1-5 0,0-1 0</inkml:trace>
  <inkml:trace contextRef="#ctx0" brushRef="#br0" timeOffset="1715">595 15 8001,'4'-1'-62,"0"-1"430,-1 0 1,-2 0-64,4 5 1,-3 3 0,1 6 0,0 1-34,-1 5 1,3 5-1,-2 5 1,1 3-83,2 6 0,-3-1 1,0 3-1,0-3-43,-1-2 0,0-4 0,-2-5 0,0-4-53,0-5 0,0-1 36,0-5 1,0-5 39,0-5 1,0-6-1,0-6-275,0-2 1,0 0 0,1-1 0,1 1-182,0-1 1,1 0 0,0-1 0,2 0 13,1 0 0,-1 5 0,0-3 0,1 3-120,0 2 0,2 1 1,1 1-1,1 0 193,2 2 1,-3 2 0,1 4 0,0 1 258,-1 3 0,3 2 0,-3 3 0,-1 3 95,-3 3 1,-2 0 0,1 3 0,-1-1 180,-1-2 0,-2-1 0,0 0 1,-3-1 187,-2 1 0,1-3 0,-1-1 1,-3-1-117,-1-1 0,-3-3 0,-1-1 0,1 0-383,-1-1 1,0-1 0,1-3 0,-2-1-160,-1-1 0,2-2 0,0-4 0,2 1-706,0 0 0,2-1 1,4-1-67,0-1 0,3 1 1,0 1-1,4 0 906,3-1 0,1-3 0,2-2 0</inkml:trace>
  <inkml:trace contextRef="#ctx0" brushRef="#br0" timeOffset="2081">922 0 8001,'0'8'225,"0"-4"0,0 1 45,0 1 0,0 0 0,0 2 0,0 2 122,0 2 1,3 5 0,1 3 0,1 4-77,0 6 1,-3 2 0,0 4 0,-1 0-225,-1 1 1,0-5 0,0-2 0,0-4-51,0-4 0,0-2 1,0-6-1,0-2-1215,0-2 587,0-5 0,0-5 0,0-5 1,0-2-461,0-3 1,0 1 1045,0-3 0,3-3 0,1-4 0</inkml:trace>
  <inkml:trace contextRef="#ctx0" brushRef="#br0" timeOffset="2365">1060 233 8001,'0'7'0,"0"0"0,0 0 246,0 1 1,0 0-1,0 1 1,0 3 178,0-1 0,0 5 0,0-1 0,0 1-283,0 2 1,0-3 0,0 1 0,0-2-179,0-2 0,1-1 0,0 1 0,2-2-1662,-2-2-7,0-4 1705,-1-1 0,0-9 0,0-2 0</inkml:trace>
  <inkml:trace contextRef="#ctx0" brushRef="#br0" timeOffset="2591">1053 80 8001,'0'-7'97,"0"0"0,0-1 5,0 1 1,0 4-492,0 3 1,0 6-1,0 4 1,0 1 388,3-1 0,-2 3 0,8-2 0,-1 4 0</inkml:trace>
  <inkml:trace contextRef="#ctx0" brushRef="#br0" timeOffset="2915">1321 240 7993,'-4'-3'94,"0"2"0,3-2 220,-2-1 1,-3 4-1,2-3-2,-3 2 0,0 1 1,0 1-1,-1 2-4,-2 1 1,1 4 0,-3 2 0,-1 4 38,-1 2 1,1 2 0,1-1 0,2 1-131,2 1 1,3 2 0,1-3 0,2 1 5,2-2 1,4-2-1,6 0 1,2-2-68,2-1 0,3 1 0,1-3 1,-1-2-286,1-2 0,1 0 0,-2-2 0,-1 0-369,0-1 1,-3-3-1,0 0 1,-3 0-248,1-3 1,-6-1 0,2-3 744,0 0 0,-1-4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6:20.0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878 120 8454,'4'1'655,"-2"1"0,-1 0 1,-1 3-1,0 0-541,0 2 0,0-2 0,-1 2 1,0 1-183,-2 0 0,-2 1 0,2 0 1,0 1-194,0-2 1,-2 0 0,2 0 0,1-1-682,-1 0 1,2-2-916,-1 0 1857,1-3 0,1 1 0,0-3 0</inkml:trace>
  <inkml:trace contextRef="#ctx0" brushRef="#br0" timeOffset="233">965 113 8001,'0'7'400,"0"0"0,0 1 1,-1-1-1,0 0-229,-2 0 0,0 1 0,1 1 0,0 1-167,0-1 1,1 1 0,-1 0 0,0-1-636,0-1 0,1-1 1,1 0 630,0 1 0,0-4 0,0-1 0</inkml:trace>
  <inkml:trace contextRef="#ctx0" brushRef="#br0" timeOffset="801">1074 265 8001,'-4'0'1124,"1"1"1,3 2-713,0 5 0,0 3 0,0 7 1,0 4-102,0 6 0,2 8 0,0 5 0,1 2-170,0 0 1,-2-2 0,2-3 0,-1-4-420,1-2 0,2-4 1,-2-5-1,0-5-944,0-4 884,0-5 1,-3-3 0,0-6 44,0-4 1,-3-3-1,1-2 1,0-2-935,-2 0 0,4-1 1227,-3-2 0,-1-4 0,0-1 0</inkml:trace>
  <inkml:trace contextRef="#ctx0" brushRef="#br0" timeOffset="1167">1074 287 8001,'0'-7'-15,"2"0"0,1-1 1,1 1 61,2 0 1,-2-1 0,2 1 0,1 0 218,2 0 0,3 0 0,-1 2 0,0 1-5,2 0 1,0 2-1,0 3 1,-1 1-88,1 3 0,-1 5 1,1 4-1,-4 3-11,-1 2 1,0 0 0,-1 4 0,-1-1-70,-1 0 1,-2 1-1,-3-4 1,0 0 68,0 1 0,-3-4 0,-3 0 0,-2-3-85,-1-4 1,-4 0 0,1-2 0,-2-1-194,-1-1 1,3-2-1,0-3 1,0 0-355,1-3 0,-3-1 0,4-4 0,0-1-114,3-1 1,2-2-1,0 2 1,3-1 582,1 1 0,4-3 0,1 2 0</inkml:trace>
  <inkml:trace contextRef="#ctx0" brushRef="#br0" timeOffset="1683">1459 236 7995,'-4'1'229,"0"1"22,1 3 1,2 2-1,-1 1 1,2 1 81,2 4 0,2 0 1,4 2-1,-2 0-14,-1 2 1,1-1-1,-2 3 1,1-2-70,0-4 1,-3 1 0,0-3 0,-1-1 562,-1 1-502,0-5 1,0-4-1,0-6 1,-1-4-110,-1-3 0,0-2 0,-2-4 0,0-2-190,0-2 1,2-1-1,0 0 1,1 1-88,1-1 1,0 0-1,1 1 1,1 2-29,3 5 1,4 0 0,1 5-1,2 0-248,1 1 1,0 4 0,2 2 0,-1 4-143,1 2 1,-1 1 0,0 2 0,-2 1-69,-2 0 0,-2 2 1,-1 0-1,0-1 4,-2-1 1,0 2 0,-2-1-1,-2 0 557,0-1 0,2 0 0,1-1 0</inkml:trace>
  <inkml:trace contextRef="#ctx0" brushRef="#br0" timeOffset="2136">1829 222 7770,'-8'-8'0,"1"1"30,0 0 0,0 0 1,-1 0-1,1 2 508,0 0 0,-1 3 0,-1 0 0,-1 1-257,1 1 0,1 4 1,1 2-1,0 4-154,0 1 0,0 1 1,2 4-1,0 0-126,2 1 1,1 2-1,3-1 1,1 0-23,3-1 0,2 4 1,3-2-1,1 1 50,0-1 1,6-1-1,-3-4 1,1-1 2,1-1 1,1-4 0,0-1 0,0-4 77,0-2 0,-1-4 0,1-3 0,-3-2 164,-2-5 1,0-3-1,-4-4 1,-2-2-280,-2-2 1,-2 1-1,-2-4 1,0 1-226,-3 0 1,-2-2 0,-4 3 0,-1 2-346,-1 3 1,2 1-1,-2 10 1,2 3-278,-1 3 0,-2 2 1,2 2 851,1 4 0,-2 3 0,0 7 0</inkml:trace>
  <inkml:trace contextRef="#ctx0" brushRef="#br0" timeOffset="2636">2076 185 8352,'3'-4'618,"0"2"1,3 4-360,-2 3 0,1 6 0,0 3 1,0 6 10,1 3 1,-2 7 0,0 5 0,-1 4-86,-1 1 0,-2-2 0,0 1 0,0-3-161,0-2 0,0-5 0,0-5 0,0-4-557,0-3 1,0-5 175,0-3 0,0-4 1,-2-3-1,0-4-52,0-3 0,-1-4 0,0-3 0,2-2-693,0-1 0,-2-2 1102,1 1 0,0-8 0,2 2 0</inkml:trace>
  <inkml:trace contextRef="#ctx0" brushRef="#br0" timeOffset="2950">2032 236 7913,'5'-8'0,"0"-1"-102,0 0 1,2-1-1,0 3 1,1-1 495,2 1 0,1 2 0,4 0 1,0 1-84,2 0 1,-1 0 0,3 4 0,-2 1-192,-1 2 0,0 1 0,-3 5 1,0 2-61,-4 0 1,-2 2 0,-2 3-1,-2 2 56,-2 0 0,-1 1 1,0 1-1,-1-1 2,-2 2 1,-2-3 0,-3 1-1,-3-2-62,0-4 0,1 2 0,-1-4 1,0 0-221,-1-4 0,3-1 1,-1-3-1,0-2-159,1 0 1,-1-1 0,3-1 0,0-1-429,2-3 1,0-4-1,2-1 1,2-1 750,0-2 0,4-1 0,1-1 0</inkml:trace>
  <inkml:trace contextRef="#ctx0" brushRef="#br0" timeOffset="3419">2402 338 7470,'7'0'285,"1"0"1,-3-3 0,-1 0-170,2-1 1,1 2-1,0-3-56,0-1 1,0 0 0,1-2 0,-1-1 41,0-1 1,0 0-1,-2 0 1,-1-1-84,-1-1 0,0-1 1,-3 1-1,0-1 11,0 1 1,-1-1-1,-1 3 1,-3 1 97,-2 1 1,-1 2-1,-1 1 1,-1 2 38,-1 3 1,1 0-1,-2 4 1,0 2-56,0 3 0,0 4 0,2-1 0,1 2 28,1 3 1,1 0 0,2 2 0,1 0 51,1 0 1,0 2-1,5-3 1,2 2-71,3-1 0,3-3 1,-1 0-1,1-2-88,1-2 1,1-3 0,3 0 0,0-3-422,-1-4 1,1-1 0,-1-1 0,1-1-222,-1-1 0,-2-3 0,-1-3 0,0-1-213,-2-3 0,-1-1 0,-1 0 821,0 1 0,-3-4 0,0-2 0</inkml:trace>
  <inkml:trace contextRef="#ctx0" brushRef="#br0" timeOffset="3817">2627 251 8001,'0'9'-33,"0"1"1,3 2 0,-1-1 0,0-1 372,-1 1 1,1 1 0,0-2-1,1 1 203,0-1 1,-2 0 0,1-3 0,0 0 1001,0-3-1051,-1 3 0,2-7 1,-4 0-209,-1-4 0,0-3 0,-2-3 1,0-2-350,0-2 0,3-1 0,-2-2 0,2-3-79,-2 0 1,2 0-1,0 2 1,2 0-76,1 2 0,4 0 0,-1 2 0,1 0-261,1 2 1,4-1 0,1 4 0,2 2 22,0 1 1,1 5-1,-1-1 1,1 4 272,-1 3 1,0 1 0,-1 2 0,-2 1-5,0 1 1,-1-1-1,-2-1 1,0-1-244,-1 0 1,-4 0 0,1 1-867,-1-1 1295,0-3 0,-3 2 0,0-2 0</inkml:trace>
  <inkml:trace contextRef="#ctx0" brushRef="#br0" timeOffset="4167">2903-105 9329,'1'18'0,"1"2"590,0 3 1,4 6 0,-2 6-1,3 3-283,0 3 0,-2-1 1,0 0-1,0-4-245,2-5 1,-3-4 0,-2-7 0,-1 0-266,-1-3 1,0-5 0,0-2-1841,0-2 1252,0-4 1,0-4 0,0-5 11,0-2 1,-1 0 778,-1 0 0,1-4 0,-2 0 0</inkml:trace>
  <inkml:trace contextRef="#ctx0" brushRef="#br0" timeOffset="4382">2787 178 8400,'5'-2'344,"0"-1"0,-3-2 0,3 3 0,1 0-34,0-2 0,2 4 1,3-3-1,2 2-55,3 1 1,5-2 0,-2 0 0,2 0-503,1 1 0,-4 1 1,-1 0-1,-2 0-451,-3 0 1,-2 0-1,-3 0 698,1 0 0,-1-3 0,0-1 0</inkml:trace>
  <inkml:trace contextRef="#ctx0" brushRef="#br0" timeOffset="4785">3114 135 8001,'0'4'0,"0"1"0,0 1 287,0 0 0,2 2 1,1-1-1,1 1 297,2 2 1,3 2 0,1 4 0,2 2-397,0 0 1,0-1 0,-1 2 0,0-2-239,1 0 0,-4-2 1,0-1-1,-3-2-901,1 1 1,-3-7-527,0 1 1,-2-5 1476,-1-2 0,0-3 0,0-5 0</inkml:trace>
  <inkml:trace contextRef="#ctx0" brushRef="#br0" timeOffset="5083">3346 113 8001,'-3'4'327,"2"0"0,-2-2 1,0 3 174,1 2 1,-4 3 0,2 4 0,-1 4-84,0 3 1,0 7-1,-4 1 1,-2 4-131,0 2 0,1-1 0,-2-1 0,-1 0-197,0-3 1,1-3 0,3-4 0,2-3-339,2-3 1,1-5 0,4-2-633,0-2 1,0-5 0,1-3 73,2-4 0,-2-5 0,3-1 0,0-1 804,0-2 0,1-1 0,2 0 0</inkml:trace>
  <inkml:trace contextRef="#ctx0" brushRef="#br0" timeOffset="5502">2592 44 8001,'0'7'392,"0"0"1,3 0 0,0 1-175,1-1 1,-2 1 0,1 1 0,-1 1-229,1-2 0,1 3 1,-1-1-1,-1-2-96,2 0 1,-4 0 0,4-1 0,-2 0-840,0 1 1,1-4 944,-3 1 0,0-3 0,0 1 0</inkml:trace>
  <inkml:trace contextRef="#ctx0" brushRef="#br0" timeOffset="5737">2672 36 8001,'1'8'130,"1"-1"1,0 0 154,0 0 0,-2 1 0,0 2 0,0 2-44,0 2 0,0 3 1,0 0-1,0-1-748,0-1 1,0 0 0,0-2 0,0 0 506,0-4 0,0-1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0:58:00.3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20 930 8062,'0'7'-1208,"0"-3"1404,0 0 1,-1-2 791,-1 3-440,1-4 0,-2 2 274,1-3-476,1 0 1,-3-2-111,2 0 1,2-1-9,-3 1 0,3 0-119,0-2 1,0 2-31,0-2 1,0 0-1,2-1 2,0 1 0,1 2 0,-2 0-9,1-1 1,1 1 0,-1-2-23,0-1 0,2 1 0,-1 1 0,0-1-28,0 1 0,1 1 0,-1-2 0,0 0-13,-1 1 0,3-1 1,-1-1-1,0 2-32,1 0 0,-1-1 0,2 1 39,-2-1 0,1 2 0,-2-1-26,0 0 0,-1 1 1,2 1-1,0-1 8,-1 0 0,-1 0 0,3 1 2,-1-1 0,1 1 0,0-3 0,0 1 4,0 2 0,-2 0 0,2-1 3,0 0 0,0-1 0,2 2 0,-1-1-5,1 0 1,-3 1 0,0 1 0,1-2 3,1 0 1,-2 0-1,0 2 1,1 0-4,1 0 0,0-1 1,-1 0-1,-1-1 12,1 0 0,1 1 0,0 0 0,0-2 34,1 2 1,-1 0 0,1-1-3,-1 0 0,1 0 0,-1 2 0,0-1-16,1-1 1,-1 1-1,1-1 1,1 1-12,1 1 0,-1 0 0,-1-2 0,0 0 13,1 1 0,-1-1 0,3 1 0,-2-1 27,1 0 0,2 1 0,-3-1 1,1 0-35,0 1 0,-1-2 1,2 1-1,2 0-29,0-1 1,-1 2-1,-1-2 1,2 1-8,0 0 1,3-2 0,0 1 0,-1 0 8,0 0 0,1-2 1,0 2-1,1-2 61,0 1 1,1 2 0,-2-2 0,0 1-35,0-1 1,1 3-1,2-2 1,-2 1-16,0 0 1,2-3-1,-1 3 1,1-2-21,2-1 1,-1 0 0,0 0 0,0 1 6,1-1 1,1-1 0,1 0 0,0-1 13,0 1 1,-1-1-1,-3 1 1,1 0 74,1-1 1,-2 1 0,0-1 0,-1 1-27,2 0 0,2-1 0,1 1 0,-2-1-45,0 1 0,-1-1 1,1 0-1,1 0-15,0-2 1,1 0-1,-3 1 1,0-1-2,1-1 1,1 1 0,0-1 0,-2 1 30,-1 1 0,-2 1 0,3 0 1,-2-1-2,1-1 0,0 1 0,-4 1 0,2 1-22,0 0 0,-1-3 1,2 0-1,-2 2-17,0-1 0,-1 0 1,0-1-1,1-1-2,-1 1 1,0 0 0,-1 1 0,0-1 2,-1 2 1,1-3 0,-3 2 0,-1-1 115,-2 0 1,1 2 0,1-2 0,-1 2-63,-1 1 0,0-1 1,1 1-1,1 0-47,-2-1 1,0-1-1,0-1 1,-1 1 19,1 1 0,-1 1 0,1-1 1,-1 1 48,0-1 1,0 1 0,-1 0 0,-1 1 20,-2 1 0,3 0 0,-1-1 0,0 1-60,1-1 1,-4 2 0,2-1 0,0 1-7,1-1 1,0 0 25,0-3 1,-1 1 0,2 0 27,0 2 0,-4 0 89,1 2-234,-1 1-190,-1-1-114,3 2-255,-2 0-1197,1 0 1,1 0 254,-1 2 1,0 0-1030,-2 2 2598,0-2 0,-3 3 0,-1-1 0</inkml:trace>
  <inkml:trace contextRef="#ctx0" brushRef="#br0" timeOffset="682">1880 52 8283,'-4'0'-1019,"0"0"1428,-1 0 0,-1 0 575,-1 0 1,3 0 182,0 0-733,2 0 1,0 0-64,2 2 1,0-1-264,2 1 1,0 1-1,2-1 1,1 0-86,1-2 0,0 0 1,1 0-1,1 0 168,1-2 1,2 0 0,0-1-1,1-1-107,1 0 1,0 1 0,-1-2 0,2 1-35,1-1 0,-1 1 1,0 0-1,0 0-50,-1 0 1,-3-1-1,-2 3 1,0 0 146,-2 2 1,-2-2 58,0-1 1,-3 1 82,-1 2 0,0 5 0,-2 2-176,1 0 1,2-1 0,0 0 0,2 0 92,1 1 1,-2 1 0,2-1 0,-1 1-20,1 3 1,-2-1-1,1 1 1,1 0-94,0 1 0,-2-1 0,1-1 0,1-1-233,-1-1 0,0-1 0,0-1 1,1 1-797,-1-1 0,-1-1-2273,0-1 1693,1-3 1,-1 2-703,2-3 2217,-3 3 0,2 1 0,-3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2:34:50.7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7 7646,'-4'0'468,"1"0"0,3 3-444,0 1 1,0 2-1,0 1 1,0-1-211,0 1 0,1 0 0,1-1 0,1 1-63,0 0 1,-1-1-1,1 0 1,-1-1-143,0 0 1,0-1 390,-2 3 0,1-3 0,1-2 0,-1 1 0,2 1 0</inkml:trace>
  <inkml:trace contextRef="#ctx0" brushRef="#br0" timeOffset="250">74 0 7819,'0'5'-200,"0"-1"167,0 1 1,0 1 230,2 1 1,-1-1 0,1 1-227,-1 0 0,0-1 0,0-1 0,2-1-312,-2 1 0,0-1 0,0 0-342,1-1 682,-1 2 0,1-4 0,-2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2:34:58.43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4 200 9048,'-3'-4'20,"3"1"1,0 3-1,5 0 1,3 0 111,3 0 0,2 0 1,3 0-1,2 0 18,4 0 0,0 0 0,5 0 0,2 0-116,3 0 1,4-2 0,2-1-1,1 1-48,1-1 0,0 3 1,0-3-1,2 2 11,0-1 1,-2 1-1,-3-1 1,1 1-45,-1 1 1,1 0 0,-3 0 0,-3 0 46,-2 0 0,-3-2 0,0 0 0,-2 0-7,-3 1 1,-3 1 0,-8 0 0,-2 0-256,-2 0 28,-3 0 1,-4 0-299,-5 0 0,-1 0-490,0 0 1,-1 0 1021,0 0 0,-2 0 0,-2 0 0</inkml:trace>
  <inkml:trace contextRef="#ctx0" brushRef="#br0" timeOffset="698">862 27 7553,'-5'-5'472,"1"1"1,0 2-1,-1-2 143,1 1 1,-1-1 327,-1 1-465,2 1-206,1 2 0,4 1 1,1 1-132,2 3 1,0-2 0,1 2 0,0 0-72,1 1 0,2-2 0,1 1 1,-1-1-71,0 0 0,-1 2 0,1-2 0,2 1-161,0 0 0,-1 1 0,2-2 0,-2 2 79,-1 1 1,2-1-1,-1 1 1,1 0 87,0-1 0,-2-1 0,-2-1 0,0 1 32,-2 1 1,0 1-1,0-1 167,-2 1 0,-1 0 0,-1-1-32,0 1 1,-2 0 0,-1-1-1,-1 2 71,-1 1 0,-1-4 0,0 1 0,1 0-108,1 0 0,0 1 1,-1-1-1,1 1-286,1 0 0,-1-1 1,1 1-1,0 0-198,0-1 0,-2 1 1,2-1-1,0-1-280,1-1 1,-3 1-1,2 1 1,0-1-389,0-1 1,-1-1 0,1 0 1015,-1 0 0,-3 0 0,-4-3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2:35:01.09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7 493 8040,'0'-7'382,"0"1"0,0-1 780,0 0 0,0 3-599,0-1 1,0 5-360,0 0 0,0 3 0,0 7 0,3 3 103,1 4 1,0 6-1,0 4 1,1 4-78,1 3 1,1 3-1,0 3 1,-2 1-128,0 1 1,1-1-1,-3-1 1,1-4-370,-2-5 1,1-7 0,0-6 0,-2-6-447,0-4 1,-1-6 269,0-4 0,0-4 0,-1-6 0,0 0-394,-2-2 0,1 1 0,2-3 0,-1 2-904,-1 1 1740,1 0 0,-2-4 0,3 0 0</inkml:trace>
  <inkml:trace contextRef="#ctx0" brushRef="#br0" timeOffset="348">0 480 7917,'0'-7'169,"0"0"0,0 1 1,0-1 7,0 0 0,3 1 0,2 1 1,3 1 30,3-1 0,2-1 0,1 1 1,1 2-141,3 0 1,1 0-1,1 4 1,0 1-156,0 3 0,0 4 0,-1 2 1,-1 4 85,-2 3 0,-5 3 1,-3 2-1,-3 0 150,-3 0 0,-1 0 0,-2-2 0,-1 1 5,-2-3 1,-5-2 0,-2-4 0,-3 0-56,-1-2 1,0-1-1,-2-5 1,0 0-266,0-3 1,2-1 0,-2-2 0,0-2-367,3-4 1,0-2 0,3-4 0,2-1-300,2 1 1,1 0 830,2-1 0,4 1 0,3 0 0</inkml:trace>
  <inkml:trace contextRef="#ctx0" brushRef="#br0" timeOffset="836">352 426 8061,'1'5'349,"1"-1"0,0 1-130,-1 1 0,3 5 0,0 1 0,2 4 7,1 1 0,0 3 1,1 2-1,1-1 63,-1 0 0,-2-2 0,-3-1 0,1-3 675,0-4-660,-3-1 1,2-7 0,-4-4-1,-1-5-36,-2-4 0,0-3 1,0-1-1,-1-1-335,1-3 0,1-1 1,3 0-1,0 0-165,0 2 0,0 0 0,1-1 0,1 2-432,3 2 0,3 3 1,2 1-1,0 0 280,2 2 1,0 4 0,2 1-1,-1 3-218,0 3 0,2 0 0,-1 5 0,-2 0 210,-2 1 0,-1 3 1,-2-1 391,-1 1 0,1 4 0,0 1 0</inkml:trace>
  <inkml:trace contextRef="#ctx0" brushRef="#br0" timeOffset="1317">711 446 7917,'-3'-6'-88,"0"0"1,-4 1 0,0 1 226,1 1 1,-1 1-1,0 1 1,1-1 124,-1 0 0,0 1 0,1 2 0,-1 2-117,0 1 0,-1 3 0,-1 2 1,1 1-115,3-1 0,0 3 0,3-1 0,0 2-108,2 0 1,0 0 0,3-1 0,2 1 121,3 1 0,5 1 0,5-2 0,1 0-33,1 0 0,0 0 0,1-1 0,0-2-101,1 0 1,-2-2-1,-3-4 1,-1-1 157,-1-3 1,-4-3 0,-3-2 0,-2-3 77,-4-3 0,-2-2 1,0-3-1,0-1-116,-2 0 1,-2-2 0,-4 1 0,0-1-106,-1-1 0,-2-2 0,0 0 0,0 1-43,0 3 0,3 2 0,-2 5 1,2 2-70,-1 2 1,0 3-1,2 2 1,1 2-256,-1 2 1,0 0 0,1 3 0,-1 1-176,0 3 1,3-1 613,-1-1 0,1 0 0,-3-1 0</inkml:trace>
  <inkml:trace contextRef="#ctx0" brushRef="#br0" timeOffset="1914">951 420 7917,'-3'-7'-288,"1"1"1,-2 2 602,-1 1 1,-1 3 0,-1 0 0,0 2-125,1 0 1,-1 3 0,0 0 0,1 1-122,-1 3 1,-1-1 0,1 3 0,1-1-88,3 0 1,0-1-1,3 2 1,0 1-107,0 1 1,4-2-1,3 0 1,3 0 77,3-1 1,2 0 0,1-3 0,1-2 21,-1 0 0,-1 0 1,-1-3-1,-2 0 80,-1-1 1,-1-4 0,-3-3 0,-1-1 189,-2-2 0,-1-3 1,-3 2-1,0-1-44,0 0 0,-1 2 0,-1-1 1,-2 0-116,1 2 1,-1 1-181,2 3 1,1 2 0,-1 7 27,1 4 0,4 3 0,1 4 1,2 4-29,1 4 0,2 3 0,0 1 0,1 1 319,0 1 0,1 2 0,-2-1 0,-2-1 288,-2-4 0,-2-3 0,-4-1 1,-1 0-151,-2-2 1,-3-4 0,-2-6 0,-2 0-209,-1-2 1,-2-3-1,2-3 1,0-2-270,1-2 1,0-3 0,-3-4-1,2-2-517,1-1 0,-1-2 0,4 1 1,1 0-101,2-1 1,4 0 0,-2 0 0,3-2-154,0 1 0,0 1 882,0 1 0,3-3 0,0-1 0</inkml:trace>
  <inkml:trace contextRef="#ctx0" brushRef="#br0" timeOffset="2365">1177 393 7917,'0'-3'453,"0"3"1,0 6-1,0 5 1,2 2-256,3 3 0,1 1 0,0 3 0,0 1 6,-1 1 0,1-2 0,-3 3 0,2-4-3,-1-1 1,-2-5 0,1-4 11,0-1 1,-3-5-1,3-4 1,-3-6-93,0-5 1,0-4 0,0-4 0,0-1-329,0-1 1,0-2 0,0-2 0,0-1 101,0 0 0,1 6 1,1 2-1,3 2-127,1 2 0,3 4 1,-1 3-1,1 3-247,1 2 1,-3 6 0,2 1 0,-2 3 12,0 2 0,0-1 1,-1 3-1,-1 0 170,-1-1 1,-2 2-1,1-2 1,-1-1 295,0 1 0,0-1 0,1-3 0,1 1 0</inkml:trace>
  <inkml:trace contextRef="#ctx0" brushRef="#br0" timeOffset="2902">1522 400 7917,'0'-7'-49,"0"0"1,-2 1 0,-1-1 285,-1 1 0,0 0 0,-3 1 0,1 2-21,-1 0 1,0 3 0,1-3 0,-1 3-149,0 3 1,1 0 0,-2 4 0,0 0-153,-1 2 1,3-1 0,1 3 0,1-1 53,0 0 0,1 1 1,3 0-1,0 0 85,0-2 0,1 3 0,2-1 1,3 2 54,2 0 0,4-2 0,-1 0 1,1-2-100,2-1 0,-2 0 1,0-2-1,-2-2-22,0-2 1,-1-1-1,-3-1 1,0-2 110,-1-2 1,-2-1-1,-3-6 1,0-1-37,0-1 1,0 0 0,0 0 0,0 0-62,0-1 0,0 1 1,0 0-1,0 0 23,0 2 0,0 1 0,0 4-102,0-1 1,0 4-1,1 3 9,1 4 1,-1 5-1,4 2 1,0 1-64,1 2 0,0-1 0,1 0 0,0 1-131,-1-1 1,1 0 0,0 0 0,-1 0-250,1-2 1,0-1-1,-2-4 1,1 1 509,-2 0 0,0-4 0,3 0 0</inkml:trace>
  <inkml:trace contextRef="#ctx0" brushRef="#br0" timeOffset="3514">1735 347 7815,'-4'0'265,"2"3"1,1 1-1,1 5 1,0 2-66,0 1 0,1 2 0,0 2 0,2 1-176,1 0 0,1 0 0,0-3 0,1-1 27,-2-2 0,0-3 1,1-2 105,-1 1 1,-1-4-1,0-3 1,0-4-95,-1-2 1,-1-2 0,1-2 0,1-1-189,0-3 0,-1 1 0,3-4 1,0 2-180,1-1 0,-1 1 0,1 1 0,1 1 119,1 0 1,-1 3 0,0 1 0,0 2 38,-1 3 1,-1 1 0,-1 3 213,1 3 1,-1 1 0,0 4 0,-1 2 119,-2 0 1,2 1-1,-1 2 1,0 1 103,1-1 0,-2 0 0,2 0 0,-1-1-50,0-1 1,1-3 0,-3 1-100,3-2 1,-2-1-71,4-2 0,-4-4 0,2-5 0,-1-2-253,0-2 0,3-3 0,-2 1 1,1-1-165,1-2 0,1 1 0,0 0 0,2-1 39,0 1 0,0 2 0,1 1 0,-2 0 115,0 2 1,-1 1-1,1 3 1,0 2 183,-1 1 0,1 4 0,-1 1 0,-2 3 279,-1 2 0,0 3 1,-1 5-1,0 0-106,1 1 1,-2-1 0,1 1 0,-1 0-152,2-1 0,-3 0 1,3-3-1,0 1-747,2-2 0,-2-4 0,2-4 731,0-3 0,1 2 0,0-1 0</inkml:trace>
  <inkml:trace contextRef="#ctx0" brushRef="#br0" timeOffset="4181">2160 333 7363,'5'0'187,"-1"0"1,-2 3 0,0 2 0,-1 4 3,2 2 0,-3 4 0,2 2 0,-1 2 67,-1 0 0,0-2 1,0 3-1,0-2-137,0-1 0,0-1 0,0-5 1,1-2-27,1-2 1,-1-4-1,1-3 0,-1-4 0,0-5 1,0-2-227,1-1 1,1-5 0,-1 0 0,1-2-120,0-1 0,1 0 0,1 0 0,0 1-11,0 1 0,1 0 1,0 4-1,-1 2 69,-1 2 1,1 2 0,1 3 83,1 3 0,-3 2 1,1 3-1,-1 4 166,0 3 0,0 3 0,-3 1 0,2 1 215,1 3 0,-3-1 0,1 0 0,0-1-38,0-1 1,-1 0-1,1-1 1,-1-1 20,-1-3 0,2-2-150,0-1 1,1-4 0,-3-3 0,2-4-162,0-2 0,3-3 1,-1-2-1,0-3-187,1-1 0,-1 1 0,2-2 0,0 0 26,1 1 0,-4 0 0,5 4 1,-2 2 124,-1 2 1,1 2 0,0 1 78,1 1 1,-1 2 0,-1 3 0,-1 3 28,-1 1 1,1 3 0,-2 2 0,0 2-26,-1 0 0,-1 1 0,2 1 0,0 0-184,-1-3 1,0 2 0,0-3 0,0 0-1082,2 0 1273,-1 2 0,1-6 0,0 3 0</inkml:trace>
  <inkml:trace contextRef="#ctx0" brushRef="#br0" timeOffset="4651">2592 340 7917,'-6'-5'-610,"1"2"452,1 0 0,-1 1 0,-1 2 415,-1 0 1,0 0-1,1 0 1,-1 3 57,1 1 0,-1 2 1,0 1-1,1 0-78,2 2 0,-1 0 0,3 3 0,0-1-182,1-2 1,1 3 0,0-2-1,1 1-49,1-2 0,4 0 0,4 0 0,-1-1-24,1 0 0,2-5 1,-2-1-1,1-1-74,0-1 0,-3 0 0,1-1 0,-1-1 106,-2-2 0,1-3 0,0-1 1,-2-2-9,0 0 1,-1 0 0,-3-2 0,1 1 28,0-1 0,-1 2 0,-1-1 1,0 2 158,0 1 1,0 2-347,0 2 0,0 3 0,0 1 107,0 4 0,0 5 0,2 2 1,1 1 11,0 2 0,1-1 0,1 1 1,0 1-198,0 0 0,-1 1 0,0-4 0,1 0-301,1-1 0,1-5 1,-1 0-1,1-2 531,0-3 0,-1-3 0,1-5 0,0-3 0</inkml:trace>
  <inkml:trace contextRef="#ctx0" brushRef="#br0" timeOffset="5049">2858 34 7917,'-2'-6'-68,"0"-1"-76,0 0 1,2 5 545,0 4 0,0 5 1,0 8-1,0 2-145,3 6 0,-3 2 0,3 3 1,-1 3-114,1 1 1,-1 0 0,-2 4-1,0 0-154,0-1 0,0-2 0,0-6 1,0-3-291,0-5 1,-2-6 0,-1-2-38,2-3 0,-2-5 0,1-4 0,0-4-17,2-3 1,0-4-1,0 2 1,0-1 129,0 0 1,2 0 0,1-3-1,0 2 224,3 1 0,-3-1 0,1 2 0,0 0 0,-1-2 0,1 0 0,1 1 0,0 0 0,0-1 0,-1-1 0,0 0 0,0 0 0,3-1 0</inkml:trace>
  <inkml:trace contextRef="#ctx0" brushRef="#br0" timeOffset="5482">2905 267 7917,'0'-5'-21,"0"1"173,0-1 0,0 2 0,3 1 0,1 0-128,2 0 0,1 1 0,2-2 0,2 1-89,2 0 0,0 0 1,0 2-1,-1 0 47,-1 0 1,0 3 0,1 3-1,0 3 54,-1 1 1,-5 2 0,0 3-1,-2 1 43,0 1 1,-2 1 0,-1 1 0,-2 0 82,-4-2 1,-3-1 0,-2 1 0,0-2 166,-2-2 0,0-3 0,-2-4 0,-2-1-219,-2 0 1,2-4 0,1 1-1,1-2-274,0-2 1,3-4 0,1-3 0,1-2-426,3 0 1,3-2 0,3 0-1,0 2-1357,0 0 1946,2-1 0,2-1 0,3 0 0</inkml:trace>
  <inkml:trace contextRef="#ctx0" brushRef="#br0" timeOffset="5884">3191 1 7885,'0'13'797,"0"2"1,0 3-584,0 7 0,2 7 0,0 5 1,-1 2-100,0-2 1,-2 1-1,0-5 1,-1-3-254,0-4 0,-1-6 0,1-5 0,1-2-1560,0-2 1029,1-4 0,0-5 1,1-4 668,1-2 0,2-5 0,2-2 0</inkml:trace>
  <inkml:trace contextRef="#ctx0" brushRef="#br0" timeOffset="6431">3304 373 7917,'7'0'-112,"2"0"0,-2 0 0,2 0 0,-2-1 358,0-1 0,0 1 1,-1-4-1,1 0-270,0-1 0,-1 0 0,1-1 0,0 0 153,-1 1 1,0-3-1,-1-1 1,-1 1 72,-1-1 0,1-1 1,-1 2-1,-2 0-91,0 0 1,-1 1 0,0-1-1,-1 3 21,-1 1 0,-2 2 1,-2 1-118,-1 0 1,-2 0-1,0 2 1,0 3-67,0 1 0,1 2 1,-3 1-1,1-1 216,0 1 0,1 2 1,-2 0-1,2 2 16,1 0 1,0 3 0,2 1 0,2 1 147,2 1 1,1 1 0,1 1 0,1 1 31,1 0 0,2 2 0,3 0 0,2-3-272,2-3 1,4 0 0,1-3-1,1-3-255,1-1 0,1-6 0,-1-1 0,-1-4-244,0-2 0,-3-5 1,-2-2-1,-1-1-869,-2 1 1,0-2 1278,-2 2 0,-1-4 0,1-2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65 8036,'2'-4'-368,"1"-1"384,2 1 441,-5-2-224,3 2 0,-3 4 43,0 4-180,0 2 1,0-2 0,0 1 0,0 0 47,0 0 0,-2 2 1,0-1 18,0 1-121,2-1 1,0 1 0,0 1 0,0 1-26,0 1 0,-1-1 0,0 1 1,-2 2-39,2 0 0,0-1 0,1-1 1,0 2 39,0 0 1,0 0 0,0-1 0,0 0 13,0 0 1,0 1 0,0-1 0,0-1 47,0 0 0,0-1 0,0-1 102,0 0-149,0 4 0,0-5 1,0 3 32,0 0-23,0 1 0,0-3 0,0 2-43,0-1 33,0 3 1,0-5-1,-2 2-161,0 0 148,0-2 0,2 3 0,0-4-73,0 0 57,0-2 1,0 4-10,0-2 0,0 2 1,1-1 13,1-1 1,-2 0 0,3 1-6,-3-1 1,0 1 0,0-1 0,0 0-9,0 1 0,0-1 0,0 1 0,0-1 0,0 0 0,0 1 0,0-1 0,0 1 4,0-1 0,0 1 1,0-1-11,0 0 8,0-2 0,0 2 0,0-2-4,0 2-15,0 0 0,0-2 1,0 1-31,0 0 1,0 0-3,0 2 48,0-4 1,0 1 112,0-2-57,0-1 0,0 4-48,0 0 0,0-2-6,0 1 11,0-2 0,1 1-33,1 0 23,-1-3-13,5 6 14,-3-2 0,1-1 0,0 0-2,-1 0-6,2-2 1,-4 4 0,3-3 0,-1 1-4,1 0 0,-2 1 0,2-1 8,1 1 1,1 0 0,0 2 1,1-2 1,-3 0-1,0-3-13,1 1 1,1 2 0,0-1-23,1-2 1,-3 0 0,0-1 87,1 0-64,-2 0 1,3 0 268,-2 0-253,2 0 0,0 0 177,1 0-147,-1-3 1,1 1 0,-1-1 16,0 0 1,-1 0 0,-1 2-26,1-1 1,1-3-44,0 3 1,0-1-191,-2 1 148,2 2 1,-5-3 0,3 2 118,-1-1-53,-1 1-33,1-5 65,-3 6-34,3-3 0,-2 3-294,1 0-280,-1 0-1619,2 0 1242,-3-3 1,0-1 945,0-2 0,0-3 0,0-1 0</inkml:trace>
  <inkml:trace contextRef="#ctx0" brushRef="#br0" timeOffset="1">392 14 8080,'-3'-4'-1662,"2"-1"2153,-3 3 6,2 0 0,-3 3 103,3 1-452,-3 1 1,4 6 0,-2 3 140,1 2-238,1 0 0,-2 6 0,3 0 35,0 2 32,0 5 0,0 5 0,0 4 1,0 3 79,0 1 1,-2 2 0,-1 3 0,-1-1-8,-1 1 1,2-8-1,-1 1 1,1-6-98,-1-4 0,3-2 0,-1-4 1,1-3-201,1-5 1,0-2-1,0-4-28,0 0 1,-1-4-431,-1-2 298,1-1 1,-1-2-692,2-1 704,0 2 1,0-6-1,0 2-1044,0-2 1008,0 2 1,0-1-1,0 0 289,0 0 0,0-5 0,0 0 0</inkml:trace>
  <inkml:trace contextRef="#ctx0" brushRef="#br0" timeOffset="2">39 174 7408,'1'4'387,"1"-2"1,0-2-174,2 0 0,0 0 0,3-2 0,1-3-94,1 0 0,2 0 0,0-1 0,1-1-162,1 0 1,0-1-1,2 0 1,-1-1-179,1 2 1,-2-1-1,0 2 1,0 0-36,0-1 1,-3 1-1,-2 1 1,-3 2-1053,0 0 1307,-4 1 0,2 2 0,-3 0 0</inkml:trace>
  <inkml:trace contextRef="#ctx0" brushRef="#br0" timeOffset="3">59 289 8117,'6'-2'-30,"-2"1"0,1-2 0,0 0 165,0-1 0,4-2 0,2 0 1,1-1-84,1-2 0,3-1 1,0-3-1,1 0-92,0 1 0,-2 1 0,0 1 0,-2 1-362,0 1 1,-3 1-92,-1 0 0,-5 4 0,-3 3 493,-2 4 0,-3 2 0,-2 0 0,-1 1 0,-2 2 0,-1 1 0</inkml:trace>
  <inkml:trace contextRef="#ctx0" brushRef="#br0" timeOffset="4">33 469 8162,'0'6'0,"0"1"-52,0-1 1,1-2 0,1-2 197,2-1 0,2-4 0,3-1 154,2-2-197,1-3 0,1-1 0,2-3 1,0-1-75,2-1 0,0 1 1,1-2-85,-1 0 1,1 1-97,-3 2 0,0 0 0,-3 1-128,-1 2 1,-2 1 0,-3 4-110,-2 1 0,-1 3 0,-4 1 246,-1 4 0,-1 1 0,-4 2 0,-1 1 142,-1 1 0,-2 2 0,1-1 0,-3 3 0</inkml:trace>
  <inkml:trace contextRef="#ctx0" brushRef="#br0" timeOffset="5">1 655 7408,'0'6'0,"0"1"-55,0-1 1,1-2 0,1-2-1,2-1 451,2-1 0,4-4 0,2-2 0,5-4-228,1-2 1,4-4 0,2-1-1,2-1-286,1 1 1,0-2 0,0 3 0,-4 0-315,-3 1 0,-3 4 1,-4 2-371,-3 2 310,1 1 492,-7-1 0,2 1 0,-6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212 1316 7084,'-3'-3'0,"0"2"0,3-2 0,-3 1-1055,2 1 1282,-1-2 0,-1 0-160,-2-1 0,3 0 1,-1 1-1,1-1 8,-1 1 1,-1 1 0,2-3 0,0 1 30,-1 0 1,2-1-1,-4 0-44,0 0 1,2 0-1,-1 1 1,1 0-27,-1 0 0,2-1 1,-2 0-2,-1 0 1,0-2 0,0 1-15,0-1 6,1 1 1,0 0 0,0-1 0,-1 1 20,2-1 1,-2 1 0,2 0-1,0-1-7,0 1 1,-2-1 0,2 1-1,-2 0-37,1 2 1,3-2 0,-2 2-11,0-2 0,0 0 0,-2-1 0,2 1 3,0 0 1,-2-2-1,3 1 1,0-2-15,-1 1 1,3-1 0,-3 0 0,1-1 218,-1 1 1,1 1 0,2 0-40,0 0-145,-2 1 0,1-2 0,-1 2 0,1 1-23,1-1 1,-1 1 0,0-1 0,-1-1 17,0-1 0,1-1 0,-1 0-189,0 0 172,0 0 1,2-3 0,0 0 0,0 1 1,0 1 0,0 0 1,0 2-1,0-1 26,0 1 0,-1 1 0,0 0 0,-1 1-15,0-2 1,2 0 0,0 3 0,0-1-34,0-2 1,0 2 0,0-2-1,0 0-13,0 1 0,0-3 1,0 2-1,0 0 28,0-1 1,0-1-1,0 1 249,3 0-237,-3-2 0,3 4 1,-3-2-1,1 0 8,1 0 0,-1 2 0,1-2 0,-1 0-13,1 2 0,-1 1 1,1-1-1,0-1-24,0-1 1,-1 2-1,1-2 1,0 1 0,1-1 0,1 0 0,-1 1 0,0 0 6,2-2 0,-1 1 0,-1 0 1,1 0 16,0 0 0,-2 2 0,1-2 0,1 0 36,-1 2 1,-1 1 0,1 1 0,-1 0-23,0-1 0,1 1 0,-2-1-79,1 1 65,3-1 1,-3 1-1,2 0 1,1-1-16,1 1 1,-1-1-1,0 1 1,0 0 2,0-1 1,0-1 0,2-1 0,-1 1 9,1 1 1,-2 1 0,0-1 0,0 1 5,0-1 0,0 2 0,2 0 0,-1 0-4,1 0 0,-1 0 0,0-2 0,1 1-7,-1 0 1,1 0 0,0 1 0,1 1-7,0-1 1,1-1 0,-3 0-60,1 2 67,-1-2 0,1 3 0,1-3-49,0 2 45,1-2 1,-3 2 0,1-2-1,0 0-7,1-1 1,0 3 0,0 0 0,-1-1 33,0 2 0,-1-3 0,1 2 1,-1 1 1,0 1 0,1-1 1,-1 0-1,1 0-7,2 0 1,-2 1 0,2 0 9,-2 0 0,-1-2 0,1 2 0,-1 0-8,0 1 1,1-1 0,-1 0 0,1 1 17,-1 0 0,0 1 0,1 0-13,-1 0 0,1 0-20,2 0 6,-2 0 1,2 0 0,-2 0 0,-1 0-9,1 0 0,-1 0 0,0 0-27,1 0 29,-1 3 0,1-2 1,-1 1-1,0 1-1,1-1 0,-1 1 1,-1-2-1,-1 1 7,1 0 0,1 0 0,0 1 7,0 1 1,1-3 0,-1 1 0,1 0-6,-1 0 0,0-1 0,0 1 0,-1 1 13,-1-1 0,1 2 0,0-1 1,0 0-15,0 0 1,-3 1 0,1-1-1,0 0 0,1 2 1,-1 1-33,1 0 32,-3-2 0,3 2-113,-2-2 104,-1 2 1,4-2 0,-2 0 36,0 1 0,1 1-11,3 0 0,-3 1 0,0-1 2,1 1 0,-2-3 0,0 0 0,-1 1-8,0 1 1,1 0 0,-1 1-38,0-1 1,2 0-1,-1 1 8,0-1 0,0-1 0,0-1 0,0 1 10,-2 0 1,2 0 0,-1-1 0,1 0 18,-1 0 1,-1 2 0,2-2 0,-1 2 27,0 0 1,0-2-1,-2 1 1,1 0-32,1 0 0,-1 2 1,1-1-1,-1 0-10,-1 1 0,2-1 0,0 1 0,-1-1-7,0 1 0,-1-2 1,1 0-1,0 2-5,1 0 1,1 1-1,-3-2 1,0 0 38,2 1 0,-1-1 1,1 1-1,-1-1-27,-1 0 1,1 1 0,0-1 0,1 1 5,0-1 0,-2 1 0,0-1-102,0 0 98,0 1 0,3-1 1,-1 1-95,-1-1 70,0 0 0,-1 2 1,0-1-1,0 2 8,0-1 0,0-1 1,0-1-1,0 1 34,0-1 1,0 3 0,0-1 0,0 0-13,0-1 1,0 0 0,0-1 0,0 1 0,0-1 0,0 1 1,0 1-1,0 0-20,0 0 0,0-1 0,0 1 0,-1-1 28,-1 2 0,1-1 0,-1-1 0,1 0-5,1 2 0,-2-2 0,0 1 3,1-1-11,0 0 1,0 1 0,0 1 29,-1-1-29,0-1 1,1 0 0,-1 1-1,0 0 0,1 0 0,0 0 0,1 0 0,0 0-8,0 0 1,-2 0 0,0 0-1,0 1-16,2-2 1,-2 1 0,0 0 0,-1 1 0,1-2 0,1 1 1,-2-2-1,1 1 16,0 2 1,-3-2-1,3 1 1,0-1 21,-1 0 0,2-1 1,-3 1 20,1-1-40,1 1 0,0-1 0,0 0 7,1 1-5,-3 2 1,3-2 0,-2 2-1,1-2-15,0-1 1,-1 1-1,2-1 1,-2 0-6,-1 1 0,3-1 0,-2 1 0,1-1 2,0 1 1,-2-1-1,1 0 1,0 1 41,0-1 0,-1 1 0,1-1 0,-1 0 0,-1 1 1,2-1-1,-1 1 1,1 0-116,-1 1 1,1 0 0,-2 0-57,0-1 134,1 0 0,0 1 1,0 1-95,-1-1 46,2-1 1,-2-1-1,2 1-890,-1-1-500,3-3 519,-2 3 926,3-5 0,-3 2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12370,'7'65'-787,"1"1"576,0-21 42,7 30-45,-8-44-161,14 25-228,-12-39 603,11 9 0,-15-22 0,4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 1 12312,'-16'47'-492,"5"7"0,6-6 596,5 26 0,-4 6-133,-5 19 15,-1-21 1,-4-8-142,1-19-247,5-15-280,-4 0 682,8-14 0,7-19 0,4-2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12312,'-27'62'-505,"8"-10"574,12 10 1,5 4-96,0 11-57,1-22-59,1-6-286,6-15-400,-2-15 366,20-4 462,-3-36 0,8-10 0,-4-17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 0 12312,'-1'79'-893,"-4"-1"967,-4 1 0,-4-1 1,0-8-55,-3 9 1,1-12-187,-4 17-491,7-22 110,8 0 340,17-46 1,13-34 206,8-39 0,-8 5 0,-5-4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1 12312,'-19'70'-148,"4"-2"380,-7 18-80,4-21 0,-4 31-122,1-19 25,5-19 1,-5 22-577,8-24-398,6-22 27,13 7 892,14-54 0,7-17 0,4-29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0 12312,'-15'89'-984,"2"-14"1323,-9 15 1,-2-1-686,9-36 1,0 0 345,-10 30 0,11-23 0,9-23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6641,'3'3'802,"-2"1"-211,1-2-499,-1 1 0,-1 2 1,0-1-223,0 1 18,2 1 0,-1 0 0,2 0-175,0 1 0,0-1 1,1 1-1,-1-2 287,0 0 0,-3 0 0,3-1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8112,'0'6'299,"0"1"0,0-3 0,0 0-138,0 1 1,0 1 0,0 0 0,0 1-363,0-1 0,-2 1 1,0-1-1,0 1-302,-1-1 1,2 0 0,-1 1 502,1-1 0,-1 1 0,-2-1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8113,'7'0'169,"-1"0"0,1 0 0,-2 0-137,0-2 1,0 0 0,0-2-314,0-1 1,2-1 0,-1 0 0,0 0 280,1 2 0,-1-5 0,1 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7064,'6'2'0,"0"1"0,1-2-26,-1 0 0,-2-1 0,1 2 130,0 0 1,0 1-1,0-2 1,-1 1-315,1 0 1,-1-1 0,0-1 209,1 0 0,-2 2 0,0 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7967,'4'6'0,"-1"0"-224,0-2 186,0 2 1,2-3 0,-1 2 406,1-1-200,0 0 1,2 3 0,-1-2-644,1 0 353,-1 0 0,3-1 0,0 2 1,0-2-137,0-2 0,0-1 257,-3-1 0,1 0 0,-1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6847,'6'0'172,"1"0"-292,-1 0 7,0 0 1,-1 3-1,-1-1 1,0 2-415,0 1 527,-1 1 0,-1 0 0,2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7909,'6'-4'0,"1"0"-248,-1 1 0,1 0 0,-1 2 0,0-1 33,1 0 0,-1 0 0,1-1 0,1 2 116,1 0 0,-1-1 99,-1 0 0,2 0 0,1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1 142 8070,'4'-7'-1558,"-1"1"1933,0-1 0,2 3 0,-1 0 182,2-1-396,1-4 1,-1 2-1,0-1-359,1 1 148,2 0 1,-1-1 0,2-1-163,-1 1 46,3 1 1,-5-2 0,1 1 165,-1 0 0,0 1 0,-1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13 7823,'-3'-3'0,"-1"0"1037,1 0 0,-1 2 548,2-1-591,1 2-262,-2 0-248,1 0-377,1 0 0,-2 0 0,4 2-921,1 0-315,-1 0 0,2-2-629,-1 0 1,-1 1 1757,1 1 0,-1-1 0,2 4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20 7083,'-7'-3'4815,"4"2"-3380,0-4-1424,3 4-1510,0-2 499,0 0 110,0 3-177,0-3 1,0 3 0</inkml:trace>
  <inkml:trace contextRef="#ctx0" brushRef="#br0" timeOffset="1">14 193 8840,'2'-3'3783,"-1"0"-3771,2 3 1,0 3-672,1 1 1,0-1 0,0 0 658,1-1 0,1-1 0,0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39 318 8073,'2'-7'0,"0"1"0,0 0 0,-2-1 330,0 1 1,0-1 226,-2 1 35,1 2-372,-5 2-81,3 2 0,-2 0 1,2 3 357,0 4-402,-2-1 1,4 6 0,-3-1 0,1 1-12,2 1 1,-2 2 0,1 2 0,0 2-78,2 0 1,0 0-1,0-1 1,2-1-129,3 0 0,0-1 0,2-1 1,0-2-8,1-2 0,0-3 1,3-4-1,0-1 73,2-3 1,-1-1-1,-1-3 1,-1-3 39,-1-2 0,0 0 0,-3-1 88,1-2-80,-4 0 1,1 2 0,-3-1 36,1-1-30,0 3 1,-2-2 0,0 2-175,0 1 163,0-2 1,0 3-40,-2-1 0,1 4 36,-1 4 1,1 3 0,2 4 0,0 1 17,1 0 1,5 3-1,0-2 1,0-1 49,0 2 0,2-3 1,1 1-1,1-1 79,0 0 1,-3-4 0,3-1 0,0-1 120,2-1 0,-1-1 1,-2-1 236,-1-5-333,1-2 0,-3-4 0,1 0 139,-3 0-201,1 1 1,-6-3 0,2 0 55,-1 0-153,-1-1 1,-3 3-1,-1 0 1,-2 2-200,0 2 1,-3 0-1,1 3 1,-1 2-272,0 2 0,2 1 1,-2 1-1,2 0-155,1 0 1,-1 1 0,2 1 0,0 2-244,0 2 1,4 1 868,-1-1 0,1 0 0,1 1 0</inkml:trace>
  <inkml:trace contextRef="#ctx0" brushRef="#br0" timeOffset="1">456 491 7823,'0'6'576,"0"-1"236,0-1-530,0 0 1,0 3-1,0-1-182,0 1 1,0-1-1,0 0 1,0 1-462,0-1 0,1-2 0,0 1-1536,1 0 1897,0-2 0,-2 2 0,0-1 0</inkml:trace>
  <inkml:trace contextRef="#ctx0" brushRef="#br0" timeOffset="2">655 215 7823,'4'-3'-494,"0"-1"1,-2-2 0,0 0 800,-1 0 1,-1-1-1,0 1 360,0-1-515,0 1 1,-1 0 0,-1 1 25,0 1 0,-1 3 1,1-2-121,-2 3-56,1 3 1,-2 0-1,1 4 1,0 2-27,-1 1 0,2 3 0,-2 2 0,1 3-51,-1 3 1,2 2-1,1 1 1,1 1-46,1-2 0,0 1 1,1 3-1,1-2-15,2-2 0,2-3 0,0-3 0,1-2-74,-1-1 1,3-4 0,-1-2 0,1-3-12,0 0 1,-1-4 0,2 1 219,-1-1 0,2-1 0,-1 0 0</inkml:trace>
  <inkml:trace contextRef="#ctx0" brushRef="#br0" timeOffset="3">828 279 6935,'-1'7'46,"-1"-1"0,1 1 1,-1-1-1,-1 0 219,1 1 0,-1 0 1,2 1-1,-1 1-154,0 1 1,2 1 0,0 4-1,0 0-110,3-1 0,0-1 0,4-2 1,-1 0 10,0 0 1,1-1 0,-1-3-24,1-2-17,2 1 0,-1-5 0,2 1 92,-1-1-43,2-7 1,-3 1-1,0-5-46,-1 1 23,0-3 0,-3 2 1,-1-3-1,1 1-29,0 2 1,-3-2 0,1 4 0,0-1 13,0 0 0,-2 4 0,3-2 15,-3 2-12,0 2 1,-2 3-1,0 4 1,1 2 12,0 0 1,1 3-1,0-1 1,1 1 152,1 0 1,1-1-1,4 2 429,-1-1-450,1 3 0,0-5 1,0 1-1,3 0 34,0-2 1,-2-2 0,2-2 334,0-2-355,1 0 0,-3 0 0,2-3 0,-1-4-73,-1-3 1,-3-2 0,-1-1-1,0-2-362,0 1 0,-1-2 1,-3 1-1,0-2-46,0-2 1,-3 3 0,-2 1 0,-2 1-195,-2 2 0,1 2 1,1 2-1,0 3-838,-1 3 1368,0-2 0,-1 3 0,3-2 0</inkml:trace>
  <inkml:trace contextRef="#ctx0" brushRef="#br0" timeOffset="4">1200 446 7823,'0'7'143,"0"-1"0,0 0 0,0 1 1,0-1 42,0 1 0,0-1 0,0 0 0,0 1-443,0-1 1,2 1-1,1-1-105,1 1 0,-2-2 1,2-1-841,1-1 1202,-2-3 0,5-3 0,-1 0 0</inkml:trace>
  <inkml:trace contextRef="#ctx0" brushRef="#br0" timeOffset="5">1367 369 7823,'5'-1'186,"0"0"58,0-1 0,-1 0 1,2 2-173,1 0 0,-3 0 1,0 0-338,1 0 0,1 0 1,0 0-1,0-1 265,-2-1 0,2 1 0,-2-2 0</inkml:trace>
  <inkml:trace contextRef="#ctx0" brushRef="#br0" timeOffset="6">1611 215 8007,'0'4'570,"0"1"1,0 0-313,0 0 1,0 5 0,0 0 0,0 3-126,0 2 1,0 2 0,0 1 0,0 0-249,2-1 1,-1-1-1,2 2 1,0-3-450,1-2 1,1-3 0,0-2-1,-1-3-899,1-3 1463,1-1 0,0-1 0,1 0 0</inkml:trace>
  <inkml:trace contextRef="#ctx0" brushRef="#br0" timeOffset="7">1681 23 8029,'1'-7'0,"0"1"226,1 0 0,1 3 0,-1 3 0,3 4 66,0 4 0,2 5 1,0 4-1,1 4 0,0 3 1,3 1 0,-2 1 253,1 2-401,-2-2 0,3 5 0,-1-1 44,0 2-123,-5-6 0,2 1 0,-4-5 74,1-2-103,-3-3 0,1 1 0,-4-4 1,-2-1-136,-2-1 1,-2-4-1,-1 0 1,1-1-250,-2 0 1,3-4 0,-1-1 0,1-1-801,0-1 1,1 0 0,-1-1-374,1-1 1520,2-1 0,-4-4 0,1 1 0</inkml:trace>
  <inkml:trace contextRef="#ctx0" brushRef="#br0" timeOffset="8">2021 286 7653,'4'-5'-513,"1"2"1118,0 0 1,-2 0-1,1 2-108,1-1-341,1 0 1,0 1 0,1-1 97,-1 0-225,1 0 0,-1 1 0,1 0 0,1-1-108,1 0 1,-1 2-1,-1 0 1,-1 0-846,0 0 1,1 0-550,-1 0 1473,-2 3 0,2 0 0,-3 4 0</inkml:trace>
  <inkml:trace contextRef="#ctx0" brushRef="#br0" timeOffset="9">2034 369 7823,'1'-3'403,"1"0"1,1 3 0,4 0 0,0 0-518,1 0 1,0-2 0,3-1-1,0 2-199,1 0 1,1 1 0,0 0-1,0-2 313,0 0 0,0-3 0,-1 1 0</inkml:trace>
  <inkml:trace contextRef="#ctx0" brushRef="#br0" timeOffset="10">2547 196 7840,'6'-4'0,"0"-1"259,-2 0 0,-1 0 1,-3-2-20,-3 1 1,2 2 0,-3-1 0,-1 1-23,-1 1 0,-1-2 0,-1 2 1,-1 2 67,-1 0 1,1 2 0,-1 1 0,-2 2-4,0 2 1,0 3 0,0 2-186,2 1-58,-1 1 1,1 3 0,2 1-109,0 1 58,5 4 1,-2 0 0,3 3-1,3-2 36,3 1 1,2-1 0,3-2-1,2-2-82,3-2 1,1-4 0,2-4 0,1-3 13,0-2 1,1-1-1,1-4 1,-2-3 232,-1-2 1,0-6-1,-3 0 1,0-4 74,-2-1 1,0-1 0,-3 1 0,-1-2-62,-1 0 1,-1 1 0,-1 0 0,-2 1-257,0-1 1,-2 1 0,-2 0-821,-1-1 683,-6 3 1,3-1 0,-6 3-1,0 0-194,-1 1 1,-1 0 0,1 2-840,1 3 904,-1 1 1,3 5 0,-3-1-1,2 2-176,1 2 0,1 2 0,2 3 0,1 1-144,1 3 0,-1 0 637,-1 0 0,-1 1 0,1-2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7 198 8033,'-1'-6'0,"-1"0"-181,0-1 1,0 3 1049,2 0-562,0 2 0,0 0 0,1 4 721,1 2-792,2 5 0,3 1 0,1 3 0,3 0 25,1 2 0,3 2 1,1 4-1,-1 1-77,1-2 1,1 3-1,-1 1 1,-1 0-166,1 2 1,-2-2 0,-2-2 0,-2 0-177,-1-4 1,-1 1 0,-4-4-1,-2-2-93,-1-1 0,1-3 0,0-3-248,0 1 1,-2-4-126,-2 0 1,-1-3 0,-2-3-1,3 0 108,-1-1 0,1-1 0,-2 0 0,0 0 515,0-2 0,-1-2 0,1-1 0</inkml:trace>
  <inkml:trace contextRef="#ctx0" brushRef="#br0" timeOffset="1">276 173 8033,'0'-7'395,"0"-2"-165,0 5 0,-1-4-56,-1 6-2,-2 0 0,-2 3 1,0 3 530,-1 5-476,1 5 1,-3 3 0,-2 5-1,-1 1 35,-1 2 0,-1 2 0,0 0 0,-1 4-66,1 2 0,-1 2 0,1 1 0,3-4-63,1-3 1,1-4-1,3-1 1,0-4-247,2-5 0,1-2 0,3-7-1507,0 0 519,0-2 821,0-1 1,0-4 0,0-1 0,0-2-347,0-2 0,0 0 1,0-1-1,0 1 626,0-1 0,0-2 0,0-1 0,0-3 0</inkml:trace>
  <inkml:trace contextRef="#ctx0" brushRef="#br0" timeOffset="2">385 583 7989,'4'7'0,"1"0"149,-1 1 0,-1 0 0,-1 0 0,-1-1 383,-1 0 1,0 1 0,0 1-202,0 1-263,0-2 1,0 1-357,0-2 134,0-1 1,0-1-397,0-1 1,0-3-1128,0-1 1206,0-3 471,-3-7 0,3 0 0,-3-2 0</inkml:trace>
  <inkml:trace contextRef="#ctx0" brushRef="#br0" timeOffset="3">513 44 7889,'4'-2'59,"1"-2"0,-4 0 0,2 0 311,0 1-271,-2-2 0,4 4 0,-3-3 0,1 1 24,0-1 1,2 3-1,-1-2 148,-1 0 1,3 2-187,-2-1 0,1 2 1,0 2-1,-1 3 33,-1 0 1,-1 2 0,-1-1-1,0 1-15,1-1 1,0 0 0,-2 1 0,0-1 1,0 1 0,0-1 0,0 1 8,0-1 0,2 0-250,0 1 70,1-4 0,-3 1-528,2-2 270,2-1 0,0 2 1,1-3-1,0 0-816,0 0 0,0 0 1141,-1 0 0,0-3 0,3-1 0</inkml:trace>
  <inkml:trace contextRef="#ctx0" brushRef="#br0" timeOffset="4">904 365 6984,'-2'4'342,"-3"-2"1736,3-1-1649,-1-1 1,8-1 21,1-1-341,2 1 0,0-3 0,1 3 0,-1-1-194,-1 1 0,-1-2 0,2 1 1,-1 0-381,2 1 0,-1-1 0,-1-1-52,-1 0 1,1 1 0,-2 0 0,0-1-716,0 1 1231,-4-3 0,5 2 0,-3-4 0</inkml:trace>
  <inkml:trace contextRef="#ctx0" brushRef="#br0" timeOffset="5">956 282 7889,'3'3'434,"0"-3"0,-3 6 0,0-1-207,0 3 1,0-1 0,0 2 0,0 0-139,-3-1 0,3 4 1,-2-2-1,1 0-273,1-2 1,0-1 0,0 0 0,0-1-851,0 1 0,0-1 1034,0 1 0,0-4 0,0 0 0</inkml:trace>
  <inkml:trace contextRef="#ctx0" brushRef="#br0" timeOffset="6">1277 198 7889,'0'-8'0,"0"-1"369,0 1 1,-3 1 751,1 1-924,0 2 1,3 4 0,1 5 179,2 0-239,2 5 0,2 0 0,2 3 1,0 2 92,1 2 0,1 2 0,-1 0-282,0 0 32,-1 0 0,1 1 1,0-1-1,-1 0-123,0 0 0,2-2 1,-4-2-1,0-2-190,-1 0 1,-1-5 0,-1-2-1524,-1 0 1404,-2-3 0,1-3 0,-3-4 0,0-2 451,0 0 0,0-1 0,-3-2 0,-1-1 0</inkml:trace>
  <inkml:trace contextRef="#ctx0" brushRef="#br0" timeOffset="7">1456 109 7889,'-3'-4'621,"-1"2"0,0 4 0,0 3 61,-1 3-539,-1 2 1,1 6 0,0 3 169,-2 1-170,-1 8 1,-1-4 0,-1 6 58,0 0 0,-2-1 40,4-1 1,-1-3-291,3-1 37,-1-2 0,1-6 1,0-1-1,1-3-233,1-2 0,2-2 0,-2-1-451,1-2 1,0-4 17,1 1 1,2-4 0,-3-2 109,3-2 1,0 0-1,0-1 567,0 1 0,0-1 0,0 1 0</inkml:trace>
  <inkml:trace contextRef="#ctx0" brushRef="#br0" timeOffset="8">1578 429 7544,'6'0'-933,"1"0"1217,-1-3 1,0 2-1,-1-2-217,-1 0 0,0-2 0,1 1 1,-2 0 105,0 0 1,1 1 0,-1 0 0,0-1 155,0 1 0,2 1-120,-1 0 1,-1 2-69,-1 2 0,-1 4 0,-1 3 1,0 1-72,0-1 1,-1 2-1,0-1 1,-2 1 25,-1 0 1,3-4 0,-2 3 123,0-1-156,3-2 1,-3 2 0,3-2-40,0-1 1,0 1-1,0-2-103,3 0 0,0-3 1,4-2-1,0 0-227,1 0 1,-1 0 0,2-2 0,-2-1-152,-1 0 0,3 1 0,0-2 1,-2 1 455,1-1 0,-2 0 0,0-3 0</inkml:trace>
  <inkml:trace contextRef="#ctx0" brushRef="#br0" timeOffset="9">2021 186 7912,'-4'-3'437,"-1"1"-189,3-2 0,0 3-134,5-2 0,0 3 1,4 0-1,0 0-47,1 0 1,-1 0 0,3 0-1,-2 0-186,1 0 1,-1 0 0,-1 0-635,-1 0 592,1 0 1,-1-2 0,0 0-932,1 0 422,-4 1 670,3 1 0,-5 3 0,2 1 0,-3 2 0</inkml:trace>
  <inkml:trace contextRef="#ctx0" brushRef="#br0" timeOffset="10">2021 301 7971,'-7'4'658,"1"1"-466,2-1 0,2-1 66,4 0-107,5-3 1,0 0-1,4 0-421,1 0 16,0-3 1,0 2 0,1-3 0,0-1-1195,0 2 1448,0-3 0,0 0 0,-1-4 0</inkml:trace>
  <inkml:trace contextRef="#ctx0" brushRef="#br0" timeOffset="11">2425 70 7912,'0'-6'-363,"0"-1"0,-3 2 522,-1 0 0,0 2 669,0 3-584,2 0 0,-3 4 0,1 2 0,0 2 9,-1 2 1,2 2 0,-2 3 0,1 2-176,1 1 1,1 2-1,2 1 1,0 1-17,0 1 1,0-3-1,1 1 1,1-2-162,2-2 1,4-4 0,2 0-1,-1-4-76,0-1 1,0-5 0,0-1 0,1-2 281,0-2 0,1-2 0,-1-4 94,0-1-192,-3-2 0,3 3 0,-5-2 0,0-1 39,0 1 0,-3 0 1,1 2-1,0-1-96,-1 2 1,-2 0 0,0 0-69,0 1 1,0 1 5,0 1 0,0 3 0,-2-1 0,0 4 60,1 2 0,0 2 0,1 1 0,1 1 153,1 0 0,-1 4 1,3-2-1,1 0 173,1 1 1,3-1-1,0 1 1,1-1-130,1 0 1,1-3 0,1-2 438,0-3-383,0-1 0,0-2 0,-1-1 488,-1-3-502,1-6 0,-5 0 0,1-6 0,-1-1 7,0-1 1,-3 0 0,0 0 0,-1-1-149,-2 1 1,-3-2 0,-2 0-1,-2 3-147,-1 2 0,1 2 0,-1 2 1,-1-1-391,0 3 1,-1 3-1,3 3-408,-1 1 0,1 2 0,0 3-240,2 2 0,1 2 0,2 1 1137,-1 2 0,1-2 0,-2 2 0</inkml:trace>
  <inkml:trace contextRef="#ctx0" brushRef="#br0" timeOffset="12">2848 307 7704,'3'4'1163,"-2"0"-543,1-2 1,1 1-1,-1 4 1,0-1-152,1 1 0,-2-1 0,3 1 0,-2 1-414,0 0 1,1 3 0,0-2 0,-1-1-39,1-1 0,-1-1 1,-1 0-1245,1-2 332,-1 2 0,2-5 895,-3 3 0,0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1.0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257 148 8256,'0'-6'7,"0"-1"0,2 3 0,0 0 0,0-1 222,-1-1 1,-1 0 0,0-1-1,0 1 176,0-1 0,0 3 0,0 0 0,0-1-53,0-1 1,-1 0 0,-1-1-106,0 1 1,-2 2 0,1-1 0,0 1-235,-2 1 1,-1-2-1,-1 2 1,1-1-35,0-1 0,-3 2 0,0-1 147,-1 1-57,2 1 1,-2 0 0,1 0-1,-1 0 31,0 2 1,1 0 0,3 2-113,-1 0 26,1 3 0,0-1 0,1 4 0,2 1-117,0-2 1,-1 3 0,1 1 0,2 1 141,0 1 1,1 2 0,0 1-1,0 0 88,0 2 0,1 0 0,0 2 0,2 1 34,1 0 0,0 2 0,2-3 1,-1-1-103,-1 0 0,0-2 1,3 0-1,-1-2-66,1-1 0,-3-1 1,0-1-1,0-1-87,0 0 1,1-3-1,-2 2 197,0 0-95,-1 1 0,1-4 1,-3 2-22,0 1-19,0-3 1,0 2 0,0-3-434,0 1 1,-1-4 53,-1 0 1,1-3 0,-2-2 0,1-1-187,0-3 1,0 1-1,1-4 1,0 1 23,-1 0 0,-1 0 0,3-2 1,0 0 572,0 0 0,-2-1 0,-2-1 0</inkml:trace>
  <inkml:trace contextRef="#ctx0" brushRef="#br0" timeOffset="248">1 341 8396,'4'-7'0,"0"1"761,1-1-424,1 4 0,0-3 0,1 3 661,2-1-752,-2-2 1,6 5 0,-1-3 0,3 1-45,1-1 1,-1 2 0,2-2 0,-1 2-237,0 0 1,-1-1 0,0 1 0,-3 1-1158,-1 0 1,1 1-1,-4 0 1191,0 0 0,-1 0 0,0 0 0</inkml:trace>
  <inkml:trace contextRef="#ctx0" brushRef="#br0" timeOffset="886">417 264 8396,'-2'-4'458,"1"-2"1,-2 6-1,3 0 1,0 4-184,0 2 1,0 2-1,0 1 151,0 1-261,0 4 1,3 0 0,0 1 0,2 0-14,-1 0 1,-2 0-1,2-1-228,1 1 36,-2-5 1,2 5 0,-2-8 0,0 0 327,0-2 0,0-4 0,-2 1-116,1-4 1,0-4 0,-2-5-1,1-1-163,1-1 0,-1 0 0,1-2 1,-1 0-136,-1-2 0,2 1 1,1-2-1,0 2-124,-1 0 0,3 1 0,0 2 0,0 0-252,2 1 0,-3 2 0,0 1 0,1 2 64,1 1 0,0 2 0,1 2 345,-1 1 63,1 1 1,-1 3-1,0 2 1,-1 3 23,-1 2 0,0 3 1,1 2-1,-2 2 133,0-1 1,2 3 0,-1-3 0,1 1 2,0 0 1,0-3-1,0 1 1,0-1-327,-1-1 1,2-4 0,-3-2-713,1-2 0,1-4-521,-3-1 1429,0-3 0,-5-3 0,0-1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5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26 263 8396,'2'-7'0,"1"1"-50,0 2 0,-1-2 0,1 3 0,-1-1 115,0-1 0,0 3 1,-1-2 1191,1-1 185,-1 2-1086,2-3 0,-3 6 1,0 0-62,0 4 1,-1 2 0,-1 0-86,0 0-138,-3 4 1,2-2 0,-2 3-186,1 2 62,0 0 0,0 5 0,-1-2 0,1 1-149,1 3 0,-1-1 0,3 3 0,-2 0 56,2 2 0,1-1 0,2 2 0,2-1-5,2-2 0,1-2 0,1-3 0,2-1 51,2-1 0,0-4 0,3 0 0,-2-4-17,0-3 0,0-1 0,-1-3 0,-1 0-195,-3 0 1,-1-1 0,0-1-1,-2-2-376,0-2 1,0-1 0,-1-1 685,-1 0 0,3-4 0,-2 2 0</inkml:trace>
  <inkml:trace contextRef="#ctx0" brushRef="#br0" timeOffset="576">270 192 8396,'-5'-2'0,"2"-1"-82,0-1 882,-2 3-532,4-2 1,-1 4 0,4 0 0,3 2 20,0 1 0,2 0 0,1 3 0,1 1-38,1 0 0,-1 4 0,2-1-63,0 4-141,1-2 0,-1 6 1,0 1-1,0 2-79,1 3 0,-2 2 0,-1 0 1,-3 1 26,-2-1 1,-1-1-1,-3-1 1,0-2 59,0-4 1,-1 0-1,0-5 1,-2-1-79,0-2 1,-2-3 0,0 0 0,0-1-505,0-3 1,1-1 0,-2-3-725,-1 0 0,2-1 1251,0-1 0,0-4 0,1-4 0</inkml:trace>
  <inkml:trace contextRef="#ctx0" brushRef="#br0" timeOffset="1140">610 442 8396,'-3'-6'301,"-2"-1"0,2 4 0,-1 0 563,2 0 0,0 2-527,4-1 0,2 1 0,2-1 0,1 0 117,2 1 1,1 0 0,3 1-110,0 0-245,-1-3 0,1 2 0,0-1-392,0 2 223,-3 0 1,2 0-1,-2 0-943,0 0 756,-1 0 0,-2 0 0,-1 0 0,0 0-376,1 2 0,-3-1 0,0 2-831,-2 0 1,3 0 1462,-3 4 0,0-4 0,-2 3 0,0-2 0</inkml:trace>
  <inkml:trace contextRef="#ctx0" brushRef="#br0" timeOffset="1501">751 314 8396,'-7'0'-814,"3"0"1216,0 0 62,2 0 0,0 0-189,4 0-192,-1 3 1,5-2 0,-1 3-39,3-1 33,-1 2 1,3-4 0,-2 3 0,0 0 35,0 0 0,0 4 0,0-2 1,0 1-10,0 1 0,-3-1 0,-1 1 0,-1 2 23,1 0 0,-3 2 0,1-1 0,-1 0-79,-1 0 1,0-1 0,0-2-291,0 0 1,-1 0-953,-1-3 0,1-3 1193,-4-2 0,4-2 0,-2-2 0</inkml:trace>
  <inkml:trace contextRef="#ctx0" brushRef="#br0" timeOffset="2189">1033 224 8396,'-2'-6'0,"-1"-1"19,-1 1 431,3 2-115,-2 1 0,3 9 1,0 3-101,0 2 1,1 5-1,0 2 1,2 2-82,1 4 0,-2 1 0,1 0 1,1 0-156,0-1 0,-1 0 1,2-3-1,-1-1-54,-2-2 0,3-3 0,-3-4 0,0-3-95,1-3 1,-2-3-82,1-4 239,-2-2 1,3-5-1,-1-2-207,-1-1 198,3-1 0,-3 0 1,3 0-324,-1-2 281,2 1 0,-3-1 1,3 2-1,0 0-98,0 0 1,0 3 0,2 1 0,-1 1-161,1 2 1,1-1 0,1 4 0,-1 2 205,-1 0 0,-1 2 0,0 2 1,0 3 70,-2 4 1,1 2 0,-2 2 0,0 0 47,0 1 1,-1 2-1,-2-1 1,0 0 167,0-1 1,-1 2 0,-1-2 566,-2 0-608,1-5 1,-3 2 0,1-4 0,-2 0-9,-1-1 0,-1-3 0,1 0-250,-1-1 59,-2-1 1,1-2-1,-1 0 1,1-1-51,1-1 1,0-1-1,2-2 1,0 1-406,1-1 1,1-1-1,5 0 1,0-1-789,0 1 1291,0 0 0,2-1 0,2 1 0</inkml:trace>
  <inkml:trace contextRef="#ctx0" brushRef="#br0" timeOffset="2616">1366 372 8158,'-9'-3'-507,"4"2"1,-1-1 1041,0 1-263,0 1 1,0 0 0,0 1-71,-1 1-126,1 2 1,-1 2 0,1 1-1,0 1-23,-1 0 1,1 3 0,1-2 0,2 1-172,0 2 0,1-2 1,2 0-1,0 0 90,0 0 0,3-2 0,2 0 1,2-1 53,1 0 0,4-2 0,-1 0 0,3-3-7,1-2 0,0 0 1,-3 0-1,1-2 70,0-3 0,-1 0 0,-1-2 209,-2-2-263,-2 2 1,-2-5-1,0 0-205,0-2 152,-4 1 0,2-2 0,-4 3 0,-1 1-284,-2 0 1,-1 0-1,0 0 1,-2 2-59,0 2 1,-1 4-1,2 0 360,0 0 0,-1 2 0,1-2 0</inkml:trace>
  <inkml:trace contextRef="#ctx0" brushRef="#br0" timeOffset="3058">1540 372 8282,'-1'-6'1078,"-1"2"-885,1 1 1,-2 3-1,0 0-123,-1 3 1,-2-1 0,1 3 0,0 0-60,0 3 1,2-2 0,-2 3 0,1 0-299,2 2 0,-1-1 0,3 1 0,0 0 77,0 1 0,1 0 0,1-1 0,3-2 185,3-2 0,0-4 0,3 0 0,0-3-52,1 0 1,0-1 0,0-3-1,-2-3 327,-1-2 0,2-2 1,-4-2 431,-1 1-526,0-1 1,-5 0-1,1 0-175,-1 0 17,-1 0 0,0 1 0,-1 2-372,-1 1 195,-1 5 1,-4-1-1,1 3 1,-1 0-701,1 1 879,2 1 0,-1 0 0,1 0 0</inkml:trace>
  <inkml:trace contextRef="#ctx0" brushRef="#br0" timeOffset="3402">1694 147 8884,'3'6'1051,"0"2"-683,0 4-227,-2 3 1,4 5 0,-3 4-10,2 3-81,-3-1 0,3 7 0,-3-2 0,2-1 21,-2-1 1,0-4 0,-1-4 0,0-2-472,3-1 0,-3-6 0,3-4-253,0-3 1,-2-3-1,1-6 652,-1-2 0,1-8 0,2 1 0</inkml:trace>
  <inkml:trace contextRef="#ctx0" brushRef="#br0" timeOffset="3973">2104 32 8396,'0'-7'-47,"-3"1"0,2 0 0,-3 1 396,1 1 1,-2 2-260,1 0 0,-1 2 1,0 2-1,1 3-139,-1 0 0,-1 2 0,0 0 0,-1 1 160,1 0 0,0 3 0,-1-2 0,1 1 13,-1 2 0,1-2 0,0 0 1,1 2-72,1 0 0,3-1 1,-2-2-1,3 1-190,0 0 0,0 0 0,0 2 0,0-2-77,3-1 1,-2 0-1,3-3 1,-1 1-68,1 2 0,-2-4 0,1 1 1,1 0-110,-1 0 0,-1 0-87,0 0 278,2 1 1,-4-3 198,2 0 0,-1-2 0,-1 1 0,0-3 0</inkml:trace>
  <inkml:trace contextRef="#ctx0" brushRef="#br0" timeOffset="4402">1969 301 7494,'-2'-4'122,"0"-1"315,1 0 1,0 2-362,1-1 1,1 0 0,0-1-124,1 1 106,3 2 1,-1-3 0,2 3-1,1 0-5,-1-1 0,0 3 0,1-3 0,-1 3-57,1 0 1,-3 0-1,0 2 1,1 1-44,-2 3 1,2 0-1,-3 4 1,0 0 104,-2 3 1,0-1-1,0 4 1,0 0 76,-2 1 1,0-2-1,-1 1 1,0 1-8,1-1 1,2-2 0,0-1 0,0-2-60,0 1 1,0-3 0,0-1 0,2-2 38,3-2 1,0-2 0,2 2 0,-1-1-62,1-2 1,1 0 0,1-1-1,1 0-177,2 0 1,-1 0 0,1 0 0,-2 0-338,-1 0 1,0-3-1,-1-1 1,1 0 465,-2 0 0,1-1 0,-2-1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2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8203,'0'-6'-273,"0"2"1,0-1 306,0 0 1,2 2 0,1-1 0,0 1 7,2-1 1,1 1-1,0-2 1,1 0-37,-1 0 1,0 2 0,2-1 0,-1 1-30,2 2 0,0-2-66,-3 1 135,0 0 1,0 3 69,-2 1-77,-1 1 0,-3 4 0,0 0 1,0 1 36,0 0 0,0 1 1,0-1-1,0 1-48,0-1 0,0 1 1,0 0-1,0 1-40,0-1 0,0 0 1,0-1-1,0 0 9,0 0 1,0 2-1,0-2 1,0 1-13,0 0 1,2-1-1,0 2 1,1-1 13,-1-1 0,0-1 0,2-1 0,0 1-37,0-1 1,2 0 0,-2-2 0,2-2-129,0-1 0,0-1 0,1 0 0,-1 0-112,1 0 1,-2-1 0,0-1-1,0-1 278,0-1 0,0-2 0,-1 2 0,2-2 0,-3 0 0</inkml:trace>
  <inkml:trace contextRef="#ctx0" brushRef="#br0" timeOffset="546">212 238 8396,'-6'-4'148,"-1"0"1,3 2 298,0 0 1,0 1-365,-3 1-113,4 3 0,-2 1 1,2 2-18,-1 1 1,2-1 0,-2 0 0,2 1-100,0-1 1,1 1-1,1-1 99,0 1 0,0-1 0,0 0 30,0 1 1,3-2 0,2 0 0,0-1-43,2-1 1,-1 0 0,1-2 0,1 2 18,1 1 0,1-2 1,0 2-1,-1 1 121,0 1 0,0-1 0,-1 0 150,1 2-121,-1 1 1,-1-1 0,-2 0-1,0 1 1,-1 0 524,-1 0 0,-1 2 0,-3 0-173,-1 0 0,-2 1 0,-5-1 0,-1 0-69,0 1 0,-4 0 0,1 0 0,0-2-251,-1 1 1,2-5-1,0 1 1,1 0-261,-1-1 0,1-1 1,3-2-1515,-1-1 0,2-2 285,2-1 1,2 1-1,3-3 1347,-2 1 0,1-2 0,-2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1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12250,'0'-3'1253,"0"0"0,0 2-1183,0-1-715,0 1 1,1-2 0,0 3-1513,1-2 1,1 1 2156,-1-1 0,-1 1 0,2 1 0</inkml:trace>
  <inkml:trace contextRef="#ctx0" brushRef="#br0" timeOffset="258">142 20 9119,'0'-4'867,"0"2"-1551,0 2 1,3 2 0,0 2 0</inkml:trace>
  <inkml:trace contextRef="#ctx0" brushRef="#br0" timeOffset="567">322 7 8771,'-3'-3'4906,"2"0"-5287,-2 3 1,3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27.633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28 8 8110,'0'-2'127,"-1"1"1,-1 0 0,-1 0 271,0 0 1,1-1 300,0 2-12,1 0-154,-3 0-54,2 0-92,0 0-303,-2 0 0,3 1 0,1 0-81,0 0 1,1 0 0,2-1 0,0 0 117,1 0 1,0 1-1,0 0 1,1 0-11,0 0 0,0-1 0,2 0 0,1 0 29,-1 0 1,2 2 0,0-1-89,1 0-38,-1 0 1,0-1-1,-1 0-47,2 0 73,-1 1 0,-1 0 0,-1 0 1,0 0-5,0-1 0,0 0 1,-1 0-1,0 0 17,0 0 1,-1 0 0,0 0 0,0 0 12,0 0 1,1 0 0,-2 0 0,0 0 10,0 0 1,2-1 0,-1 0 0,0 0-40,0 0 0,-1 1 1,0 0-1,0 0-17,0 0 0,1 0 0,-1 0 0,0 0-10,0 0 0,0 0 1,0 0-1,1 0-26,0 0 0,0 0 0,0 0-68,0 0 90,-1 0 1,0-1 0,0 0-17,0 0 14,1-1 1,-1 2-1,0 0-2,0 0 1,0 0 0,0 0 0,0 0 29,0 0 1,0 0 0,1 0-11,-1 0 1,0 0 0,0 0 0,0 0-5,0 0 0,-1 0 1,0 0-1,0 0 0,1 0 0,0 0-32,0 0 0,0 0 0,0 0 11,0 0 0,0 0 1,0 0 23,1 0 0,-1 0 0,0 0-5,0 0-13,0 0 1,0 0-1,0 0 0,0 0-3,1 0 0,-1 0 0,0 0-8,0 0 1,0 0-1,0 1 1,0 0 1,0 0-1,1 0 13,-1 0 1,-2-1-1,1 0 1,0 0 6,1 0 0,-1 0 0,0 0 1,0 0 8,0 0 0,0 0 0,0 0 19,0 0-38,-1 0 0,2 0 0,-2 0-13,2 0 0,0 0-3,0 0 1,0 0 6,1 0 1,-1 0 13,0 0 0,-1 0-288,-1 0-312,-1 0-5847,1 0 6437,-6 0 0,0 1 0,-4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33.428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413 0 7345,'0'5'-4,"0"-3"1,0 0 696,0 0-206,0-2-292,0 2 0,-1-1-126,0 1 1,1-1 0,-2 0-23,0 1 0,1 0 1,-1 0 11,0 1 0,-1-2 1,1 1-1,1 1 0,-1-1 1,-1-1-1,1 2-10,0 0 1,1-1-1,-1 1 1,1-1-22,-1 0 1,0 0 0,2 0 3,-2 2 0,0-2 0,1 1-53,0 0 45,-2 1 1,2-2 0,0 1-8,1 0 0,-2-1 1,1 2 0,-1-2 0,1 1 11,0 0 1,-1-2 3,0 2-3,2-1 0,-3 1 1,1 0 3,0 0 0,1-1 0,-1 1-36,0 0 1,2 0 0,-2-1 0,0 0 9,1 1 0,-1-2-24,1 2 0,0-1-10,0 3 1,-1-3 148,1 1-118,-1-2 1,2 1 25,-1 0-19,0-2 0,-1 4-4,1-2 0,0 1 0,-1-1-11,0 0 1,1 1-1,-1-2 0,0 2 1,1-2-14,1 2 6,-2-2 0,0 2 8,0 0 1,-1-1 0,2 0 0,0 0 1,-1-1 1,1 1 0,0 0 0,0 1 0,-1-3 1,1 3-11,0-2 8,0 0 1,0 1 2,0-1 1,-1 0 87,0 0 1,1 1-52,-1-1 0,1 1 1,-1-1 9,0 0 0,2 1-59,-2 0 0,1-2 1,0 1 0,0 1 36,-2 0 0,2-1-27,0 1 15,1-2 0,-1 3 10,0-2 1,0 0-1,-1 1-22,1 0 1,0 0-8,0-1 1,0 0 0,0 1 2,0-1 1,-1 0-7,2 2 1,-1-2 2,-1 2 0,1-1 37,-1 0 0,2 0-30,-2 0 1,2-1 0,-1 1-3,-1 0 1,0-2 0,1 2-5,0 0 1,-1 0 0,1 1 0,0 0 1,0-2 0,0 2 3,0-2 0,0 1 0,-1-1 12,1 0 1,0 3 0,-1-2 9,1 0 1,0 1-1,-1-2-6,0 2 1,2-1 0,-2 0-16,0 0 1,1 1 0,-1-1-1,0 0 1,0 0-1,2 1 0,-2 0 0,-1-1 1,2 0-12,0 2 0,0-2 7,0 1 0,-1-1 0,-1 2 7,0-1 1,2 0 0,-1 0 7,0-1 1,2 1-1,-3-1 17,1 0 0,1 0-25,-1 0 1,0 1 3,0 1 0,-2-1 0,3 0 1,0 0 1,-1-1 51,1 1-55,-2-2 0,2 3 61,-2-2-50,2 0 1,-1 1 0,1-2 19,0 2 1,-2-1-30,1 1 0,0-2 1,0 1-16,0 0 1,0 1-9,-1 0 0,2-1 1,0 1 14,-1-1 0,1-1 0,0 0 24,-1 1 0,1 1-11,-2 0-11,2-2 0,-1 2 0,2-2 2,-2 0 0,2 2 0,-3-1 6,1 0 1,1-1 0,0 1-8,-1 0 0,0-2-6,1 3 0,-1 0-1,-1 1 0,0-1 1,1-1 18,0 0 0,1 1 0,-1-1 32,0 0 0,0-1-35,0 2 1,0 0-43,-2 1 29,2-2 1,-1 1 0,3-1-17,-2 0 0,0-1 1,1 1 4,0 0 0,-2-1 1,1 1 6,0 0 0,1 1 4,-2 0 1,2-1 2,-2 1 1,2-2 0,-1 2-3,0-1 0,1 0 0,-1 0-2,0 0 0,1 0 1,0 0-1,0 0 0,1 0-1,-2-1 1,0 0-1,1 2 0,0-2 2,1 2 0,-1-2 0,0 1 4,0-1 1,0 0-5,1 2 0,-2-1-1,1 0 0,-1 0 0,2 0-9,-1 0 1,0 1 47,-2-2 5,2 2 1,-1-2-38,0 2 0,2-2 7,-1 2 1,0-2 33,1 2 28,-2-2-25,2 3 1,-3-3-29,2 1-27,1-1 1,-2 1 15,2 0 1,-1-2-20,0 2-8,1 0 23,-2-2-317,2 2-62,0 0 0,-1-1-696,0 0-344,0-1 0,0 0-169,1-1 1580,1-2 0,0-1 0,1 0 0</inkml:trace>
  <inkml:trace contextRef="#ctx0" brushRef="#br0" timeOffset="1643">149 615 9144,'0'-2'571,"0"0"-336,2 2 0,-2-1-103,2 0 1,0-1-1,-1-2-8,2 1 1,-2 0 0,2 1-48,0 0 0,0-1 1,0-1-1,0 1-34,0 1 0,0-1 0,-1 0-92,0 0 86,1 2 0,-2-2 0,1 1 0,0 0 30,1 1 0,-2-2-100,2 2 58,-2-3 1,2 3 0,-1-1 102,0 0-89,-1-1 0,1 2 0,0-1 20,0 0 0,1-1 0,-1 1 0,0 1 7,1-1 0,-2-1 0,2 1-48,0 0 0,-1 1 0,0-2-45,-1 1 0,1-1 1,1 1 30,0 0 0,-1-2 0,0 3 102,0-2-98,1 2 1,-2-2 0,1 1 0,0 1 9,1-1 1,-2-2-1,2 2 63,0 0-49,-1-2 1,2 2-1,-2-2 14,2 0 0,0 0 0,0-1 1,-1 2-17,0 0 1,-1-1 0,2 2-1,-1-2-8,0 0 1,-1 1 0,2 0 0,-2 0-25,0-1 0,1 1 0,-1 0 0,1 0-22,0 0 1,-2-1-1,2 0 7,0 0 1,-1 0 0,1-1-1,-1 2 11,0 0 0,0-1 1,0 2 3,2-2 0,-2 0 1,0 1-1,0 0 3,-1 0 0,1 1 0,0-1-19,0 0 18,-1 1 0,2-2 0,-1 2 0,0-2 0,1 0 0,0 0 1,1 0-2,-2-1 1,0 1-1,1 1 1,-1-1 0,1 2 1,0-1-1,-1-1 1,-1 1 0,1 0 0,1 1 0,-1-3-1,0 1 0,0 0 0,0 0 0,0 0 0,1 0 0,-2 0 0,1 1 0,0 0 2,1-2 1,-1 1 0,1-1 0,0 0 9,0 1 1,-1 0-1,1 0 33,0 0-46,-1-1 1,1 1 0,-1 0 0,0 0-1,0 0 1,1 0 0,-1 0 0,-1 0-30,1-1 1,1 1 0,-1 0-1,0 0-13,-1 0 1,2 0 0,-1 0 0,0-1 24,1 0 0,0 0 1,0-1-1,-1 2 18,1 0 1,0 1 0,-1-1 33,0-1-47,-1 0 0,2 1 58,0-2-44,-1 2 0,1-2 0,-1 2-15,0 1 13,1 0 1,0 0 0,0-1 3,0 0-4,1 0 0,-2 0 0,1 0 0,0 1 1,1 0 0,-1 0 0,-1 0 1,1 0 41,-1 0 0,2 0 0,-2-1 17,1 0 1,-1 1 0,-1 0-38,2 0 1,-1 1-1,-1-1-10,0 0 0,0 1-12,1-1-270,-1 2-100,-1-1-93,0 0 149,0 2-1980,0-2 0,-1 5 2294,-1 1 0,-3 1 0,1-1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36.498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20 79 8169,'-2'0'-161,"0"0"0,0 0 458,0 1-119,0 0 0,0 1 280,0-2 7,2 0 306,-4 0-302,4 0 0,-2 0-244,4 0 1,0 0 0,2 0 0,1 0-17,0 0 1,2 0-1,1 0 1,2 0-10,3 0 0,0-1 0,2 0 1,2 0-101,0-2 1,2 0-1,-1 0 1,0 0-76,-2 0 0,-1 2 1,-1-1-1,-1 1 12,-1-1 1,-1 1-1,-2 1 1,0 0 37,-1 0 1,-1 0 0,0 0-108,0 0-3,1 0 1,0 0 0,-1 0-1,0 0 60,0 0 0,1 0 0,0-1 0,1-1-1,-1 1 1,0 1-1,0-1 1,-1 0-42,0 0 0,0 0 1,0 1-1,-1 0 64,0 0 1,1-2 0,-1 1-1,0 0-56,0 1 1,1-1 0,-1 0 0,0 0-3,0 0 1,-1 0-28,-1 1 42,0 0 1,-1 0 0,0 0-11,0 0 0,-1 0 55,1 0-48,0 0 0,0 0 1,-1 0 43,2 0 16,-2 0 0,1-1 0,0 0 58,1 0 1,0 0 0,0 0-1,0 0-38,0 0 0,-1 0 0,0 1 6,0 0 0,0 0 1,2 0-20,-1 0 1,-2 0 0,1 0-90,0 0 1,0 2-64,-1-1 0,1 0 411,1-1-312,-1 0 0,-1 0 1,-1 1-22,0 0 50,1 0-128,-1 0 33,0-1 0,1 0-208,0 0 151,-2 0 67,4 0 78,-4 0 127,4 0-152,-4 0 1,3 0-173,-2 0 166,-1 0-203,2 0 10,0 0 175,-2 0 1,2 1-5,-2 0 1,1 0 47,0 0-243,0 0-777,2-1-2331,-2 0 2710,1 0 1,-4 1-1,-1 2 1</inkml:trace>
  <inkml:trace contextRef="#ctx0" brushRef="#br0" timeOffset="2089">701 95 7989,'-2'-4'0,"1"0"-188,0 0 260,1 0 0,0 1 1,0 0 199,0 0 1,0-1 0,0 0 727,0 0-400,0 2-375,0 0 1,0 7 0,0 2-48,0 1 1,0 3 0,0 0 0,0 2 21,0 1 1,-1 3 0,0-1 0,0 1 41,0-2 0,0 1 0,0-1-196,0 1-137,-1-3 0,2-1 0,0-4 0,0-1-694,0-2 472,0 2 0,0-5-47,0-1 1,-1-2-1,0-3-23,0 0 1,0 0-1,1-1 1,0 1-76,0 0 1,0 0 0,0 0 0,0 0 50,0 0 1,0-2-1,0 0 407,0 0 0,0 1 0,0-1 0</inkml:trace>
  <inkml:trace contextRef="#ctx0" brushRef="#br0" timeOffset="2482">672 83 6765,'0'-4'0,"0"-1"0,0 1 146,0-2 1,0 2-1,0-2 92,2 2-188,0 0 1,2-2 0,0 1 0,0 0 62,1 0 1,0 1 0,1 1 45,0 0-66,1 1 0,1-2 1,-1 1-1,0 0 43,1 2 0,0-1 0,1 2 0,-1 0-63,0 0 0,-1 0 0,0 1 1,0 0 9,-1 2 0,-1 1 1,-1 1-1,-1 1 27,-2 0 0,-1 3 1,0 0-1,0 0 63,0 0 1,0-1 0,-1 1 0,-2-1 34,-1 2 1,-1-3-1,-1 1-122,-1-2-14,2 2 0,-2-4 0,1 2 1,0-2-114,-2 1 1,2-3-1,0 1 1,1-1-304,-1 0 1,-1-1 0,2 0-141,0-2 1,0 1-1,1-2-418,0 0 1,0 0-395,2-2 1296,-2 1 0,3 0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2.422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5 4 6827,'0'4'681,"0"-1"-481,0-1 261,0-2 0,0-3-393,1 0 0,0 0 94,2 1-95,-2 2 1,1-2 36,0 2 0,-2 1-33,1 0 0,-1-1 0,0 2 18,-2 0 0,0-1 162,1 0-137,0 1-249,-2-1 246,2 1-243,-2-2-24,2 0 1,-1-1 6,2 0 0,0 0 116,0-2 0,0 2 0,1-2 115,0 2 0,0-1 124,2 2 1,-2 0 429,2 0-247,-2 0-355,1 2 49,-2-2 1,0 3-413,0-2 175,0 0 0,0 1-651,0-1 171,0 0 0,-2 1 47,1-1 0,-1 0 1,1 1 586,0-1 0,-2 2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3.029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0 12 6837,'0'3'-266,"0"-1"1107,2-2-441,-2 0-67,2 0-246,-2-2 54,0-1 0,2 1-28,-1-1 1,2 2 0,-1-2-9,0 1 1,-1 1 223,2 1 173,-2 0-188,3 0 0,-4 2-48,1 1 1,0-1-1,-2 0-23,0 0 68,1 1-346,-4-2 160,3 2 1,-2-2-192,0 0 0,1 0-404,-1-1 0,2-2-239,-2 1 0,2-2 1,0 0-1160,2 1 1868,-1-2 0,4 2 0,-2-2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3.922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20 165 8057,'-4'0'150,"2"0"0,-2 0 157,2 0 0,-1 0 3,0 0-37,3 0 1,-2 0 79,4 0 1,0 0 0,2 0-85,0 0 0,0 0 0,1 0 0,0 0-9,0 0 1,3 0 0,-1 0 0,0 0-31,2 0 1,-1 0 0,1 0-1,0 0-128,2 0 0,1 0 0,0 0 0,1 0-85,1 0 1,-1 0 0,1 0 0,0 0 40,0 0 0,-2-1 0,-2 0-32,1 0-12,-2-2 0,1 2 0,-1-2 1,-1 1 69,-2 0 1,-2 1 0,0-1-1,1 0 151,-1 1 1,-2 1-30,1 0 0,-2 0-74,2 0-358,-2 0-6737,1 0 5802,-6 0 1,3 0 1160,-3 0 0,1 2 0,-1 0 0</inkml:trace>
  <inkml:trace contextRef="#ctx0" brushRef="#br0" timeOffset="563">177 0 7991,'4'0'196,"-2"0"1,0 0 44,-4 0 1,1 1 0,-3 0-33,2 2 0,1-1 0,-1 1 0,1 1 30,-1 1 0,1 0 1,1 2-1,0 0-58,0 1 0,0 2 1,0 1-1,0 1-17,0 0 0,0 2 0,0 0 1,1 1-76,1 0 1,-1 1-1,-1-1-97,0-1 17,2-1 1,-2-1 0,2-1-1,-2-1 9,0-1 1,0-3-1,0 0 1,1 0-99,1-1 1,-1 0 160,-1-1 1,0 0 11,0 0 1,0 0-631,0 0-66,0-1-394,0-2-530,0-4 940,0 2 0,0-5-871,-2 4 1283,2-2 0,-2 1 0,2 1 175,-2 0 0,2-1 0,-2 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5.487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29 0 7962,'3'3'-224,"-2"-1"409,1 0 0,-1 0 0,0-1 1,0 2 1,-1-1-1,0 1 1,0 0 4,0 1 1,0-2-1,0 1 1,0 1-32,0 1 0,0 0 1,-1 0-1,0 0-93,0-1 1,-2 0 0,1 0 0,0 0-74,-1 0 0,0 0 1,1-1-1,0-1-549,0 0 0,0 0-498,-1-2 0,2 0 1053,-2 0 0,1-4 0,-3-1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8.140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8 0 7836,'-2'0'1208,"0"0"-663,2 0 149,-2 0-63,2 0-242,-2 0 0,5 0 0,2 0 1,1 0-243,1 0 1,1 0-1,2 0 1,1 0-46,1 0 1,1 0 0,0 0-1,1 0-52,-1 0 0,-1 0 0,-1 0 0,-1 0-100,-1 0 0,-1 0 0,-2 0 0,0 0-49,-2 0-415,1 0-387,-3 0 123,0 0-357,-2 0 197,-2 2 1,0-1 503,-3 2 0,3-2 0,-1 0 0,1 1 434,0-1 0,-1 2 0,-1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8.588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17 0 8044,'-5'0'0,"2"1"0,0 0 324,0 0 23,2 1 0,-1-2 0,4 0-33,1 0 1,1 0 0,1 0 0,1 0-9,2 0 0,0 0 1,3 0-1,0 0-75,1 0 0,2 0 0,0 0 1,-1 0-48,2 0 1,-1 0 0,1 0-1,-1 0 29,-2 0 0,-1 0 0,-1 0 1,-1 0-27,-1 0 1,0 0 0,-4 0-80,0 0-63,-2 0-516,2 0 0,-3 0-999,2 0-554,-2 0-1439,2 0 3463,-2 0 0,1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46.314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0 48 8057,'3'-4'-451,"-1"0"563,-2 0 0,0 1 118,0 0-39,0 2 0,0-1 167,0 1 79,0 0 27,0-1-96,-2 2 101,1-2-265,-1 2 1,3 1 0,0 3-54,2 1 1,0 0-1,0 1 1,2 0-26,0 2 0,1 2 1,1 0-1,1 0-29,0 2 0,1 2 0,0 1 0,1 0-32,0 1 0,0-1 0,-1-1-208,0-1 83,-1 0 1,0-1 0,-1-2-255,-2-1 235,0-1 1,-1-3-1,0 1 232,-2 0-123,0-2 0,0 0 0,-1-2 71,2 2 0,-2 0-54,0 0-57,1-1 0,-1-2-76,2-1 1,-2 0-451,2 0 317,-2 0 0,1 0-158,0 0 94,-2 0 1,2 0-276,-2-1 0,0 0-446,-2 0 415,2 0 0,-3-1 6,2 0 1,-1-2 582,-1 0 0,0 0 0,1 0 0</inkml:trace>
  <inkml:trace contextRef="#ctx0" brushRef="#br0" timeOffset="578">186 19 7675,'0'-4'-589,"0"1"1,0 1 1641,0-2-397,0 2 34,0-1-414,0 2 0,-2 1-132,-1 3 1,1-1 0,-1 1-1,0 0 43,0 1 0,0 0 0,0 1 1,-2 0 3,0 2 1,-1 3 0,1 1 211,-2 1-281,-1 2 0,-1 2 0,-1 2 396,1 1-363,-2-2 1,3 3 0,-2-2 0,1-1-30,1-2 1,2-1-1,0-3 1,2-2-268,-1-1 1,1-1 48,0-1 0,0-1 1,0-2-44,0 0 1,1-3-1,0 2-281,0 0-329,1-1 167,0 0-1391,2-1 1316,2-1 0,-1 0 0,2-1-518,0 0 1171,1 0 0,0-2 0,0 0 0</inkml:trace>
  <inkml:trace contextRef="#ctx0" brushRef="#br0" timeOffset="956">306 349 7331,'0'4'-109,"0"0"1,0 0 0,0 1 802,0-1 0,-2 0 0,1 0 0,0 0-575,0 0 1,0 0 0,0 0 0,0 1-182,0-1 1,0-2-1,0 1-796,0 0 0,-2-1 858,1 0 0,0-2 0,0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53.252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25 276 8229,'0'-7'0,"0"1"0,0 0 0,0 1 421,0 0 1,0 1 0,0 0 896,0 0-1022,0 2 1,0 2 0,0 4 0,0 3 9,0 2 0,0 4 0,-1 2 0,0 3-36,0 1 0,0 1 0,0 1 0,0-1-129,0 1 0,-1 1 0,1-2 0,0-1-51,0-2 0,0-2 0,1-1-1181,0-1 664,0-3 0,-1-2-214,0-2 445,-1-3 0,2-2 0,0-2 0,-1-1-210,0 0 0,-1-2 1,2-2-1,0 1-94,0-1 0,0 1 1,0-1-1,0 1-8,0-1 0,0 0 0,0 0 508,0-1 0,-2 0 0,0-1 0</inkml:trace>
  <inkml:trace contextRef="#ctx0" brushRef="#br0" timeOffset="436">0 268 8050,'3'-4'0,"-1"0"0,0 0 79,-1 0 0,-1-1 0,0 1 270,0 0-212,2 0 1,-1 0 0,1-1 0,1 0-20,-1 0 1,1-1 0,2 2 0,1 1-41,1 0 0,-1-1 0,3 2 0,-1 0 31,2 0 1,-1 2-1,2 0 1,0 0-71,0 0 1,-1 3 0,-2 2-1,0 0-34,0 1 0,1 3 0,-1-1 0,-2 2-21,0 2 1,-3-2 0,-2 2 0,-1 0 130,0 0 1,0 1 0,-2-4 0,-1 0 77,-3 0 0,-1-1 0,0 0 216,-1-1-269,0-1 1,-1-2 0,-1-1 1,-1 0-138,2-3 0,-3 2 1,3-2-1,1 0-280,1 0 0,0 0 0,0-2 1,2 0-149,2-2 1,0 1 0,2 1 0,0-2-218,0 1 0,2 0 0,0 1 1,2 0 640,0 1 0,2-1 0,-1-1 0</inkml:trace>
  <inkml:trace contextRef="#ctx0" brushRef="#br0" timeOffset="1026">247 41 7954,'-1'-6'0,"-1"0"0,0 2-377,-1 0 1,0-2 1682,1 1-610,1-1-590,-1 4 0,2 0 0,2 2 419,1 0-385,0 0 0,1 2 0,0 1 0,1 1 80,1 1 0,0 2 0,2 1 0,1 2-42,1 1 0,0 3 0,1 3 0,0 2-22,1 2 0,-1 4 1,1 3-1,-1 0-37,-3 1 1,-2-1-1,-3 0 1,-2-2-31,-2-2 1,-3-3 0,-2-6 0,0-1 156,-2-1 1,2-2 0,-1-2 93,0 0-235,1-1 1,-1-1 0,1-1-176,-1-1 28,2-2 0,-2 2 0,1-3 0,1-1-479,1-1 0,-2 0 0,1 0-2940,0 0 921,0 0 2540,3 0 0,0 0 0,2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6:50.639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75 37 8057,'3'-4'-236,"0"-1"0,0 3 301,-1-1 1,1 1 0,-1-2 373,0 2 1,2-1 53,-3-1 1,0 1-150,-1 0 1,0 2-205,-1 0 1,-2 1-1,-1 1 1,0 1-15,2 0 1,-2 1 0,1 1 0,0 1 8,-2 0 0,0 1 0,-1 3 0,1-1-43,1 2 0,-2-1 0,1 3 0,-1 0-35,0 3 1,1 2 0,-1 0-111,0 3 30,2 0 0,1 0 0,2 1-120,0 0 80,0 1 0,2-3 0,0 1-375,2-3 317,1-2 1,-1 0 0,1-1-1,-2-1 69,1 0 0,2-2 0,-1-2 0,1 0 63,0-1 0,-2 0 0,1-1 1,-1-2 23,1 0 1,-1-1 0,-1 0-1,2-1-53,-1 0 1,1-2 0,1 0 0,-1 0-246,0-1 1,0 0 0,0 0-679,0 0 715,0-2 0,0 1 0,0-1-992,-1 1 882,1 0 1,-4-1 0,3 2 335,-1-2 0,-1 0 0,-1-2 0</inkml:trace>
  <inkml:trace contextRef="#ctx0" brushRef="#br0" timeOffset="882">211 218 7973,'0'-4'0,"-1"0"382,0 2 436,0-2-646,0 2 0,1 2 0,0 2 272,1 2-323,0 4 0,1 0 0,-2 2 8,0 0-25,2 3 1,-2 0 0,1 1 0,0-2 40,1 1 0,-2-1 0,2-1-116,0-2-76,-2 2 0,2-4 1,-1 0 42,0-2 0,0-3 0,1-1 19,0-2 0,0-3 1,-1-2-1,1 0-6,0-1 0,-1-1 0,1 0 0,0-1-63,-1 1 0,2-2 1,-1-1-1,1 1-102,-1 0 0,0 0 0,0 1 0,0-1-74,1 2 1,-2 1-1,1 2-9,0 0 151,1 1 1,-2 1-1,2 1-25,0 0 0,0 1 1,1 3 181,-2 0-19,-1 2 1,2 2-1,-1 1 131,1 1-105,-3 0 1,3 2 0,-2 1 0,0-1-45,0 0 0,-1-2 0,0 0 0,0 0 41,0-2 0,1-1 374,0 1-270,0-3 1,1-3-1,-1-3 1,1-1-233,0-2 1,-1 0 0,2-1 0,0 0 3,-1 0 0,2-2 0,-1-1-275,0 1 190,0 0 0,0 1 0,0 1-210,1 0 290,-2 2 1,2-1 86,-2 2-22,2 0 1,0 2 0,0 2 90,-1 2 0,-1 4 0,-1 1 0,0 1-9,0 0 1,1 1 0,-1 1 0,0 0-58,0 0 1,-1-1-1,0 0 1,0-1-170,0-1 1,0 1 0,0-3 0,0 0-522,0 0 0,0-1-42,0 0 0,0-2-395,1 0 1093,0-2 0,3-2 0,-2 0 0</inkml:trace>
  <inkml:trace contextRef="#ctx0" brushRef="#br0" timeOffset="1330">483 255 7971,'0'-4'111,"-1"0"0,0 0 159,-2 0 0,1 1 0,-1 1-22,0 0 1,-1 0-1,0 2-191,0 0 1,0 2-1,0 1 1,0 1-33,0 0 0,1 2 1,0 1-1,0 0 55,1 0 0,0 2 0,2-1-101,0 1 78,0 0 1,0-1 0,1 0-111,0 0 85,0 1 0,3-2 0,-1 0 0,2-2-40,0-1 0,1-1 0,0-2 1,0 0 90,0 0 0,0-4 1,-1 0-1,1-3-47,1 0 1,-2-1-1,0-1 1,-2-1-22,0 1 1,-1-1-1,1 0 1,-2 0-90,0-1 1,-1 0 0,0 1 0,-1 0-92,0 2 1,-1 1 0,-2 2 0,0 1-188,1 0 0,0 2 1,0 0-1131,-1 0 1103,2 1 0,-2 2 1,2 1 378,0 1 0,-4 0 0,2 0 0</inkml:trace>
  <inkml:trace contextRef="#ctx0" brushRef="#br0" timeOffset="1725">640 235 7552,'-5'-4'2,"1"1"0,0 1 0,0 2 1,0 0 321,0 0 0,-1 1 0,0 0 1,-2 2-123,1 1 0,-1 0 0,1 1 0,1 1-94,0 1 0,1-1 1,0 3 248,0-1-264,2 0 0,0 0 0,2 1 0,0 0 4,2 1 1,1-2-1,2-1 1,1-1-80,0 0 1,1-1 0,1 1-1,0-3-97,-1-2 1,1 0-1,-2-1 1,2 0-209,-1 0 0,0-1 0,0-1 0,-1-1-259,0-2 1,0-2-1,-1 1 1,0-1-213,0 0 1,-2-1 757,-1-2 0,1 0 0,1-3 0</inkml:trace>
  <inkml:trace contextRef="#ctx0" brushRef="#br0" timeOffset="1979">668 82 7967,'0'-4'0,"0"0"74,0 0 1,0 2 0,0 2 640,0 4 1,0 2 0,0 4 295,0 3-813,0 1 0,1 3 0,0 0 0,0 2-83,0 1 0,0 0 0,-1 2 1,0 0-190,0-1 0,0-3 0,0-4 0,1-1-488,0-1 0,1-2 1,-2-2-2192,0-2 2753,0-4 0,0-2 0,0-2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7T23:55:18.337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52 617 8345,'-4'0'0,"-1"0"287,4 0 1,-3 0 170,2 0-351,1 0 1,-1-1 0,2-1 42,0-3 0,0 2 0,0-1 0,2-1-55,3-1 0,0-1 1,2 0-1,3-1-35,3-3 0,0-1 0,5-2 0,2 0-20,3-1 0,4-5 0,2 0 0,2-1-97,1-1 1,5-2 0,-1 0-80,2-1 96,-2 2 0,-2 1 0,-4 3 0,0 0 6,-2 0 0,2 0 1,-2 2-1,0 1 19,0 1 1,-1 1 0,2-2 0,0 1 9,-2 0 0,-3 1 1,-1 3-1,0 0 19,0 0 1,-1 1-1,2 0 1,-3 0 48,-1 3 1,-1 0 0,-1 2 0,-2 2-6,0 0 1,-1-2 0,-3 3 0,-1 1 30,-3 0 0,1-1 1,0 0 106,-1 1-139,-4 0 0,2 1-31,-2 0-553,-1 0-462,0 0 173,-3 0-552,-6 0 774,2 0 594,-6 0 0,1 3 0,-1 0 0</inkml:trace>
  <inkml:trace contextRef="#ctx0" brushRef="#br0" timeOffset="1196">26 443 8345,'4'-2'-79,"-1"0"1,-3-1 473,2 0 0,-1-2 156,1 0 0,1 2 289,-1-1-578,0 2-115,-2-1 0,0 8 1,0 2-1,-2 3-87,0 1 1,-1 0-1,2 2 1,-2-1 27,-1 1 0,3 2 1,-2-2-1,1 1-40,0 1 1,-1 0 0,2-2-1,-2 0-53,2 0 1,-2-1 0,1-1-1,0-3 145,-1-1 1,2 0 3,-1-1-31,1-2-126,1 1 72,0-4 1,1 2-202,1-3 174,-1 0 1,5 0 0,-2 0 0,2 0 12,0 0 0,1 0 0,1 0 0,1-1-12,1-1 1,1 1-1,1-1 1,0 1 57,-2-1 1,1 1 0,2-1 0,0 1-19,-1 1 1,-1 2 0,-1 1-1,-1 1-86,-1 1 1,-1-2 0,0 1-127,-1 1 27,1-2 0,-3 1 7,0-2 1,-2-1-514,3 1-32,-4-1-344,2-1 0,-9-3 0,-1-1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65 8036,'2'-4'-368,"1"-1"384,2 1 441,-5-2-224,3 2 0,-3 4 43,0 4-180,0 2 1,0-2 0,0 1 0,0 0 47,0 0 0,-2 2 1,0-1 18,0 1-121,2-1 1,0 1 0,0 1 0,0 1-26,0 1 0,-1-1 0,0 1 1,-2 2-39,2 0 0,0-1 0,1-1 1,0 2 39,0 0 1,0 0 0,0-1 0,0 0 13,0 0 1,0 1 0,0-1 0,0-1 47,0 0 0,0-1 0,0-1 102,0 0-149,0 4 0,0-5 1,0 3 32,0 0-23,0 1 0,0-3 0,0 2-43,0-1 33,0 3 1,0-5-1,-2 2-161,0 0 148,0-2 0,2 3 0,0-4-73,0 0 57,0-2 1,0 4-10,0-2 0,0 2 1,1-1 13,1-1 1,-2 0 0,3 1-6,-3-1 1,0 1 0,0-1 0,0 0-9,0 1 0,0-1 0,0 1 0,0-1 0,0 0 0,0 1 0,0-1 0,0 1 4,0-1 0,0 1 1,0-1-11,0 0 8,0-2 0,0 2 0,0-2-4,0 2-15,0 0 0,0-2 1,0 1-31,0 0 1,0 0-3,0 2 48,0-4 1,0 1 112,0-2-57,0-1 0,0 4-48,0 0 0,0-2-6,0 1 11,0-2 0,1 1-33,1 0 23,-1-3-13,5 6 14,-3-2 0,1-1 0,0 0-2,-1 0-6,2-2 1,-4 4 0,3-3 0,-1 1-4,1 0 0,-2 1 0,2-1 8,1 1 1,1 0 0,0 2 1,1-2 1,-3 0-1,0-3-13,1 1 1,1 2 0,0-1-23,1-2 1,-3 0 0,0-1 87,1 0-64,-2 0 1,3 0 268,-2 0-253,2 0 0,0 0 177,1 0-147,-1-3 1,1 1 0,-1-1 16,0 0 1,-1 0 0,-1 2-26,1-1 1,1-3-44,0 3 1,0-1-191,-2 1 148,2 2 1,-5-3 0,3 2 118,-1-1-53,-1 1-33,1-5 65,-3 6-34,3-3 0,-2 3-294,1 0-280,-1 0-1619,2 0 1242,-3-3 1,0-1 945,0-2 0,0-3 0,0-1 0</inkml:trace>
  <inkml:trace contextRef="#ctx0" brushRef="#br0" timeOffset="1">392 14 8080,'-3'-4'-1662,"2"-1"2153,-3 3 6,2 0 0,-3 3 103,3 1-452,-3 1 1,4 6 0,-2 3 140,1 2-238,1 0 0,-2 6 0,3 0 35,0 2 32,0 5 0,0 5 0,0 4 1,0 3 79,0 1 1,-2 2 0,-1 3 0,-1-1-8,-1 1 1,2-8-1,-1 1 1,1-6-98,-1-4 0,3-2 0,-1-4 1,1-3-201,1-5 1,0-2-1,0-4-28,0 0 1,-1-4-431,-1-2 298,1-1 1,-1-2-692,2-1 704,0 2 1,0-6-1,0 2-1044,0-2 1008,0 2 1,0-1-1,0 0 289,0 0 0,0-5 0,0 0 0</inkml:trace>
  <inkml:trace contextRef="#ctx0" brushRef="#br0" timeOffset="2">39 174 7408,'1'4'387,"1"-2"1,0-2-174,2 0 0,0 0 0,3-2 0,1-3-94,1 0 0,2 0 0,0-1 0,1-1-162,1 0 1,0-1-1,2 0 1,-1-1-179,1 2 1,-2-1-1,0 2 1,0 0-36,0-1 1,-3 1-1,-2 1 1,-3 2-1053,0 0 1307,-4 1 0,2 2 0,-3 0 0</inkml:trace>
  <inkml:trace contextRef="#ctx0" brushRef="#br0" timeOffset="3">59 289 8117,'6'-2'-30,"-2"1"0,1-2 0,0 0 165,0-1 0,4-2 0,2 0 1,1-1-84,1-2 0,3-1 1,0-3-1,1 0-92,0 1 0,-2 1 0,0 1 0,-2 1-362,0 1 1,-3 1-92,-1 0 0,-5 4 0,-3 3 493,-2 4 0,-3 2 0,-2 0 0,-1 1 0,-2 2 0,-1 1 0</inkml:trace>
  <inkml:trace contextRef="#ctx0" brushRef="#br0" timeOffset="4">33 469 8162,'0'6'0,"0"1"-52,0-1 1,1-2 0,1-2 197,2-1 0,2-4 0,3-1 154,2-2-197,1-3 0,1-1 0,2-3 1,0-1-75,2-1 0,0 1 1,1-2-85,-1 0 1,1 1-97,-3 2 0,0 0 0,-3 1-128,-1 2 1,-2 1 0,-3 4-110,-2 1 0,-1 3 0,-4 1 246,-1 4 0,-1 1 0,-4 2 0,-1 1 142,-1 1 0,-2 2 0,1-1 0,-3 3 0</inkml:trace>
  <inkml:trace contextRef="#ctx0" brushRef="#br0" timeOffset="5">1 655 7408,'0'6'0,"0"1"-55,0-1 1,1-2 0,1-2-1,2-1 451,2-1 0,4-4 0,2-2 0,5-4-228,1-2 1,4-4 0,2-1-1,2-1-286,1 1 1,0-2 0,0 3 0,-4 0-315,-3 1 0,-3 4 1,-4 2-371,-3 2 310,1 1 492,-7-1 0,2 1 0,-6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212 1316 7084,'-3'-3'0,"0"2"0,3-2 0,-3 1-1055,2 1 1282,-1-2 0,-1 0-160,-2-1 0,3 0 1,-1 1-1,1-1 8,-1 1 1,-1 1 0,2-3 0,0 1 30,-1 0 1,2-1-1,-4 0-44,0 0 1,2 0-1,-1 1 1,1 0-27,-1 0 0,2-1 1,-2 0-2,-1 0 1,0-2 0,0 1-15,0-1 6,1 1 1,0 0 0,0-1 0,-1 1 20,2-1 1,-2 1 0,2 0-1,0-1-7,0 1 1,-2-1 0,2 1-1,-2 0-37,1 2 1,3-2 0,-2 2-11,0-2 0,0 0 0,-2-1 0,2 1 3,0 0 1,-2-2-1,3 1 1,0-2-15,-1 1 1,3-1 0,-3 0 0,1-1 218,-1 1 1,1 1 0,2 0-40,0 0-145,-2 1 0,1-2 0,-1 2 0,1 1-23,1-1 1,-1 1 0,0-1 0,-1-1 17,0-1 0,1-1 0,-1 0-189,0 0 172,0 0 1,2-3 0,0 0 0,0 1 1,0 1 0,0 0 1,0 2-1,0-1 26,0 1 0,-1 1 0,0 0 0,-1 1-15,0-2 1,2 0 0,0 3 0,0-1-34,0-2 1,0 2 0,0-2-1,0 0-13,0 1 0,0-3 1,0 2-1,0 0 28,0-1 1,0-1-1,0 1 249,3 0-237,-3-2 0,3 4 1,-3-2-1,1 0 8,1 0 0,-1 2 0,1-2 0,-1 0-13,1 2 0,-1 1 1,1-1-1,0-1-24,0-1 1,-1 2-1,1-2 1,0 1 0,1-1 0,1 0 0,-1 1 0,0 0 6,2-2 0,-1 1 0,-1 0 1,1 0 16,0 0 0,-2 2 0,1-2 0,1 0 36,-1 2 1,-1 1 0,1 1 0,-1 0-23,0-1 0,1 1 0,-2-1-79,1 1 65,3-1 1,-3 1-1,2 0 1,1-1-16,1 1 1,-1-1-1,0 1 1,0 0 2,0-1 1,0-1 0,2-1 0,-1 1 9,1 1 1,-2 1 0,0-1 0,0 1 5,0-1 0,0 2 0,2 0 0,-1 0-4,1 0 0,-1 0 0,0-2 0,1 1-7,-1 0 1,1 0 0,0 1 0,1 1-7,0-1 1,1-1 0,-3 0-60,1 2 67,-1-2 0,1 3 0,1-3-49,0 2 45,1-2 1,-3 2 0,1-2-1,0 0-7,1-1 1,0 3 0,0 0 0,-1-1 33,0 2 0,-1-3 0,1 2 1,-1 1 1,0 1 0,1-1 1,-1 0-1,1 0-7,2 0 1,-2 1 0,2 0 9,-2 0 0,-1-2 0,1 2 0,-1 0-8,0 1 1,1-1 0,-1 0 0,1 1 17,-1 0 0,0 1 0,1 0-13,-1 0 0,1 0-20,2 0 6,-2 0 1,2 0 0,-2 0 0,-1 0-9,1 0 0,-1 0 0,0 0-27,1 0 29,-1 3 0,1-2 1,-1 1-1,0 1-1,1-1 0,-1 1 1,-1-2-1,-1 1 7,1 0 0,1 0 0,0 1 7,0 1 1,1-3 0,-1 1 0,1 0-6,-1 0 0,0-1 0,0 1 0,-1 1 13,-1-1 0,1 2 0,0-1 1,0 0-15,0 0 1,-3 1 0,1-1-1,0 0 0,1 2 1,-1 1-33,1 0 32,-3-2 0,3 2-113,-2-2 104,-1 2 1,4-2 0,-2 0 36,0 1 0,1 1-11,3 0 0,-3 1 0,0-1 2,1 1 0,-2-3 0,0 0 0,-1 1-8,0 1 1,1 0 0,-1 1-38,0-1 1,2 0-1,-1 1 8,0-1 0,0-1 0,0-1 0,0 1 10,-2 0 1,2 0 0,-1-1 0,1 0 18,-1 0 1,-1 2 0,2-2 0,-1 2 27,0 0 1,0-2-1,-2 1 1,1 0-32,1 0 0,-1 2 1,1-1-1,-1 0-10,-1 1 0,2-1 0,0 1 0,-1-1-7,0 1 0,-1-2 1,1 0-1,0 2-5,1 0 1,1 1-1,-3-2 1,0 0 38,2 1 0,-1-1 1,1 1-1,-1-1-27,-1 0 1,1 1 0,0-1 0,1 1 5,0-1 0,-2 1 0,0-1-102,0 0 98,0 1 0,3-1 1,-1 1-95,-1-1 70,0 0 0,-1 2 1,0-1-1,0 2 8,0-1 0,0-1 1,0-1-1,0 1 34,0-1 1,0 3 0,0-1 0,0 0-13,0-1 1,0 0 0,0-1 0,0 1 0,0-1 0,0 1 1,0 1-1,0 0-20,0 0 0,0-1 0,0 1 0,-1-1 28,-1 2 0,1-1 0,-1-1 0,1 0-5,1 2 0,-2-2 0,0 1 3,1-1-11,0 0 1,0 1 0,0 1 29,-1-1-29,0-1 1,1 0 0,-1 1-1,0 0 0,1 0 0,0 0 0,1 0 0,0 0-8,0 0 1,-2 0 0,0 0-1,0 1-16,2-2 1,-2 1 0,0 0 0,-1 1 0,1-2 0,1 1 1,-2-2-1,1 1 16,0 2 1,-3-2-1,3 1 1,0-1 21,-1 0 0,2-1 1,-3 1 20,1-1-40,1 1 0,0-1 0,0 0 7,1 1-5,-3 2 1,3-2 0,-2 2-1,1-2-15,0-1 1,-1 1-1,2-1 1,-2 0-6,-1 1 0,3-1 0,-2 1 0,1-1 2,0 1 1,-2-1-1,1 0 1,0 1 41,0-1 0,-1 1 0,1-1 0,-1 0 0,-1 1 1,2-1-1,-1 1 1,1 0-116,-1 1 1,1 0 0,-2 0-57,0-1 134,1 0 0,0 1 1,0 1-95,-1-1 46,2-1 1,-2-1-1,2 1-890,-1-1-500,3-3 519,-2 3 926,3-5 0,-3 2 0,0-3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12370,'7'65'-787,"1"1"576,0-21 42,7 30-45,-8-44-161,14 25-228,-12-39 603,11 9 0,-15-22 0,4 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 1 12312,'-16'47'-492,"5"7"0,6-6 596,5 26 0,-4 6-133,-5 19 15,-1-21 1,-4-8-142,1-19-247,5-15-280,-4 0 682,8-14 0,7-19 0,4-2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12312,'-27'62'-505,"8"-10"574,12 10 1,5 4-96,0 11-57,1-22-59,1-6-286,6-15-400,-2-15 366,20-4 462,-3-36 0,8-10 0,-4-17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 0 12312,'-1'79'-893,"-4"-1"967,-4 1 0,-4-1 1,0-8-55,-3 9 1,1-12-187,-4 17-491,7-22 110,8 0 340,17-46 1,13-34 206,8-39 0,-8 5 0,-5-4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1 12312,'-19'70'-148,"4"-2"380,-7 18-80,4-21 0,-4 31-122,1-19 25,5-19 1,-5 22-577,8-24-398,6-22 27,13 7 892,14-54 0,7-17 0,4-29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0 12312,'-15'89'-984,"2"-14"1323,-9 15 1,-2-1-686,9-36 1,0 0 345,-10 30 0,11-23 0,9-23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6641,'3'3'802,"-2"1"-211,1-2-499,-1 1 0,-1 2 1,0-1-223,0 1 18,2 1 0,-1 0 0,2 0-175,0 1 0,0-1 1,1 1-1,-1-2 287,0 0 0,-3 0 0,3-1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8112,'0'6'299,"0"1"0,0-3 0,0 0-138,0 1 1,0 1 0,0 0 0,0 1-363,0-1 0,-2 1 1,0-1-1,0 1-302,-1-1 1,2 0 0,-1 1 502,1-1 0,-1 1 0,-2-1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8113,'7'0'169,"-1"0"0,1 0 0,-2 0-137,0-2 1,0 0 0,0-2-314,0-1 1,2-1 0,-1 0 0,0 0 280,1 2 0,-1-5 0,1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7064,'6'2'0,"0"1"0,1-2-26,-1 0 0,-2-1 0,1 2 130,0 0 1,0 1-1,0-2 1,-1 1-315,1 0 1,-1-1 0,0-1 209,1 0 0,-2 2 0,0 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7967,'4'6'0,"-1"0"-224,0-2 186,0 2 1,2-3 0,-1 2 406,1-1-200,0 0 1,2 3 0,-1-2-644,1 0 353,-1 0 0,3-1 0,0 2 1,0-2-137,0-2 0,0-1 257,-3-1 0,1 0 0,-1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6847,'6'0'172,"1"0"-292,-1 0 7,0 0 1,-1 3-1,-1-1 1,0 2-415,0 1 527,-1 1 0,-1 0 0,2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7909,'6'-4'0,"1"0"-248,-1 1 0,1 0 0,-1 2 0,0-1 33,1 0 0,-1 0 0,1-1 0,1 2 116,1 0 0,-1-1 99,-1 0 0,2 0 0,1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1 142 8070,'4'-7'-1558,"-1"1"1933,0-1 0,2 3 0,-1 0 182,2-1-396,1-4 1,-1 2-1,0-1-359,1 1 148,2 0 1,-1-1 0,2-1-163,-1 1 46,3 1 1,-5-2 0,1 1 165,-1 0 0,0 1 0,-1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13 7823,'-3'-3'0,"-1"0"1037,1 0 0,-1 2 548,2-1-591,1 2-262,-2 0-248,1 0-377,1 0 0,-2 0 0,4 2-921,1 0-315,-1 0 0,2-2-629,-1 0 1,-1 1 1757,1 1 0,-1-1 0,2 4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20 7083,'-7'-3'4815,"4"2"-3380,0-4-1424,3 4-1510,0-2 499,0 0 110,0 3-177,0-3 1,0 3 0</inkml:trace>
  <inkml:trace contextRef="#ctx0" brushRef="#br0" timeOffset="1">14 193 8840,'2'-3'3783,"-1"0"-3771,2 3 1,0 3-672,1 1 1,0-1 0,0 0 658,1-1 0,1-1 0,0 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39 318 8073,'2'-7'0,"0"1"0,0 0 0,-2-1 330,0 1 1,0-1 226,-2 1 35,1 2-372,-5 2-81,3 2 0,-2 0 1,2 3 357,0 4-402,-2-1 1,4 6 0,-3-1 0,1 1-12,2 1 1,-2 2 0,1 2 0,0 2-78,2 0 1,0 0-1,0-1 1,2-1-129,3 0 0,0-1 0,2-1 1,0-2-8,1-2 0,0-3 1,3-4-1,0-1 73,2-3 1,-1-1-1,-1-3 1,-1-3 39,-1-2 0,0 0 0,-3-1 88,1-2-80,-4 0 1,1 2 0,-3-1 36,1-1-30,0 3 1,-2-2 0,0 2-175,0 1 163,0-2 1,0 3-40,-2-1 0,1 4 36,-1 4 1,1 3 0,2 4 0,0 1 17,1 0 1,5 3-1,0-2 1,0-1 49,0 2 0,2-3 1,1 1-1,1-1 79,0 0 1,-3-4 0,3-1 0,0-1 120,2-1 0,-1-1 1,-2-1 236,-1-5-333,1-2 0,-3-4 0,1 0 139,-3 0-201,1 1 1,-6-3 0,2 0 55,-1 0-153,-1-1 1,-3 3-1,-1 0 1,-2 2-200,0 2 1,-3 0-1,1 3 1,-1 2-272,0 2 0,2 1 1,-2 1-1,2 0-155,1 0 1,-1 1 0,2 1 0,0 2-244,0 2 1,4 1 868,-1-1 0,1 0 0,1 1 0</inkml:trace>
  <inkml:trace contextRef="#ctx0" brushRef="#br0" timeOffset="1">456 491 7823,'0'6'576,"0"-1"236,0-1-530,0 0 1,0 3-1,0-1-182,0 1 1,0-1-1,0 0 1,0 1-462,0-1 0,1-2 0,0 1-1536,1 0 1897,0-2 0,-2 2 0,0-1 0</inkml:trace>
  <inkml:trace contextRef="#ctx0" brushRef="#br0" timeOffset="2">655 215 7823,'4'-3'-494,"0"-1"1,-2-2 0,0 0 800,-1 0 1,-1-1-1,0 1 360,0-1-515,0 1 1,-1 0 0,-1 1 25,0 1 0,-1 3 1,1-2-121,-2 3-56,1 3 1,-2 0-1,1 4 1,0 2-27,-1 1 0,2 3 0,-2 2 0,1 3-51,-1 3 1,2 2-1,1 1 1,1 1-46,1-2 0,0 1 1,1 3-1,1-2-15,2-2 0,2-3 0,0-3 0,1-2-74,-1-1 1,3-4 0,-1-2 0,1-3-12,0 0 1,-1-4 0,2 1 219,-1-1 0,2-1 0,-1 0 0</inkml:trace>
  <inkml:trace contextRef="#ctx0" brushRef="#br0" timeOffset="3">828 279 6935,'-1'7'46,"-1"-1"0,1 1 1,-1-1-1,-1 0 219,1 1 0,-1 0 1,2 1-1,-1 1-154,0 1 1,2 1 0,0 4-1,0 0-110,3-1 0,0-1 0,4-2 1,-1 0 10,0 0 1,1-1 0,-1-3-24,1-2-17,2 1 0,-1-5 0,2 1 92,-1-1-43,2-7 1,-3 1-1,0-5-46,-1 1 23,0-3 0,-3 2 1,-1-3-1,1 1-29,0 2 1,-3-2 0,1 4 0,0-1 13,0 0 0,-2 4 0,3-2 15,-3 2-12,0 2 1,-2 3-1,0 4 1,1 2 12,0 0 1,1 3-1,0-1 1,1 1 152,1 0 1,1-1-1,4 2 429,-1-1-450,1 3 0,0-5 1,0 1-1,3 0 34,0-2 1,-2-2 0,2-2 334,0-2-355,1 0 0,-3 0 0,2-3 0,-1-4-73,-1-3 1,-3-2 0,-1-1-1,0-2-362,0 1 0,-1-2 1,-3 1-1,0-2-46,0-2 1,-3 3 0,-2 1 0,-2 1-195,-2 2 0,1 2 1,1 2-1,0 3-838,-1 3 1368,0-2 0,-1 3 0,3-2 0</inkml:trace>
  <inkml:trace contextRef="#ctx0" brushRef="#br0" timeOffset="4">1200 446 7823,'0'7'143,"0"-1"0,0 0 0,0 1 1,0-1 42,0 1 0,0-1 0,0 0 0,0 1-443,0-1 1,2 1-1,1-1-105,1 1 0,-2-2 1,2-1-841,1-1 1202,-2-3 0,5-3 0,-1 0 0</inkml:trace>
  <inkml:trace contextRef="#ctx0" brushRef="#br0" timeOffset="5">1367 369 7823,'5'-1'186,"0"0"58,0-1 0,-1 0 1,2 2-173,1 0 0,-3 0 1,0 0-338,1 0 0,1 0 1,0 0-1,0-1 265,-2-1 0,2 1 0,-2-2 0</inkml:trace>
  <inkml:trace contextRef="#ctx0" brushRef="#br0" timeOffset="6">1611 215 8007,'0'4'570,"0"1"1,0 0-313,0 0 1,0 5 0,0 0 0,0 3-126,0 2 1,0 2 0,0 1 0,0 0-249,2-1 1,-1-1-1,2 2 1,0-3-450,1-2 1,1-3 0,0-2-1,-1-3-899,1-3 1463,1-1 0,0-1 0,1 0 0</inkml:trace>
  <inkml:trace contextRef="#ctx0" brushRef="#br0" timeOffset="7">1681 23 8029,'1'-7'0,"0"1"226,1 0 0,1 3 0,-1 3 0,3 4 66,0 4 0,2 5 1,0 4-1,1 4 0,0 3 1,3 1 0,-2 1 253,1 2-401,-2-2 0,3 5 0,-1-1 44,0 2-123,-5-6 0,2 1 0,-4-5 74,1-2-103,-3-3 0,1 1 0,-4-4 1,-2-1-136,-2-1 1,-2-4-1,-1 0 1,1-1-250,-2 0 1,3-4 0,-1-1 0,1-1-801,0-1 1,1 0 0,-1-1-374,1-1 1520,2-1 0,-4-4 0,1 1 0</inkml:trace>
  <inkml:trace contextRef="#ctx0" brushRef="#br0" timeOffset="8">2021 286 7653,'4'-5'-513,"1"2"1118,0 0 1,-2 0-1,1 2-108,1-1-341,1 0 1,0 1 0,1-1 97,-1 0-225,1 0 0,-1 1 0,1 0 0,1-1-108,1 0 1,-1 2-1,-1 0 1,-1 0-846,0 0 1,1 0-550,-1 0 1473,-2 3 0,2 0 0,-3 4 0</inkml:trace>
  <inkml:trace contextRef="#ctx0" brushRef="#br0" timeOffset="9">2034 369 7823,'1'-3'403,"1"0"1,1 3 0,4 0 0,0 0-518,1 0 1,0-2 0,3-1-1,0 2-199,1 0 1,1 1 0,0 0-1,0-2 313,0 0 0,0-3 0,-1 1 0</inkml:trace>
  <inkml:trace contextRef="#ctx0" brushRef="#br0" timeOffset="10">2547 196 7840,'6'-4'0,"0"-1"259,-2 0 0,-1 0 1,-3-2-20,-3 1 1,2 2 0,-3-1 0,-1 1-23,-1 1 0,-1-2 0,-1 2 1,-1 2 67,-1 0 1,1 2 0,-1 1 0,-2 2-4,0 2 1,0 3 0,0 2-186,2 1-58,-1 1 1,1 3 0,2 1-109,0 1 58,5 4 1,-2 0 0,3 3-1,3-2 36,3 1 1,2-1 0,3-2-1,2-2-82,3-2 1,1-4 0,2-4 0,1-3 13,0-2 1,1-1-1,1-4 1,-2-3 232,-1-2 1,0-6-1,-3 0 1,0-4 74,-2-1 1,0-1 0,-3 1 0,-1-2-62,-1 0 1,-1 1 0,-1 0 0,-2 1-257,0-1 1,-2 1 0,-2 0-821,-1-1 683,-6 3 1,3-1 0,-6 3-1,0 0-194,-1 1 1,-1 0 0,1 2-840,1 3 904,-1 1 1,3 5 0,-3-1-1,2 2-176,1 2 0,1 2 0,2 3 0,1 1-144,1 3 0,-1 0 637,-1 0 0,-1 1 0,1-2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7 198 8033,'-1'-6'0,"-1"0"-181,0-1 1,0 3 1049,2 0-562,0 2 0,0 0 0,1 4 721,1 2-792,2 5 0,3 1 0,1 3 0,3 0 25,1 2 0,3 2 1,1 4-1,-1 1-77,1-2 1,1 3-1,-1 1 1,-1 0-166,1 2 1,-2-2 0,-2-2 0,-2 0-177,-1-4 1,-1 1 0,-4-4-1,-2-2-93,-1-1 0,1-3 0,0-3-248,0 1 1,-2-4-126,-2 0 1,-1-3 0,-2-3-1,3 0 108,-1-1 0,1-1 0,-2 0 0,0 0 515,0-2 0,-1-2 0,1-1 0</inkml:trace>
  <inkml:trace contextRef="#ctx0" brushRef="#br0" timeOffset="1">276 173 8033,'0'-7'395,"0"-2"-165,0 5 0,-1-4-56,-1 6-2,-2 0 0,-2 3 1,0 3 530,-1 5-476,1 5 1,-3 3 0,-2 5-1,-1 1 35,-1 2 0,-1 2 0,0 0 0,-1 4-66,1 2 0,-1 2 0,1 1 0,3-4-63,1-3 1,1-4-1,3-1 1,0-4-247,2-5 0,1-2 0,3-7-1507,0 0 519,0-2 821,0-1 1,0-4 0,0-1 0,0-2-347,0-2 0,0 0 1,0-1-1,0 1 626,0-1 0,0-2 0,0-1 0,0-3 0</inkml:trace>
  <inkml:trace contextRef="#ctx0" brushRef="#br0" timeOffset="2">385 583 7989,'4'7'0,"1"0"149,-1 1 0,-1 0 0,-1 0 0,-1-1 383,-1 0 1,0 1 0,0 1-202,0 1-263,0-2 1,0 1-357,0-2 134,0-1 1,0-1-397,0-1 1,0-3-1128,0-1 1206,0-3 471,-3-7 0,3 0 0,-3-2 0</inkml:trace>
  <inkml:trace contextRef="#ctx0" brushRef="#br0" timeOffset="3">513 44 7889,'4'-2'59,"1"-2"0,-4 0 0,2 0 311,0 1-271,-2-2 0,4 4 0,-3-3 0,1 1 24,0-1 1,2 3-1,-1-2 148,-1 0 1,3 2-187,-2-1 0,1 2 1,0 2-1,-1 3 33,-1 0 1,-1 2 0,-1-1-1,0 1-15,1-1 1,0 0 0,-2 1 0,0-1 1,0 1 0,0-1 0,0 1 8,0-1 0,2 0-250,0 1 70,1-4 0,-3 1-528,2-2 270,2-1 0,0 2 1,1-3-1,0 0-816,0 0 0,0 0 1141,-1 0 0,0-3 0,3-1 0</inkml:trace>
  <inkml:trace contextRef="#ctx0" brushRef="#br0" timeOffset="4">904 365 6984,'-2'4'342,"-3"-2"1736,3-1-1649,-1-1 1,8-1 21,1-1-341,2 1 0,0-3 0,1 3 0,-1-1-194,-1 1 0,-1-2 0,2 1 1,-1 0-381,2 1 0,-1-1 0,-1-1-52,-1 0 1,1 1 0,-2 0 0,0-1-716,0 1 1231,-4-3 0,5 2 0,-3-4 0</inkml:trace>
  <inkml:trace contextRef="#ctx0" brushRef="#br0" timeOffset="5">956 282 7889,'3'3'434,"0"-3"0,-3 6 0,0-1-207,0 3 1,0-1 0,0 2 0,0 0-139,-3-1 0,3 4 1,-2-2-1,1 0-273,1-2 1,0-1 0,0 0 0,0-1-851,0 1 0,0-1 1034,0 1 0,0-4 0,0 0 0</inkml:trace>
  <inkml:trace contextRef="#ctx0" brushRef="#br0" timeOffset="6">1277 198 7889,'0'-8'0,"0"-1"369,0 1 1,-3 1 751,1 1-924,0 2 1,3 4 0,1 5 179,2 0-239,2 5 0,2 0 0,2 3 1,0 2 92,1 2 0,1 2 0,-1 0-282,0 0 32,-1 0 0,1 1 1,0-1-1,-1 0-123,0 0 0,2-2 1,-4-2-1,0-2-190,-1 0 1,-1-5 0,-1-2-1524,-1 0 1404,-2-3 0,1-3 0,-3-4 0,0-2 451,0 0 0,0-1 0,-3-2 0,-1-1 0</inkml:trace>
  <inkml:trace contextRef="#ctx0" brushRef="#br0" timeOffset="7">1456 109 7889,'-3'-4'621,"-1"2"0,0 4 0,0 3 61,-1 3-539,-1 2 1,1 6 0,0 3 169,-2 1-170,-1 8 1,-1-4 0,-1 6 58,0 0 0,-2-1 40,4-1 1,-1-3-291,3-1 37,-1-2 0,1-6 1,0-1-1,1-3-233,1-2 0,2-2 0,-2-1-451,1-2 1,0-4 17,1 1 1,2-4 0,-3-2 109,3-2 1,0 0-1,0-1 567,0 1 0,0-1 0,0 1 0</inkml:trace>
  <inkml:trace contextRef="#ctx0" brushRef="#br0" timeOffset="8">1578 429 7544,'6'0'-933,"1"0"1217,-1-3 1,0 2-1,-1-2-217,-1 0 0,0-2 0,1 1 1,-2 0 105,0 0 1,1 1 0,-1 0 0,0-1 155,0 1 0,2 1-120,-1 0 1,-1 2-69,-1 2 0,-1 4 0,-1 3 1,0 1-72,0-1 1,-1 2-1,0-1 1,-2 1 25,-1 0 1,3-4 0,-2 3 123,0-1-156,3-2 1,-3 2 0,3-2-40,0-1 1,0 1-1,0-2-103,3 0 0,0-3 1,4-2-1,0 0-227,1 0 1,-1 0 0,2-2 0,-2-1-152,-1 0 0,3 1 0,0-2 1,-2 1 455,1-1 0,-2 0 0,0-3 0</inkml:trace>
  <inkml:trace contextRef="#ctx0" brushRef="#br0" timeOffset="9">2021 186 7912,'-4'-3'437,"-1"1"-189,3-2 0,0 3-134,5-2 0,0 3 1,4 0-1,0 0-47,1 0 1,-1 0 0,3 0-1,-2 0-186,1 0 1,-1 0 0,-1 0-635,-1 0 592,1 0 1,-1-2 0,0 0-932,1 0 422,-4 1 670,3 1 0,-5 3 0,2 1 0,-3 2 0</inkml:trace>
  <inkml:trace contextRef="#ctx0" brushRef="#br0" timeOffset="10">2021 301 7971,'-7'4'658,"1"1"-466,2-1 0,2-1 66,4 0-107,5-3 1,0 0-1,4 0-421,1 0 16,0-3 1,0 2 0,1-3 0,0-1-1195,0 2 1448,0-3 0,0 0 0,-1-4 0</inkml:trace>
  <inkml:trace contextRef="#ctx0" brushRef="#br0" timeOffset="11">2425 70 7912,'0'-6'-363,"0"-1"0,-3 2 522,-1 0 0,0 2 669,0 3-584,2 0 0,-3 4 0,1 2 0,0 2 9,-1 2 1,2 2 0,-2 3 0,1 2-176,1 1 1,1 2-1,2 1 1,0 1-17,0 1 1,0-3-1,1 1 1,1-2-162,2-2 1,4-4 0,2 0-1,-1-4-76,0-1 1,0-5 0,0-1 0,1-2 281,0-2 0,1-2 0,-1-4 94,0-1-192,-3-2 0,3 3 0,-5-2 0,0-1 39,0 1 0,-3 0 1,1 2-1,0-1-96,-1 2 1,-2 0 0,0 0-69,0 1 1,0 1 5,0 1 0,0 3 0,-2-1 0,0 4 60,1 2 0,0 2 0,1 1 0,1 1 153,1 0 0,-1 4 1,3-2-1,1 0 173,1 1 1,3-1-1,0 1 1,1-1-130,1 0 1,1-3 0,1-2 438,0-3-383,0-1 0,0-2 0,-1-1 488,-1-3-502,1-6 0,-5 0 0,1-6 0,-1-1 7,0-1 1,-3 0 0,0 0 0,-1-1-149,-2 1 1,-3-2 0,-2 0-1,-2 3-147,-1 2 0,1 2 0,-1 2 1,-1-1-391,0 3 1,-1 3-1,3 3-408,-1 1 0,1 2 0,0 3-240,2 2 0,1 2 0,2 1 1137,-1 2 0,1-2 0,-2 2 0</inkml:trace>
  <inkml:trace contextRef="#ctx0" brushRef="#br0" timeOffset="12">2848 307 7704,'3'4'1163,"-2"0"-543,1-2 1,1 1-1,-1 4 1,0-1-152,1 1 0,-2-1 0,3 1 0,-2 1-414,0 0 1,1 3 0,0-2 0,-1-1-39,1-1 0,-1-1 1,-1 0-1245,1-2 332,-1 2 0,2-5 895,-3 3 0,0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1.0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257 148 8256,'0'-6'7,"0"-1"0,2 3 0,0 0 0,0-1 222,-1-1 1,-1 0 0,0-1-1,0 1 176,0-1 0,0 3 0,0 0 0,0-1-53,0-1 1,-1 0 0,-1-1-106,0 1 1,-2 2 0,1-1 0,0 1-235,-2 1 1,-1-2-1,-1 2 1,1-1-35,0-1 0,-3 2 0,0-1 147,-1 1-57,2 1 1,-2 0 0,1 0-1,-1 0 31,0 2 1,1 0 0,3 2-113,-1 0 26,1 3 0,0-1 0,1 4 0,2 1-117,0-2 1,-1 3 0,1 1 0,2 1 141,0 1 1,1 2 0,0 1-1,0 0 88,0 2 0,1 0 0,0 2 0,2 1 34,1 0 0,0 2 0,2-3 1,-1-1-103,-1 0 0,0-2 1,3 0-1,-1-2-66,1-1 0,-3-1 1,0-1-1,0-1-87,0 0 1,1-3-1,-2 2 197,0 0-95,-1 1 0,1-4 1,-3 2-22,0 1-19,0-3 1,0 2 0,0-3-434,0 1 1,-1-4 53,-1 0 1,1-3 0,-2-2 0,1-1-187,0-3 1,0 1-1,1-4 1,0 1 23,-1 0 0,-1 0 0,3-2 1,0 0 572,0 0 0,-2-1 0,-2-1 0</inkml:trace>
  <inkml:trace contextRef="#ctx0" brushRef="#br0" timeOffset="248">1 341 8396,'4'-7'0,"0"1"761,1-1-424,1 4 0,0-3 0,1 3 661,2-1-752,-2-2 1,6 5 0,-1-3 0,3 1-45,1-1 1,-1 2 0,2-2 0,-1 2-237,0 0 1,-1-1 0,0 1 0,-3 1-1158,-1 0 1,1 1-1,-4 0 1191,0 0 0,-1 0 0,0 0 0</inkml:trace>
  <inkml:trace contextRef="#ctx0" brushRef="#br0" timeOffset="886">417 264 8396,'-2'-4'458,"1"-2"1,-2 6-1,3 0 1,0 4-184,0 2 1,0 2-1,0 1 151,0 1-261,0 4 1,3 0 0,0 1 0,2 0-14,-1 0 1,-2 0-1,2-1-228,1 1 36,-2-5 1,2 5 0,-2-8 0,0 0 327,0-2 0,0-4 0,-2 1-116,1-4 1,0-4 0,-2-5-1,1-1-163,1-1 0,-1 0 0,1-2 1,-1 0-136,-1-2 0,2 1 1,1-2-1,0 2-124,-1 0 0,3 1 0,0 2 0,0 0-252,2 1 0,-3 2 0,0 1 0,1 2 64,1 1 0,0 2 0,1 2 345,-1 1 63,1 1 1,-1 3-1,0 2 1,-1 3 23,-1 2 0,0 3 1,1 2-1,-2 2 133,0-1 1,2 3 0,-1-3 0,1 1 2,0 0 1,0-3-1,0 1 1,0-1-327,-1-1 1,2-4 0,-3-2-713,1-2 0,1-4-521,-3-1 1429,0-3 0,-5-3 0,0-1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5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26 263 8396,'2'-7'0,"1"1"-50,0 2 0,-1-2 0,1 3 0,-1-1 115,0-1 0,0 3 1,-1-2 1191,1-1 185,-1 2-1086,2-3 0,-3 6 1,0 0-62,0 4 1,-1 2 0,-1 0-86,0 0-138,-3 4 1,2-2 0,-2 3-186,1 2 62,0 0 0,0 5 0,-1-2 0,1 1-149,1 3 0,-1-1 0,3 3 0,-2 0 56,2 2 0,1-1 0,2 2 0,2-1-5,2-2 0,1-2 0,1-3 0,2-1 51,2-1 0,0-4 0,3 0 0,-2-4-17,0-3 0,0-1 0,-1-3 0,-1 0-195,-3 0 1,-1-1 0,0-1-1,-2-2-376,0-2 1,0-1 0,-1-1 685,-1 0 0,3-4 0,-2 2 0</inkml:trace>
  <inkml:trace contextRef="#ctx0" brushRef="#br0" timeOffset="576">270 192 8396,'-5'-2'0,"2"-1"-82,0-1 882,-2 3-532,4-2 1,-1 4 0,4 0 0,3 2 20,0 1 0,2 0 0,1 3 0,1 1-38,1 0 0,-1 4 0,2-1-63,0 4-141,1-2 0,-1 6 1,0 1-1,0 2-79,1 3 0,-2 2 0,-1 0 1,-3 1 26,-2-1 1,-1-1-1,-3-1 1,0-2 59,0-4 1,-1 0-1,0-5 1,-2-1-79,0-2 1,-2-3 0,0 0 0,0-1-505,0-3 1,1-1 0,-2-3-725,-1 0 0,2-1 1251,0-1 0,0-4 0,1-4 0</inkml:trace>
  <inkml:trace contextRef="#ctx0" brushRef="#br0" timeOffset="1140">610 442 8396,'-3'-6'301,"-2"-1"0,2 4 0,-1 0 563,2 0 0,0 2-527,4-1 0,2 1 0,2-1 0,1 0 117,2 1 1,1 0 0,3 1-110,0 0-245,-1-3 0,1 2 0,0-1-392,0 2 223,-3 0 1,2 0-1,-2 0-943,0 0 756,-1 0 0,-2 0 0,-1 0 0,0 0-376,1 2 0,-3-1 0,0 2-831,-2 0 1,3 0 1462,-3 4 0,0-4 0,-2 3 0,0-2 0</inkml:trace>
  <inkml:trace contextRef="#ctx0" brushRef="#br0" timeOffset="1501">751 314 8396,'-7'0'-814,"3"0"1216,0 0 62,2 0 0,0 0-189,4 0-192,-1 3 1,5-2 0,-1 3-39,3-1 33,-1 2 1,3-4 0,-2 3 0,0 0 35,0 0 0,0 4 0,0-2 1,0 1-10,0 1 0,-3-1 0,-1 1 0,-1 2 23,1 0 0,-3 2 0,1-1 0,-1 0-79,-1 0 1,0-1 0,0-2-291,0 0 1,-1 0-953,-1-3 0,1-3 1193,-4-2 0,4-2 0,-2-2 0</inkml:trace>
  <inkml:trace contextRef="#ctx0" brushRef="#br0" timeOffset="2189">1033 224 8396,'-2'-6'0,"-1"-1"19,-1 1 431,3 2-115,-2 1 0,3 9 1,0 3-101,0 2 1,1 5-1,0 2 1,2 2-82,1 4 0,-2 1 0,1 0 1,1 0-156,0-1 0,-1 0 1,2-3-1,-1-1-54,-2-2 0,3-3 0,-3-4 0,0-3-95,1-3 1,-2-3-82,1-4 239,-2-2 1,3-5-1,-1-2-207,-1-1 198,3-1 0,-3 0 1,3 0-324,-1-2 281,2 1 0,-3-1 1,3 2-1,0 0-98,0 0 1,0 3 0,2 1 0,-1 1-161,1 2 1,1-1 0,1 4 0,-1 2 205,-1 0 0,-1 2 0,0 2 1,0 3 70,-2 4 1,1 2 0,-2 2 0,0 0 47,0 1 1,-1 2-1,-2-1 1,0 0 167,0-1 1,-1 2 0,-1-2 566,-2 0-608,1-5 1,-3 2 0,1-4 0,-2 0-9,-1-1 0,-1-3 0,1 0-250,-1-1 59,-2-1 1,1-2-1,-1 0 1,1-1-51,1-1 1,0-1-1,2-2 1,0 1-406,1-1 1,1-1-1,5 0 1,0-1-789,0 1 1291,0 0 0,2-1 0,2 1 0</inkml:trace>
  <inkml:trace contextRef="#ctx0" brushRef="#br0" timeOffset="2616">1366 372 8158,'-9'-3'-507,"4"2"1,-1-1 1041,0 1-263,0 1 1,0 0 0,0 1-71,-1 1-126,1 2 1,-1 2 0,1 1-1,0 1-23,-1 0 1,1 3 0,1-2 0,2 1-172,0 2 0,1-2 1,2 0-1,0 0 90,0 0 0,3-2 0,2 0 1,2-1 53,1 0 0,4-2 0,-1 0 0,3-3-7,1-2 0,0 0 1,-3 0-1,1-2 70,0-3 0,-1 0 0,-1-2 209,-2-2-263,-2 2 1,-2-5-1,0 0-205,0-2 152,-4 1 0,2-2 0,-4 3 0,-1 1-284,-2 0 1,-1 0-1,0 0 1,-2 2-59,0 2 1,-1 4-1,2 0 360,0 0 0,-1 2 0,1-2 0</inkml:trace>
  <inkml:trace contextRef="#ctx0" brushRef="#br0" timeOffset="3058">1540 372 8282,'-1'-6'1078,"-1"2"-885,1 1 1,-2 3-1,0 0-123,-1 3 1,-2-1 0,1 3 0,0 0-60,0 3 1,2-2 0,-2 3 0,1 0-299,2 2 0,-1-1 0,3 1 0,0 0 77,0 1 0,1 0 0,1-1 0,3-2 185,3-2 0,0-4 0,3 0 0,0-3-52,1 0 1,0-1 0,0-3-1,-2-3 327,-1-2 0,2-2 1,-4-2 431,-1 1-526,0-1 1,-5 0-1,1 0-175,-1 0 17,-1 0 0,0 1 0,-1 2-372,-1 1 195,-1 5 1,-4-1-1,1 3 1,-1 0-701,1 1 879,2 1 0,-1 0 0,1 0 0</inkml:trace>
  <inkml:trace contextRef="#ctx0" brushRef="#br0" timeOffset="3402">1694 147 8884,'3'6'1051,"0"2"-683,0 4-227,-2 3 1,4 5 0,-3 4-10,2 3-81,-3-1 0,3 7 0,-3-2 0,2-1 21,-2-1 1,0-4 0,-1-4 0,0-2-472,3-1 0,-3-6 0,3-4-253,0-3 1,-2-3-1,1-6 652,-1-2 0,1-8 0,2 1 0</inkml:trace>
  <inkml:trace contextRef="#ctx0" brushRef="#br0" timeOffset="3973">2104 32 8396,'0'-7'-47,"-3"1"0,2 0 0,-3 1 396,1 1 1,-2 2-260,1 0 0,-1 2 1,0 2-1,1 3-139,-1 0 0,-1 2 0,0 0 0,-1 1 160,1 0 0,0 3 0,-1-2 0,1 1 13,-1 2 0,1-2 0,0 0 1,1 2-72,1 0 0,3-1 1,-2-2-1,3 1-190,0 0 0,0 0 0,0 2 0,0-2-77,3-1 1,-2 0-1,3-3 1,-1 1-68,1 2 0,-2-4 0,1 1 1,1 0-110,-1 0 0,-1 0-87,0 0 278,2 1 1,-4-3 198,2 0 0,-1-2 0,-1 1 0,0-3 0</inkml:trace>
  <inkml:trace contextRef="#ctx0" brushRef="#br0" timeOffset="4402">1969 301 7494,'-2'-4'122,"0"-1"315,1 0 1,0 2-362,1-1 1,1 0 0,0-1-124,1 1 106,3 2 1,-1-3 0,2 3-1,1 0-5,-1-1 0,0 3 0,1-3 0,-1 3-57,1 0 1,-3 0-1,0 2 1,1 1-44,-2 3 1,2 0-1,-3 4 1,0 0 104,-2 3 1,0-1-1,0 4 1,0 0 76,-2 1 1,0-2-1,-1 1 1,0 1-8,1-1 1,2-2 0,0-1 0,0-2-60,0 1 1,0-3 0,0-1 0,2-2 38,3-2 1,0-2 0,2 2 0,-1-1-62,1-2 1,1 0 0,1-1-1,1 0-177,2 0 1,-1 0 0,1 0 0,-2 0-338,-1 0 1,0-3-1,-1-1 1,1 0 465,-2 0 0,1-1 0,-2-1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2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8203,'0'-6'-273,"0"2"1,0-1 306,0 0 1,2 2 0,1-1 0,0 1 7,2-1 1,1 1-1,0-2 1,1 0-37,-1 0 1,0 2 0,2-1 0,-1 1-30,2 2 0,0-2-66,-3 1 135,0 0 1,0 3 69,-2 1-77,-1 1 0,-3 4 0,0 0 1,0 1 36,0 0 0,0 1 1,0-1-1,0 1-48,0-1 0,0 1 1,0 0-1,0 1-40,0-1 0,0 0 1,0-1-1,0 0 9,0 0 1,0 2-1,0-2 1,0 1-13,0 0 1,2-1-1,0 2 1,1-1 13,-1-1 0,0-1 0,2-1 0,0 1-37,0-1 1,2 0 0,-2-2 0,2-2-129,0-1 0,0-1 0,1 0 0,-1 0-112,1 0 1,-2-1 0,0-1-1,0-1 278,0-1 0,0-2 0,-1 2 0,2-2 0,-3 0 0</inkml:trace>
  <inkml:trace contextRef="#ctx0" brushRef="#br0" timeOffset="546">212 238 8396,'-6'-4'148,"-1"0"1,3 2 298,0 0 1,0 1-365,-3 1-113,4 3 0,-2 1 1,2 2-18,-1 1 1,2-1 0,-2 0 0,2 1-100,0-1 1,1 1-1,1-1 99,0 1 0,0-1 0,0 0 30,0 1 1,3-2 0,2 0 0,0-1-43,2-1 1,-1 0 0,1-2 0,1 2 18,1 1 0,1-2 1,0 2-1,-1 1 121,0 1 0,0-1 0,-1 0 150,1 2-121,-1 1 1,-1-1 0,-2 0-1,0 1 1,-1 0 524,-1 0 0,-1 2 0,-3 0-173,-1 0 0,-2 1 0,-5-1 0,-1 0-69,0 1 0,-4 0 0,1 0 0,0-2-251,-1 1 1,2-5-1,0 1 1,1 0-261,-1-1 0,1-1 1,3-2-1515,-1-1 0,2-2 285,2-1 1,2 1-1,3-3 1347,-2 1 0,1-2 0,-2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1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12250,'0'-3'1253,"0"0"0,0 2-1183,0-1-715,0 1 1,1-2 0,0 3-1513,1-2 1,1 1 2156,-1-1 0,-1 1 0,2 1 0</inkml:trace>
  <inkml:trace contextRef="#ctx0" brushRef="#br0" timeOffset="258">142 20 9119,'0'-4'867,"0"2"-1551,0 2 1,3 2 0,0 2 0</inkml:trace>
  <inkml:trace contextRef="#ctx0" brushRef="#br0" timeOffset="567">322 7 8771,'-3'-3'4906,"2"0"-5287,-2 3 1,3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2:28.893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22 66 9057,'-1'-6'2069,"-2"1"-224,0 0-663,-1 4 0,1-5 653,-1 2-1284,0 3 1,4-5-40,0 2 0,1 3-292,3-3 1,-1 3-1,4 1 1,1 0-175,2 0 0,2 0 1,1 0-1,3 0-75,1 0 1,0 0 0,2 0 0,0 0-20,0 0 0,5 0 0,2 1 0,-1 2 76,2 0 0,-3 1 0,4-4 0,0 0 26,-1 0 0,-1-4 0,2 1 0,0 0 32,-1 2 1,1-2 0,1-1-1,-2 2-17,0 0 0,-3 2 0,5 0 1,0-1-49,-1-3 1,2 3-1,-3-2 1,1 1-42,2 2 0,0 0 1,1 0-1,-4 0-10,0 0 1,3 0 0,-1 0 0,2 0 41,-2 0 0,-1 0 0,-4 0 0,2 0 24,2 0 1,-2 0-1,2 0 1,-1 0-28,1 0 1,-2 0 0,3 0 0,1 0-9,2 0 0,-1 0 1,-1 0-1,-1 0-29,2 0 1,0 0 0,2 0-1,0 0-7,-1 0 1,-3 0-1,2 0 1,0 0 19,1 0 1,3 0 0,-6 0 0,2 0-4,2 0 1,3 0-1,1 0 1,-2 0-21,-1 0 1,0 0 0,2 0 0,3 0 39,-1 0 1,4 0 0,-5 0 0,1 0 4,-1 0 0,7 0 0,-4 0 0,-2 0-9,1 0 1,-4 0 0,5 0-1,0 0 1,-1 0 0,0 0 1,-4 0-1,2 0-25,2 0 0,1 0 1,4 0-1,-2 0-9,-2 0 1,3 0 0,-3 0 0,2 0 18,1 0 0,0 0 0,-2 0 0,-2 0 27,-2 0 0,3 2 0,-3 0 0,-2 2-9,-1-2 1,2-1 0,2-1 0,-1 0-43,1 0 1,-1 0-1,-2 0 1,3 0-4,1 0 0,-1-3 1,4-1-1,-4 2 29,0 0 1,-1 2-1,0 0 1,1 0 20,1 0 0,-1 0 0,-6 0 0,2 0 8,3 0 0,0 0 0,3 0 0,-2 2-29,-1 1 1,1-2 0,4 3 0,1-3-16,1-1 0,2 0 0,-2 0 0,0 0 20,-1 0 0,1 0 0,-1 0 0,1 0 25,0 0 0,-4 0 1,0 0-1,1 0-8,1 0 0,-2 0 1,0 0-1,1 0-28,2 0 0,0 2 0,1 0 0,-1 2 4,1-2 1,0-1 0,0-1 0,2 0-7,2 0 1,0 0-1,-2-1 1,3-1 9,0-2 0,1 0 0,1 4 0,-3 0 9,1 0 0,-4-1 1,3-1-1,-1-2 4,0 2 1,-1 0-1,-4 2 1,-2 0-40,1 0 1,1 0 0,1 2-1,-2 0-46,-1 2 1,-2-1-1,5-3 1,-1 0 18,3 0 1,-3 0 0,-2 0-1,0 0 63,-1 0 0,3 0 1,-3 0-1,0 0-13,-3 0 0,-2 0 0,-1 0 0,0 0-11,-1 0 0,-3 0 0,-1 0 0,0 0-10,0 0 0,-4 0 0,3 0 0,-2 0-35,1 0 1,3 0 0,-3 0 0,2 0 24,3 0 1,-4 0 0,2 0 0,1 0 57,-3 0 0,4 0 0,-6 0 0,-1 0 34,-1 0 0,-1 0 1,0 0-1,-1 0 31,-3 0 1,1 0-1,-4 0 1,-2 0 48,-1 0 0,-1 0 0,0 0 43,0 0 0,0 0-61,0 0 0,-1 0 1,1 0-73,0 0 1,-4 0 0,1 0-40,0 0 0,2 0 0,1 0-56,0 0 0,0 0 0,0 0-91,-1 0 0,1 0 0,0 0-92,0 0 1,-4 0 0,1 0-1168,0 0-2265,-3 0 2569,0 0 1,-14 0 0,-3 0 1104,-4 0 0,-2 0 0,-3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2:29.924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142 251 8431,'11'-8'0,"-1"1"-129,-3-1 1,-2 2 0,-4-2 1127,3 0 0,-3 2 78,2-1 0,-1 3 402,-2-3-190,0 4-952,0-2 1,0 7-126,0 1 0,0 0 1,0 4-1,0 1-106,0 2 1,0 1 0,0 1 0,0 1-13,0 2 0,0 3 1,0-2-1,0 1-50,0 2 0,0 1 0,0-1 0,0-1-33,0 2 1,0 0-1,1 2 1,1-2-31,2-1 0,1 1 1,-3-3-1,3 1 26,1 1 1,-2-6-1,3 1 1,1-2-111,2-1 0,1 0 1,1 0-1,1-1 32,2-3 1,4 2 0,-1-6 0,3 1 48,1 1 0,3-4 0,2 3 1,1-3 10,2-1 0,2 0 1,0 0-1,1 0 58,0 0 0,1-4 0,1 1 0,1 0 39,-1 2 0,3 1 0,-1 0 0,2-1-42,2-3 1,0 3-1,1-3 1,-2 3-33,1 1 0,-1-4 0,1 1 0,1-1 32,-1-1 0,-1 3 1,3-4-1,-1 0-25,3 0 0,5 0 0,-3-3 0,-1 3-122,-1 1 0,-1-3 0,1 2 1,0 0 64,-3 2 1,-5-1 0,-1 2-1,-2 0 27,-1 2 1,-7 0 0,-3-2-1,-4 0-151,-4 0 1,-4 2-1027,-4 1 619,-4 0 0,1 0 1,-8 0-387,-3 0 1,1 0 0,-2 0 0,0-1 954,-2-3 0,-1-2 0,0-5 0</inkml:trace>
  <inkml:trace contextRef="#ctx0" brushRef="#br0" timeOffset="765">22 164 7983,'6'-5'418,"-2"-3"1,-2 4 0,1-1 288,0 0 1,1-1 323,-4-5-870,0 5 0,-1 2 0,-2 9-2,0 6 0,-5 1 0,4 6 0,-1 2-151,0 0 1,0 2 0,3 0 0,-2 0-65,1-1 1,2 0 0,1-2 0,0-2 3,0-1 0,0-1 0,0-4 0,1-5 0,3-4 0,3-4-13,3-6 1,1-6 0,0-4 0,0-3-33,0-1 1,0-3-1,-1-2 1,0 0 64,-3 1 0,2 0 0,-5 5 1,-2-1 40,-1 0 1,3 4-1,-1 1 1,0 1 152,-2 3 0,-1 1 0,0 1-22,0 0-123,0 5 1,1 1 0,3 6-1,3 3 137,3 3 1,2 4-1,1 2 1,3 3 186,1 1 0,-2 1 0,3 3 0,0-1-190,-1 2 0,3-6 0,-3 6 0,2-3-403,-1-2 1,-4 0 0,4-4 0,1 1-220,-2-5 1,-1 1-1,-2-6 1,2-1-2444,1 2 2914,-4-4 0,3 4 0,-6-5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2:33.955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1 352 8168,'0'-5'1154,"0"2"0,0 7-920,0 5 1,0 1 0,0 4 0,0 1 1,0 3 1,0-1 0,1 6-1,1 1 48,1-1 0,0 1 1,-3 4-1,0-1-101,0 1 1,0-5-1,0-2 1,0-2 444,0-4-651,0 2 0,0-12 1,0-2-1,0-8 70,0-6 0,0-3 0,0-4 0,0-1-138,0 1 1,0-4 0,0-3 0,0-1-43,0-2 1,3 2 0,1 0 0,1 0-141,2 1 1,1-3-1,1 6 1,1 0 45,3-1 0,-2 3 0,4 4 1,0 2 145,0 4 1,1 0 0,-3 7 0,0 1 79,0 1 0,0 2 0,-4 3 1,0 5-19,0 5 0,0 4 0,-1 1 0,-1 2 317,0 4 0,-2 1 0,2 3 0,-1 0 0,1 2 0,-3-1 0,-1-2 0,-1-2-243,1-2 0,-2-1 0,2-6 0,-1-2-144,1-3 0,-2-4 0,3-3-483,0-1 1,-3-2 0,2-5-386,-2-3 1,-1-3-1,0-1 1,0-1 956,0-1 0,-4-4 0,-1 1 0</inkml:trace>
  <inkml:trace contextRef="#ctx0" brushRef="#br0" timeOffset="502">604 379 7983,'0'-9'-233,"0"0"0,0 0 0,0 0 185,0-1 1,-3 1-1,-1 0 1,0 0 464,0 0 0,-3 3 0,1 1 0,-2 0-201,-2-1 0,1 4 1,0-1-1,0 2-57,0 1 1,0 4 0,0 4-1,-1 3-41,1 4 1,0 3 0,0 3 0,0 1-186,0 1 0,4 2 1,2 2-1,2 1 2,1-1 1,0-3 0,1 0-1,2-2-61,3-2 0,5-1 0,2-4 0,1-3 39,3-2 0,0-5 0,1-2 0,0-2 74,1-1 0,-1-5 0,0-3 0,1-4 25,-1-2 1,-1-1 0,-2-4-1,-2 1 1,-3 0 1,-2-1-1,-2 1 1,-3 0-78,-2 0 0,-2-1 0,-3 1 0,-4 0-247,-3-1 1,-7 1-1,1 0 1,-3 0-81,-1-1 0,2 2 0,1 2 0,1 2 391,1 3 0,2 5 0,3 2 0,-1 2 0,0 1 0,2 0 0</inkml:trace>
  <inkml:trace contextRef="#ctx0" brushRef="#br0" timeOffset="937">924 4 7570,'0'-4'1222,"0"5"-838,0 7 0,0 3 0,0 8 1,0 3-87,0 3 1,3 8-1,1 4 1,1 5-32,3 6 0,-4 4 1,0 5-1,-1 0-95,0-4 0,1-3 0,-2-7 0,1-3-151,-1-3 0,2-8 0,0-6-708,1-6 1,0-6 342,1-8 1,-2-5-1,-4-10 1,0-3-306,0-2 0,-3-2 0,-1 0 0,0-1 50,0-2 0,-2 0 1,2 2 598,-1-2 0,-1-3 0,-3 2 0</inkml:trace>
  <inkml:trace contextRef="#ctx0" brushRef="#br0" timeOffset="1201">769 333 7927,'9'0'327,"0"-3"1,0 0-1,1 0 482,3-1 1,2 2 0,7-3 0,5 0-449,2 0 0,6-1 0,-2-3 1,3 0-394,0 3 0,-3-2 0,-5 2 0,-4-1-754,-6 1 0,-6-1 0,0 3-2435,-2-1 3221,-4 3 0,-2-6 0,-4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2:55.087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284 180 8201,'1'-11'23,"3"0"0,-3 1 1,3-1 519,-3 0 1,-1 0 907,0 0-1068,0 5 1,0 2 0,0 8-55,0 3 1,0 4 0,0 4 0,0 4 5,0 5 0,0 2 0,0 5 0,0 4 66,0 3 0,0 2 0,0 2 0,0-1-77,0-1 1,0 0 0,0 3-1,0-5-287,0-5 1,0-1-1,0-8 1,0-2-170,0-3-238,0-6 0,0-3-167,0-10 0,0-5 0,-1-6 1,-2 0-426,0 0 1,-6 0-1,2 1 1,-3-1-147,-1 0 1,0 2 0,1 0-444,-1-3 1551,0-2 0,-5-2 0,-1-1 0</inkml:trace>
  <inkml:trace contextRef="#ctx0" brushRef="#br0" timeOffset="250">1 442 8711,'6'-11'258,"3"1"1,-1 2 0,1 0 93,2 0 1,5 2 0,2-1 0,4-1 17,3 2 0,4-3 0,7 1 0,0 0-250,-1 1 0,3-2 0,-2 6 0,-1-1-301,-1-1 0,-7 4 0,-4-3 0,-5 3-886,-2 1 0,-6 1-1347,-2 3 2414,-1 2 0,-1 0 0,-1-1 0</inkml:trace>
  <inkml:trace contextRef="#ctx0" brushRef="#br0" timeOffset="817">557 60 8201,'-4'-17'-932,"0"3"0,1 2 1094,3 1 0,0 6 1,0 5 250,0 6 1,5 7-1,1 3 1,1 2-83,0 5 1,0 4-1,4 7 1,0 2 101,0 4 1,0 3 0,-1 0 0,-2 2 6,-1 2 0,-4-2 0,0 1 0,-1-5-267,-2-5 1,0-3 0,0-5 0,0-6 264,0-6-472,0-4 0,0-7 1,0-5-115,0-7 1,1-2 0,1-3 0,2-2-226,-2 0 1,0-2 0,-1 2-1,1-5-86,2-1 0,1-2 0,-2 1 0,3 2 72,0 1 0,4 0 0,-3-3 0,2 2 141,-2 1 1,3 4 0,-3 1 0,3 3 418,1 3 0,0 1 0,-1-1 1,1 4 159,0 6 0,0 4 0,0 7 0,-1 5 101,-3 1 1,-1 3 0,-3 3 0,0 3-106,0 2 1,-1-3-1,0-3 1,2-2-543,-2-1 1,0-4 0,-2-1-1,1-1-512,3-3 1,-3-4-1,4-3 1,-1-1-248,4-3 1,-2-1 0,1-3 971,1-5 0,7-5 0,2-10 0</inkml:trace>
  <inkml:trace contextRef="#ctx0" brushRef="#br0" timeOffset="1266">1025 518 7922,'0'6'356,"0"-1"0,4-10 0,1-2-343,1-3 0,-3 1 0,3 0 1,-1 2-13,-2-2 1,2 0-1,-2-2 1,0 0-20,-2 0 0,-1 0 0,0 0 72,0 0 1,0 0 0,-1 2 0,-3 1 85,-3 5 1,-3-2 0,-1 1 0,0 2-10,0 1 0,-3 2 1,-2 2-1,0 5 77,1 1 0,0 2 1,4 1-1,1 2 100,3 0 1,2 6-1,5-2 1,0 2 246,0 2 0,9 0 1,3 0-1,4 0-104,3-1 1,2 0-1,0-2 1,2-2-307,3-1 1,-2-1 0,5-6 0,0 0-258,-1-2 1,2-5 0,-4 1 0,-2-4-745,-1-3 0,-1-6 1,-2 1-1,-1-5-458,-5 1 0,-7 1 1,-3 1-1,-3 0 1314,-1 0 0,0-5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2:57.753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75 349 8201,'-7'0'0,"0"0"328,-2 0 1,0 0 0,-2 0 413,0 0 1,4 0 966,-1 0-1051,6 0 1,-2 0-375,8 0 0,2 0 0,5 0 0,1 0-36,3 0 1,2-3-1,4-2 1,2 0-62,3 0 0,-2-2 0,5 3 0,1 1-154,2-2 1,-4 2 0,-2-3 0,-1 2-105,-4 1 1,4 2 0,-8 1-53,0 0 0,-3 1 0,-5 2 103,-2 0 1,-5 6-1,2-2 79,-3 3 0,-5-3 0,1 0 0,-1 0 64,-1-1 1,3 4 0,-5-3-31,-2 3 0,3-3 0,-1 1 0,0 0-24,0 2 0,-3 1 1,0 1-1,-3 1-48,-1 2 1,-3 4 0,-1-1-1,-2 4-69,-2 3 1,0-2 0,-1 4 0,-1-1-17,-2-1 1,2 2 0,5-4-1,2 0 39,1-3 1,5-5-1,5-1 1,0-2 7,0-1 0,3 0 0,0 0 1,2 0 0,1-4 0,0 1-23,0 0 1,1-2 61,2 1 1,5-1-1,5 2 5,2-5 1,-1-2 0,-2-1 0,3 0 97,3 0 1,3 0 0,2 0 0,1 0 96,1 0 0,5 0 0,0-1 0,1-1-105,2-2 1,-1-1 0,0 3 0,-3-2-153,-4 2 1,-3-3 0,-4 1 0,-3 1-240,-3-2 1,-5 4-258,1-3 1,-7 3 0,-1 1-1347,-6 0 0,0 0-511,-2 0 1,5 0 2386,-4 0 0,4-5 0,-2-1 0</inkml:trace>
  <inkml:trace contextRef="#ctx0" brushRef="#br0" timeOffset="543">729 284 8201,'11'0'918,"-3"0"-649,-1 0 1,-5 1 0,2 3 126,-3 3 0,-1 6 0,0 3 0,0 2-19,0 5 1,1 5 0,2 7 0,0 3 76,0 1 1,2 1 0,-2 3 0,0 0-206,-2-3 0,3-7 0,-1-5 1,0-2-359,-2-6 0,-1 1-190,0-7-198,0-4 0,0-10 0,-1-7-561,-3-3 0,2-1 1,-4 0-1,-1 0 283,1 1 0,3-1 0,-3 0 1,0 0 774,0 0 0,-2 0 0,-3 0 0</inkml:trace>
  <inkml:trace contextRef="#ctx0" brushRef="#br0" timeOffset="833">740 600 8201,'11'0'74,"0"0"446,0 0 0,-4 0 1,1 0-1,-1-1-180,-1-3 1,7-2 0,-1-5 0,4-1-80,3-2 0,3-3 0,4-6 0,3-2-136,2 0 0,6-4 0,-1 2 0,-1 1-250,-1-1 1,-3 2-1,-2 4 1,-4 3-1133,-6 3 626,-3 8 1,-11 3 162,-5 8 1,-2 1-1,-4 3 1,0 0-21,0 0 0,0 2 1,-2 1-1,1 0 488,-2 0 0,-1-1 0,-1 1 0,1 0 0</inkml:trace>
  <inkml:trace contextRef="#ctx0" brushRef="#br0" timeOffset="1136">828 524 8326,'7'-10'740,"0"3"0,-3 2 0,4 6 0,3 3-171,2 3 0,7 3 0,-1 1 1,4 1-73,3 2 1,3 0 0,-3 3 0,1 0-312,0 0 0,0-1 0,-4 4 0,-2-3-105,0-1 1,-6-2 0,1-3 0,-3 0-485,-2 0 1,1-4-1346,-8 0 1,0-3 532,-4 3 1,-1-4 0,-2 2-831,-1-1 2045,-4-2 0,2 2 0,-5-4 0</inkml:trace>
  <inkml:trace contextRef="#ctx0" brushRef="#br0" timeOffset="1701">1525 317 12464,'0'15'0,"0"5"363,0 4 1,0 5 0,0 7 0,1 4-79,3 3 1,-2 0-1,4 0 1,1-3-287,-1-4 1,-3-3 0,4-4-1,1-5-1008,-2-5 283,3-3 0,-7-11 1,1-5 11,-1-6 0,-2-4 0,-2-1 0,0-1-642,-2-2 0,-3 0 1356,3-4 0,-4 0 0,2-4 0</inkml:trace>
  <inkml:trace contextRef="#ctx0" brushRef="#br0" timeOffset="2067">1438 306 8201,'0'-11'618,"1"0"-383,3 0 1,2 4 0,5 0 0,1-3 14,2-3 1,8 0-1,7-1 1,3 2-51,0 1 0,5 0 1,0 1-1,1 3-92,-1 3 1,-4 4-1,-5 4 1,-3 5-62,-4 4 1,-2 4 0,-7 3-1,-3 0 171,-3-2 0,-2 0 0,-6 4 0,-1 0 74,-4 0 0,-7-6 0,-2-1 0,1-2-53,-1 2 1,-7-4 0,1 1 0,-1-5-364,0-2 1,-2 2-1,-2-3 1,0-2-371,1 0 1,0-2 0,5-2 0,0-1-26,3-5 0,3 2 1,8-1-1,3-1-819,3-2 0,2 3 1338,3-1 0,2 1 0,5-4 0</inkml:trace>
  <inkml:trace contextRef="#ctx0" brushRef="#br0" timeOffset="2850">1939 12 8155,'2'-7'468,"1"4"1,3 2 0,5 1-1,1 1-115,3 2 0,-2 5 0,4 5 0,0 2-62,0-2 1,-4 0 0,1 1 0,-5 1-101,-1 2 1,-2-3 0,1 0 0,-3-2-160,-3-1 0,-1 0 0,0 0-450,0 0 1,-4-4 0,-1-1-914,-1-1 1,-1 2-1382,-4-3 2712,5 4 0,-4-2 0,4 5 0</inkml:trace>
  <inkml:trace contextRef="#ctx0" brushRef="#br0" timeOffset="3433">2354 546 8087,'-11'0'-11,"0"-4"0,0 0 226,0 2 1,4 1-1,-1 1 37,0 0 1,-2 1-1,-1 1-107,0 2 1,4 4-69,0 0 0,4-2-94,0 1 1,6-5-1,6 2 15,4-3 0,-1-1 0,4 0 0,0 0 29,2 0 1,-1 2 0,0 0 0,0 3 81,0 1 1,-3-3-1,3 5 41,-1 0 1,-1 2 0,-6 1 0,-1 0 155,-5 0 1,-2 0 0,-1-1-1,-1 0 90,-2-3 1,-3 3-1,-7-3 1,0 2-248,-1-2 1,-2 2-1,2-6 1,-1 0-153,-2-2 1,3-1 0,-1 0-1,0 0-454,1 0 1,-1 0 0,4 0 0,2-1-1187,1-3 1,-1 2-934,1-6 2576,3 6 0,-4-8 0,3 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3:04.122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77 175 6420,'-6'5'235,"0"-4"1,4 4-36,-2 0 1,-1-4 0,3 4 10,-2 0 1,-4 1-105,0 5 0,0-1 1,0 1-104,0 0 1,6-4 0,-2 1-469,3 0 1,1-2-115,0 2 1,0-5 577,0 4 0,0-4 0,5 7 0,1-4 0</inkml:trace>
  <inkml:trace contextRef="#ctx0" brushRef="#br0" timeOffset="315">132 208 7361,'6'4'481,"-1"-1"-155,-5 4 1,0-3-1,-2 3-173,-1 2 0,-2 0 0,-3 1 0,1-2-79,3 0 0,-1-5 0,2 5-595,0 0 1,-1 2-972,4 1 1492,0-5 0,0 3 0,0-3 0</inkml:trace>
  <inkml:trace contextRef="#ctx0" brushRef="#br0" timeOffset="998">273 295 8087,'8'-7'-1240,"-2"-1"2032,-1 0-208,3-2 0,-7 5 1,3 5-1,-3 6-273,-1 4 1,1 6-1,2 3 1,0 4 6,0 3 1,3 7-1,0 1 1,1 4-118,1 3 1,-1 2 0,4 0 0,0-1-174,-1-2 0,1-2 0,0-8 1,-1-3-3,-3-5 1,2-8 0,-4 0 77,1-6 1,-4-8 0,2-7 0,-3-4 29,-1-4 0,4-2 1,-1-4-1,1-2-152,1-3 0,-3 0 1,5-5-1,2 2-286,0-1 1,-1 2 0,-1-1 0,1-1 127,2-2 0,1 4 1,0 3-1,-1 3 140,-3 4 1,3-1 0,-4 3 0,1 0-63,0 0 0,-4 2 0,1 3 0,0 0-206,0 0 0,-1 0 0,-3 0-203,0 0 0,0 4 29,0 0 0,0 9 0,0 2 0,-1 4-366,-2 3 0,1 1 844,-1 3 0,-3 2 0,0 5 0</inkml:trace>
  <inkml:trace contextRef="#ctx0" brushRef="#br0" timeOffset="1533">611 665 8018,'-6'0'597,"1"0"0,7-3 0,1-2-640,5-1 0,-2 2 0,0-3 1,0 0-58,0 1 0,-3-4 1,5 3-1,-1-3-52,-1-1 0,3 0 0,-6-1 0,1-1 18,1-2 1,-4 1-1,2 3 1,-1 0 116,-2 0 0,0 0 0,0 0 1,-2 2 144,-1 1 1,0 3 0,-4 5 21,-1 0 1,2 2 0,-2 1 0,0 5 84,-2 1 0,3 6 1,0 0-1,-1 1 12,2 0 1,-2 3-1,4 0 1,2 0 87,1-1 0,1 3 1,0-4-1,1 1-150,2 0 0,1-4 0,6 3 0,2-1-125,0-3 1,4-4 0,-1-2 0,2 1-264,3-2 0,-3-2 1,1-4-1,0 0-406,-1 0 1,0 0-1,-4-1 1,2-2-363,-2-5 1,-1 2-1,-1-1 971,0-2 0,0-5 0,0-3 0</inkml:trace>
  <inkml:trace contextRef="#ctx0" brushRef="#br0" timeOffset="2214">927 513 8668,'5'-6'335,"-3"2"0,2 8 0,0 4-48,0 6 0,0-1 0,-1 5 0,1 1-11,-2 2 1,0 1 0,1 0 0,0-2-56,0-2 0,-2 2 1,-1-5-1,0 1 2,0 0 1,0-5-121,0-4 0,0-7 1,0-2-192,0-8 0,0-8 0,0 0 1,0-4-205,0-4 1,0 3 0,0-2 0,0 2 60,0 1 1,0 0-1,0 2 1,0 2 125,0 3 1,5-1 0,2 2 160,3 1 1,1 2 0,0 3 0,0 5-47,-1 2 1,1 1 0,0 0 0,-1 1-134,-3 2 0,3 2 1,-4 4-1,0-2-376,-2 1 1,1 2-1,-2 1 1,0 0-366,-2 0 0,-1 0 864,0 0 0,0 0 0,0-1 0</inkml:trace>
  <inkml:trace contextRef="#ctx0" brushRef="#br0" timeOffset="2552">1244 491 8087,'7'4'67,"0"-1"1,0 5-1,3-4 218,-3 2 0,-2 2 0,-4 3 0,2 1 1,0 2 0,1 0 0,-4 3 0,0-1-229,0 1 0,0 0 0,0 2 1,0-5-264,0-2 1,0-1-1,0 0-1972,0 0 2178,0-5 0,5-1 0,1-5 0</inkml:trace>
  <inkml:trace contextRef="#ctx0" brushRef="#br0" timeOffset="2697">1200 328 8087,'4'-8'-556,"-1"1"1,2 5-1,-2-3 556,0 0 0,1 4 0,1-9 0,1 4 0</inkml:trace>
  <inkml:trace contextRef="#ctx0" brushRef="#br0" timeOffset="3413">1690 295 8087,'10'-7'-1667,"-3"-1"2049,-3 0 0,-3-2 0,-1-1-166,0 0 0,-1 0 0,-3 1 0,-3-1-72,-3 0 1,0 0 0,-1-1 0,0-2-104,0 0 0,0-2 1,0 3-1,0-2-18,0 2 0,0 2 1,0 4-1,-1 2-50,-2 0 1,2 4 0,-3-2-1,3 7 26,1 7 0,0 1 0,0 7 0,2 3 6,1 2 0,4 10 0,4-1 1,0 2 151,0 3 0,0-3 0,1 5 0,2 0 85,5-1 0,-2 2 0,1-5 0,0-1-97,-1-1 1,3-6 0,-4-3 0,-1-2-127,1-1 1,3-5-723,-5-2 299,1-8 1,-4-3 0,-1-8-236,-3-3 0,2-3 0,-4-1 0,-1 0 639,1 0 0,-1-4 0,-4-2 0</inkml:trace>
  <inkml:trace contextRef="#ctx0" brushRef="#br0" timeOffset="3597">1374 491 7932,'11'-1'0,"0"-2"100,0 0 1,1-5 0,1 4 0,3-1 369,1 0 0,1 1 0,4 4 0,0-1-355,0-3 0,-4 3 0,-1-2 0,-1 1-583,-3 2 1,-1 0 0,-1 0 0,0 0 467,0 0 0,-5-4 0,-1-2 0</inkml:trace>
  <inkml:trace contextRef="#ctx0" brushRef="#br0" timeOffset="4263">1865 437 8087,'-10'4'0,"2"2"0,0 0 48,0-2 1,2 1 0,0 0 0,0 0 102,0-1 0,3 5 1,0-2-1,1 3-38,2 1 0,0 1 0,2 1 1,1 2-12,5-2 1,1-1-1,2-1 1,0 0-65,0 0 0,0-5 0,1-1 0,1-2-102,2 1 0,-1 0 0,-3-4 0,0 0-12,0 0 0,4-5 1,-2-2-1,-2-3 38,-3-1 1,-4 0 0,2-1 0,0-1 3,0-2 1,-3 1-1,0 1 1,-2 0 21,-1-1 0,0-1 1,-1 5-1,-1 2 173,-2 1 0,-1 3-193,2-3 1,1 6-1,-1 1 59,2 6 1,1 5-1,1 3 1,2 4 111,5 3 1,3 5-1,2 4 1,1 1 49,0 2 0,-2 4 0,-1 2 0,0 1 138,0 0 1,-5-5-1,-3 0 1,-2-5 71,-1-4 1,-4-3 0,-4-3 0,-1-1-191,-2-5 1,-1-2-1,-2-2 1,-1-2-196,-2 0 0,0-6 0,-3 2 0,2-3-352,-1-1 0,2-5 1,-1-3-1,-1-4-227,2-3 1,2 0 0,4 5 0,0-1-248,0 0 0,1-4 0,3 1-1008,3 0 1820,3 2 0,1-3 0,0-2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13:12.369"/>
    </inkml:context>
    <inkml:brush xml:id="br0">
      <inkml:brushProperty name="width" value="0.08571" units="cm"/>
      <inkml:brushProperty name="height" value="0.08571" units="cm"/>
      <inkml:brushProperty name="color" value="#0C5790"/>
    </inkml:brush>
  </inkml:definitions>
  <inkml:trace contextRef="#ctx0" brushRef="#br0">1 66 8124,'11'0'42,"-4"0"1,-1 1 264,-1 3 0,0-2-137,-2 5 0,0-1 1,3 3-166,-1-2 1,0-1-1,-3 3-210,2-2 0,-1-3 0,-2 2-658,3-2 0,-3 1-16,3-1 879,-3-3 0,-1 4 0,0-5 0</inkml:trace>
  <inkml:trace contextRef="#ctx0" brushRef="#br0" timeOffset="283">77 0 7773,'7'6'352,"1"-2"1,-1 2-130,4 1 0,-5-1 0,-1 1 0,-2-1-210,1 0 0,3 1 0,-2 3 0,0-2-415,0-1 0,0 1 0,-2 3 402,5-1 0,1 1 0,2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65 8036,'2'-4'-368,"1"-1"384,2 1 441,-5-2-224,3 2 0,-3 4 43,0 4-180,0 2 1,0-2 0,0 1 0,0 0 47,0 0 0,-2 2 1,0-1 18,0 1-121,2-1 1,0 1 0,0 1 0,0 1-26,0 1 0,-1-1 0,0 1 1,-2 2-39,2 0 0,0-1 0,1-1 1,0 2 39,0 0 1,0 0 0,0-1 0,0 0 13,0 0 1,0 1 0,0-1 0,0-1 47,0 0 0,0-1 0,0-1 102,0 0-149,0 4 0,0-5 1,0 3 32,0 0-23,0 1 0,0-3 0,0 2-43,0-1 33,0 3 1,0-5-1,-2 2-161,0 0 148,0-2 0,2 3 0,0-4-73,0 0 57,0-2 1,0 4-10,0-2 0,0 2 1,1-1 13,1-1 1,-2 0 0,3 1-6,-3-1 1,0 1 0,0-1 0,0 0-9,0 1 0,0-1 0,0 1 0,0-1 0,0 0 0,0 1 0,0-1 0,0 1 4,0-1 0,0 1 1,0-1-11,0 0 8,0-2 0,0 2 0,0-2-4,0 2-15,0 0 0,0-2 1,0 1-31,0 0 1,0 0-3,0 2 48,0-4 1,0 1 112,0-2-57,0-1 0,0 4-48,0 0 0,0-2-6,0 1 11,0-2 0,1 1-33,1 0 23,-1-3-13,5 6 14,-3-2 0,1-1 0,0 0-2,-1 0-6,2-2 1,-4 4 0,3-3 0,-1 1-4,1 0 0,-2 1 0,2-1 8,1 1 1,1 0 0,0 2 1,1-2 1,-3 0-1,0-3-13,1 1 1,1 2 0,0-1-23,1-2 1,-3 0 0,0-1 87,1 0-64,-2 0 1,3 0 268,-2 0-253,2 0 0,0 0 177,1 0-147,-1-3 1,1 1 0,-1-1 16,0 0 1,-1 0 0,-1 2-26,1-1 1,1-3-44,0 3 1,0-1-191,-2 1 148,2 2 1,-5-3 0,3 2 118,-1-1-53,-1 1-33,1-5 65,-3 6-34,3-3 0,-2 3-294,1 0-280,-1 0-1619,2 0 1242,-3-3 1,0-1 945,0-2 0,0-3 0,0-1 0</inkml:trace>
  <inkml:trace contextRef="#ctx0" brushRef="#br0" timeOffset="1">392 14 8080,'-3'-4'-1662,"2"-1"2153,-3 3 6,2 0 0,-3 3 103,3 1-452,-3 1 1,4 6 0,-2 3 140,1 2-238,1 0 0,-2 6 0,3 0 35,0 2 32,0 5 0,0 5 0,0 4 1,0 3 79,0 1 1,-2 2 0,-1 3 0,-1-1-8,-1 1 1,2-8-1,-1 1 1,1-6-98,-1-4 0,3-2 0,-1-4 1,1-3-201,1-5 1,0-2-1,0-4-28,0 0 1,-1-4-431,-1-2 298,1-1 1,-1-2-692,2-1 704,0 2 1,0-6-1,0 2-1044,0-2 1008,0 2 1,0-1-1,0 0 289,0 0 0,0-5 0,0 0 0</inkml:trace>
  <inkml:trace contextRef="#ctx0" brushRef="#br0" timeOffset="2">39 174 7408,'1'4'387,"1"-2"1,0-2-174,2 0 0,0 0 0,3-2 0,1-3-94,1 0 0,2 0 0,0-1 0,1-1-162,1 0 1,0-1-1,2 0 1,-1-1-179,1 2 1,-2-1-1,0 2 1,0 0-36,0-1 1,-3 1-1,-2 1 1,-3 2-1053,0 0 1307,-4 1 0,2 2 0,-3 0 0</inkml:trace>
  <inkml:trace contextRef="#ctx0" brushRef="#br0" timeOffset="3">59 289 8117,'6'-2'-30,"-2"1"0,1-2 0,0 0 165,0-1 0,4-2 0,2 0 1,1-1-84,1-2 0,3-1 1,0-3-1,1 0-92,0 1 0,-2 1 0,0 1 0,-2 1-362,0 1 1,-3 1-92,-1 0 0,-5 4 0,-3 3 493,-2 4 0,-3 2 0,-2 0 0,-1 1 0,-2 2 0,-1 1 0</inkml:trace>
  <inkml:trace contextRef="#ctx0" brushRef="#br0" timeOffset="4">33 469 8162,'0'6'0,"0"1"-52,0-1 1,1-2 0,1-2 197,2-1 0,2-4 0,3-1 154,2-2-197,1-3 0,1-1 0,2-3 1,0-1-75,2-1 0,0 1 1,1-2-85,-1 0 1,1 1-97,-3 2 0,0 0 0,-3 1-128,-1 2 1,-2 1 0,-3 4-110,-2 1 0,-1 3 0,-4 1 246,-1 4 0,-1 1 0,-4 2 0,-1 1 142,-1 1 0,-2 2 0,1-1 0,-3 3 0</inkml:trace>
  <inkml:trace contextRef="#ctx0" brushRef="#br0" timeOffset="5">1 655 7408,'0'6'0,"0"1"-55,0-1 1,1-2 0,1-2-1,2-1 451,2-1 0,4-4 0,2-2 0,5-4-228,1-2 1,4-4 0,2-1-1,2-1-286,1 1 1,0-2 0,0 3 0,-4 0-315,-3 1 0,-3 4 1,-4 2-371,-3 2 310,1 1 492,-7-1 0,2 1 0,-6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212 1316 7084,'-3'-3'0,"0"2"0,3-2 0,-3 1-1055,2 1 1282,-1-2 0,-1 0-160,-2-1 0,3 0 1,-1 1-1,1-1 8,-1 1 1,-1 1 0,2-3 0,0 1 30,-1 0 1,2-1-1,-4 0-44,0 0 1,2 0-1,-1 1 1,1 0-27,-1 0 0,2-1 1,-2 0-2,-1 0 1,0-2 0,0 1-15,0-1 6,1 1 1,0 0 0,0-1 0,-1 1 20,2-1 1,-2 1 0,2 0-1,0-1-7,0 1 1,-2-1 0,2 1-1,-2 0-37,1 2 1,3-2 0,-2 2-11,0-2 0,0 0 0,-2-1 0,2 1 3,0 0 1,-2-2-1,3 1 1,0-2-15,-1 1 1,3-1 0,-3 0 0,1-1 218,-1 1 1,1 1 0,2 0-40,0 0-145,-2 1 0,1-2 0,-1 2 0,1 1-23,1-1 1,-1 1 0,0-1 0,-1-1 17,0-1 0,1-1 0,-1 0-189,0 0 172,0 0 1,2-3 0,0 0 0,0 1 1,0 1 0,0 0 1,0 2-1,0-1 26,0 1 0,-1 1 0,0 0 0,-1 1-15,0-2 1,2 0 0,0 3 0,0-1-34,0-2 1,0 2 0,0-2-1,0 0-13,0 1 0,0-3 1,0 2-1,0 0 28,0-1 1,0-1-1,0 1 249,3 0-237,-3-2 0,3 4 1,-3-2-1,1 0 8,1 0 0,-1 2 0,1-2 0,-1 0-13,1 2 0,-1 1 1,1-1-1,0-1-24,0-1 1,-1 2-1,1-2 1,0 1 0,1-1 0,1 0 0,-1 1 0,0 0 6,2-2 0,-1 1 0,-1 0 1,1 0 16,0 0 0,-2 2 0,1-2 0,1 0 36,-1 2 1,-1 1 0,1 1 0,-1 0-23,0-1 0,1 1 0,-2-1-79,1 1 65,3-1 1,-3 1-1,2 0 1,1-1-16,1 1 1,-1-1-1,0 1 1,0 0 2,0-1 1,0-1 0,2-1 0,-1 1 9,1 1 1,-2 1 0,0-1 0,0 1 5,0-1 0,0 2 0,2 0 0,-1 0-4,1 0 0,-1 0 0,0-2 0,1 1-7,-1 0 1,1 0 0,0 1 0,1 1-7,0-1 1,1-1 0,-3 0-60,1 2 67,-1-2 0,1 3 0,1-3-49,0 2 45,1-2 1,-3 2 0,1-2-1,0 0-7,1-1 1,0 3 0,0 0 0,-1-1 33,0 2 0,-1-3 0,1 2 1,-1 1 1,0 1 0,1-1 1,-1 0-1,1 0-7,2 0 1,-2 1 0,2 0 9,-2 0 0,-1-2 0,1 2 0,-1 0-8,0 1 1,1-1 0,-1 0 0,1 1 17,-1 0 0,0 1 0,1 0-13,-1 0 0,1 0-20,2 0 6,-2 0 1,2 0 0,-2 0 0,-1 0-9,1 0 0,-1 0 0,0 0-27,1 0 29,-1 3 0,1-2 1,-1 1-1,0 1-1,1-1 0,-1 1 1,-1-2-1,-1 1 7,1 0 0,1 0 0,0 1 7,0 1 1,1-3 0,-1 1 0,1 0-6,-1 0 0,0-1 0,0 1 0,-1 1 13,-1-1 0,1 2 0,0-1 1,0 0-15,0 0 1,-3 1 0,1-1-1,0 0 0,1 2 1,-1 1-33,1 0 32,-3-2 0,3 2-113,-2-2 104,-1 2 1,4-2 0,-2 0 36,0 1 0,1 1-11,3 0 0,-3 1 0,0-1 2,1 1 0,-2-3 0,0 0 0,-1 1-8,0 1 1,1 0 0,-1 1-38,0-1 1,2 0-1,-1 1 8,0-1 0,0-1 0,0-1 0,0 1 10,-2 0 1,2 0 0,-1-1 0,1 0 18,-1 0 1,-1 2 0,2-2 0,-1 2 27,0 0 1,0-2-1,-2 1 1,1 0-32,1 0 0,-1 2 1,1-1-1,-1 0-10,-1 1 0,2-1 0,0 1 0,-1-1-7,0 1 0,-1-2 1,1 0-1,0 2-5,1 0 1,1 1-1,-3-2 1,0 0 38,2 1 0,-1-1 1,1 1-1,-1-1-27,-1 0 1,1 1 0,0-1 0,1 1 5,0-1 0,-2 1 0,0-1-102,0 0 98,0 1 0,3-1 1,-1 1-95,-1-1 70,0 0 0,-1 2 1,0-1-1,0 2 8,0-1 0,0-1 1,0-1-1,0 1 34,0-1 1,0 3 0,0-1 0,0 0-13,0-1 1,0 0 0,0-1 0,0 1 0,0-1 0,0 1 1,0 1-1,0 0-20,0 0 0,0-1 0,0 1 0,-1-1 28,-1 2 0,1-1 0,-1-1 0,1 0-5,1 2 0,-2-2 0,0 1 3,1-1-11,0 0 1,0 1 0,0 1 29,-1-1-29,0-1 1,1 0 0,-1 1-1,0 0 0,1 0 0,0 0 0,1 0 0,0 0-8,0 0 1,-2 0 0,0 0-1,0 1-16,2-2 1,-2 1 0,0 0 0,-1 1 0,1-2 0,1 1 1,-2-2-1,1 1 16,0 2 1,-3-2-1,3 1 1,0-1 21,-1 0 0,2-1 1,-3 1 20,1-1-40,1 1 0,0-1 0,0 0 7,1 1-5,-3 2 1,3-2 0,-2 2-1,1-2-15,0-1 1,-1 1-1,2-1 1,-2 0-6,-1 1 0,3-1 0,-2 1 0,1-1 2,0 1 1,-2-1-1,1 0 1,0 1 41,0-1 0,-1 1 0,1-1 0,-1 0 0,-1 1 1,2-1-1,-1 1 1,1 0-116,-1 1 1,1 0 0,-2 0-57,0-1 134,1 0 0,0 1 1,0 1-95,-1-1 46,2-1 1,-2-1-1,2 1-890,-1-1-500,3-3 519,-2 3 926,3-5 0,-3 2 0,0-3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12370,'7'65'-787,"1"1"576,0-21 42,7 30-45,-8-44-161,14 25-228,-12-39 603,11 9 0,-15-22 0,4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 1 12312,'-16'47'-492,"5"7"0,6-6 596,5 26 0,-4 6-133,-5 19 15,-1-21 1,-4-8-142,1-19-247,5-15-280,-4 0 682,8-14 0,7-19 0,4-2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12312,'-27'62'-505,"8"-10"574,12 10 1,5 4-96,0 11-57,1-22-59,1-6-286,6-15-400,-2-15 366,20-4 462,-3-36 0,8-10 0,-4-17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 0 12312,'-1'79'-893,"-4"-1"967,-4 1 0,-4-1 1,0-8-55,-3 9 1,1-12-187,-4 17-491,7-22 110,8 0 340,17-46 1,13-34 206,8-39 0,-8 5 0,-5-4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1 12312,'-19'70'-148,"4"-2"380,-7 18-80,4-21 0,-4 31-122,1-19 25,5-19 1,-5 22-577,8-24-398,6-22 27,13 7 892,14-54 0,7-17 0,4-29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0 12312,'-15'89'-984,"2"-14"1323,-9 15 1,-2-1-686,9-36 1,0 0 345,-10 30 0,11-23 0,9-23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6641,'3'3'802,"-2"1"-211,1-2-499,-1 1 0,-1 2 1,0-1-223,0 1 18,2 1 0,-1 0 0,2 0-175,0 1 0,0-1 1,1 1-1,-1-2 287,0 0 0,-3 0 0,3-1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8112,'0'6'299,"0"1"0,0-3 0,0 0-138,0 1 1,0 1 0,0 0 0,0 1-363,0-1 0,-2 1 1,0-1-1,0 1-302,-1-1 1,2 0 0,-1 1 502,1-1 0,-1 1 0,-2-1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8113,'7'0'169,"-1"0"0,1 0 0,-2 0-137,0-2 1,0 0 0,0-2-314,0-1 1,2-1 0,-1 0 0,0 0 280,1 2 0,-1-5 0,1 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7064,'6'2'0,"0"1"0,1-2-26,-1 0 0,-2-1 0,1 2 130,0 0 1,0 1-1,0-2 1,-1 1-315,1 0 1,-1-1 0,0-1 209,1 0 0,-2 2 0,0 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7967,'4'6'0,"-1"0"-224,0-2 186,0 2 1,2-3 0,-1 2 406,1-1-200,0 0 1,2 3 0,-1-2-644,1 0 353,-1 0 0,3-1 0,0 2 1,0-2-137,0-2 0,0-1 257,-3-1 0,1 0 0,-1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6847,'6'0'172,"1"0"-292,-1 0 7,0 0 1,-1 3-1,-1-1 1,0 2-415,0 1 527,-1 1 0,-1 0 0,2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7909,'6'-4'0,"1"0"-248,-1 1 0,1 0 0,-1 2 0,0-1 33,1 0 0,-1 0 0,1-1 0,1 2 116,1 0 0,-1-1 99,-1 0 0,2 0 0,1 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1 142 8070,'4'-7'-1558,"-1"1"1933,0-1 0,2 3 0,-1 0 182,2-1-396,1-4 1,-1 2-1,0-1-359,1 1 148,2 0 1,-1-1 0,2-1-163,-1 1 46,3 1 1,-5-2 0,1 1 165,-1 0 0,0 1 0,-1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13 7823,'-3'-3'0,"-1"0"1037,1 0 0,-1 2 548,2-1-591,1 2-262,-2 0-248,1 0-377,1 0 0,-2 0 0,4 2-921,1 0-315,-1 0 0,2-2-629,-1 0 1,-1 1 1757,1 1 0,-1-1 0,2 4 0,0-1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20 7083,'-7'-3'4815,"4"2"-3380,0-4-1424,3 4-1510,0-2 499,0 0 110,0 3-177,0-3 1,0 3 0</inkml:trace>
  <inkml:trace contextRef="#ctx0" brushRef="#br0" timeOffset="1">14 193 8840,'2'-3'3783,"-1"0"-3771,2 3 1,0 3-672,1 1 1,0-1 0,0 0 658,1-1 0,1-1 0,0 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39 318 8073,'2'-7'0,"0"1"0,0 0 0,-2-1 330,0 1 1,0-1 226,-2 1 35,1 2-372,-5 2-81,3 2 0,-2 0 1,2 3 357,0 4-402,-2-1 1,4 6 0,-3-1 0,1 1-12,2 1 1,-2 2 0,1 2 0,0 2-78,2 0 1,0 0-1,0-1 1,2-1-129,3 0 0,0-1 0,2-1 1,0-2-8,1-2 0,0-3 1,3-4-1,0-1 73,2-3 1,-1-1-1,-1-3 1,-1-3 39,-1-2 0,0 0 0,-3-1 88,1-2-80,-4 0 1,1 2 0,-3-1 36,1-1-30,0 3 1,-2-2 0,0 2-175,0 1 163,0-2 1,0 3-40,-2-1 0,1 4 36,-1 4 1,1 3 0,2 4 0,0 1 17,1 0 1,5 3-1,0-2 1,0-1 49,0 2 0,2-3 1,1 1-1,1-1 79,0 0 1,-3-4 0,3-1 0,0-1 120,2-1 0,-1-1 1,-2-1 236,-1-5-333,1-2 0,-3-4 0,1 0 139,-3 0-201,1 1 1,-6-3 0,2 0 55,-1 0-153,-1-1 1,-3 3-1,-1 0 1,-2 2-200,0 2 1,-3 0-1,1 3 1,-1 2-272,0 2 0,2 1 1,-2 1-1,2 0-155,1 0 1,-1 1 0,2 1 0,0 2-244,0 2 1,4 1 868,-1-1 0,1 0 0,1 1 0</inkml:trace>
  <inkml:trace contextRef="#ctx0" brushRef="#br0" timeOffset="1">456 491 7823,'0'6'576,"0"-1"236,0-1-530,0 0 1,0 3-1,0-1-182,0 1 1,0-1-1,0 0 1,0 1-462,0-1 0,1-2 0,0 1-1536,1 0 1897,0-2 0,-2 2 0,0-1 0</inkml:trace>
  <inkml:trace contextRef="#ctx0" brushRef="#br0" timeOffset="2">655 215 7823,'4'-3'-494,"0"-1"1,-2-2 0,0 0 800,-1 0 1,-1-1-1,0 1 360,0-1-515,0 1 1,-1 0 0,-1 1 25,0 1 0,-1 3 1,1-2-121,-2 3-56,1 3 1,-2 0-1,1 4 1,0 2-27,-1 1 0,2 3 0,-2 2 0,1 3-51,-1 3 1,2 2-1,1 1 1,1 1-46,1-2 0,0 1 1,1 3-1,1-2-15,2-2 0,2-3 0,0-3 0,1-2-74,-1-1 1,3-4 0,-1-2 0,1-3-12,0 0 1,-1-4 0,2 1 219,-1-1 0,2-1 0,-1 0 0</inkml:trace>
  <inkml:trace contextRef="#ctx0" brushRef="#br0" timeOffset="3">828 279 6935,'-1'7'46,"-1"-1"0,1 1 1,-1-1-1,-1 0 219,1 1 0,-1 0 1,2 1-1,-1 1-154,0 1 1,2 1 0,0 4-1,0 0-110,3-1 0,0-1 0,4-2 1,-1 0 10,0 0 1,1-1 0,-1-3-24,1-2-17,2 1 0,-1-5 0,2 1 92,-1-1-43,2-7 1,-3 1-1,0-5-46,-1 1 23,0-3 0,-3 2 1,-1-3-1,1 1-29,0 2 1,-3-2 0,1 4 0,0-1 13,0 0 0,-2 4 0,3-2 15,-3 2-12,0 2 1,-2 3-1,0 4 1,1 2 12,0 0 1,1 3-1,0-1 1,1 1 152,1 0 1,1-1-1,4 2 429,-1-1-450,1 3 0,0-5 1,0 1-1,3 0 34,0-2 1,-2-2 0,2-2 334,0-2-355,1 0 0,-3 0 0,2-3 0,-1-4-73,-1-3 1,-3-2 0,-1-1-1,0-2-362,0 1 0,-1-2 1,-3 1-1,0-2-46,0-2 1,-3 3 0,-2 1 0,-2 1-195,-2 2 0,1 2 1,1 2-1,0 3-838,-1 3 1368,0-2 0,-1 3 0,3-2 0</inkml:trace>
  <inkml:trace contextRef="#ctx0" brushRef="#br0" timeOffset="4">1200 446 7823,'0'7'143,"0"-1"0,0 0 0,0 1 1,0-1 42,0 1 0,0-1 0,0 0 0,0 1-443,0-1 1,2 1-1,1-1-105,1 1 0,-2-2 1,2-1-841,1-1 1202,-2-3 0,5-3 0,-1 0 0</inkml:trace>
  <inkml:trace contextRef="#ctx0" brushRef="#br0" timeOffset="5">1367 369 7823,'5'-1'186,"0"0"58,0-1 0,-1 0 1,2 2-173,1 0 0,-3 0 1,0 0-338,1 0 0,1 0 1,0 0-1,0-1 265,-2-1 0,2 1 0,-2-2 0</inkml:trace>
  <inkml:trace contextRef="#ctx0" brushRef="#br0" timeOffset="6">1611 215 8007,'0'4'570,"0"1"1,0 0-313,0 0 1,0 5 0,0 0 0,0 3-126,0 2 1,0 2 0,0 1 0,0 0-249,2-1 1,-1-1-1,2 2 1,0-3-450,1-2 1,1-3 0,0-2-1,-1-3-899,1-3 1463,1-1 0,0-1 0,1 0 0</inkml:trace>
  <inkml:trace contextRef="#ctx0" brushRef="#br0" timeOffset="7">1681 23 8029,'1'-7'0,"0"1"226,1 0 0,1 3 0,-1 3 0,3 4 66,0 4 0,2 5 1,0 4-1,1 4 0,0 3 1,3 1 0,-2 1 253,1 2-401,-2-2 0,3 5 0,-1-1 44,0 2-123,-5-6 0,2 1 0,-4-5 74,1-2-103,-3-3 0,1 1 0,-4-4 1,-2-1-136,-2-1 1,-2-4-1,-1 0 1,1-1-250,-2 0 1,3-4 0,-1-1 0,1-1-801,0-1 1,1 0 0,-1-1-374,1-1 1520,2-1 0,-4-4 0,1 1 0</inkml:trace>
  <inkml:trace contextRef="#ctx0" brushRef="#br0" timeOffset="8">2021 286 7653,'4'-5'-513,"1"2"1118,0 0 1,-2 0-1,1 2-108,1-1-341,1 0 1,0 1 0,1-1 97,-1 0-225,1 0 0,-1 1 0,1 0 0,1-1-108,1 0 1,-1 2-1,-1 0 1,-1 0-846,0 0 1,1 0-550,-1 0 1473,-2 3 0,2 0 0,-3 4 0</inkml:trace>
  <inkml:trace contextRef="#ctx0" brushRef="#br0" timeOffset="9">2034 369 7823,'1'-3'403,"1"0"1,1 3 0,4 0 0,0 0-518,1 0 1,0-2 0,3-1-1,0 2-199,1 0 1,1 1 0,0 0-1,0-2 313,0 0 0,0-3 0,-1 1 0</inkml:trace>
  <inkml:trace contextRef="#ctx0" brushRef="#br0" timeOffset="10">2547 196 7840,'6'-4'0,"0"-1"259,-2 0 0,-1 0 1,-3-2-20,-3 1 1,2 2 0,-3-1 0,-1 1-23,-1 1 0,-1-2 0,-1 2 1,-1 2 67,-1 0 1,1 2 0,-1 1 0,-2 2-4,0 2 1,0 3 0,0 2-186,2 1-58,-1 1 1,1 3 0,2 1-109,0 1 58,5 4 1,-2 0 0,3 3-1,3-2 36,3 1 1,2-1 0,3-2-1,2-2-82,3-2 1,1-4 0,2-4 0,1-3 13,0-2 1,1-1-1,1-4 1,-2-3 232,-1-2 1,0-6-1,-3 0 1,0-4 74,-2-1 1,0-1 0,-3 1 0,-1-2-62,-1 0 1,-1 1 0,-1 0 0,-2 1-257,0-1 1,-2 1 0,-2 0-821,-1-1 683,-6 3 1,3-1 0,-6 3-1,0 0-194,-1 1 1,-1 0 0,1 2-840,1 3 904,-1 1 1,3 5 0,-3-1-1,2 2-176,1 2 0,1 2 0,2 3 0,1 1-144,1 3 0,-1 0 637,-1 0 0,-1 1 0,1-2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1T19:51:22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7 198 8033,'-1'-6'0,"-1"0"-181,0-1 1,0 3 1049,2 0-562,0 2 0,0 0 0,1 4 721,1 2-792,2 5 0,3 1 0,1 3 0,3 0 25,1 2 0,3 2 1,1 4-1,-1 1-77,1-2 1,1 3-1,-1 1 1,-1 0-166,1 2 1,-2-2 0,-2-2 0,-2 0-177,-1-4 1,-1 1 0,-4-4-1,-2-2-93,-1-1 0,1-3 0,0-3-248,0 1 1,-2-4-126,-2 0 1,-1-3 0,-2-3-1,3 0 108,-1-1 0,1-1 0,-2 0 0,0 0 515,0-2 0,-1-2 0,1-1 0</inkml:trace>
  <inkml:trace contextRef="#ctx0" brushRef="#br0" timeOffset="1">276 173 8033,'0'-7'395,"0"-2"-165,0 5 0,-1-4-56,-1 6-2,-2 0 0,-2 3 1,0 3 530,-1 5-476,1 5 1,-3 3 0,-2 5-1,-1 1 35,-1 2 0,-1 2 0,0 0 0,-1 4-66,1 2 0,-1 2 0,1 1 0,3-4-63,1-3 1,1-4-1,3-1 1,0-4-247,2-5 0,1-2 0,3-7-1507,0 0 519,0-2 821,0-1 1,0-4 0,0-1 0,0-2-347,0-2 0,0 0 1,0-1-1,0 1 626,0-1 0,0-2 0,0-1 0,0-3 0</inkml:trace>
  <inkml:trace contextRef="#ctx0" brushRef="#br0" timeOffset="2">385 583 7989,'4'7'0,"1"0"149,-1 1 0,-1 0 0,-1 0 0,-1-1 383,-1 0 1,0 1 0,0 1-202,0 1-263,0-2 1,0 1-357,0-2 134,0-1 1,0-1-397,0-1 1,0-3-1128,0-1 1206,0-3 471,-3-7 0,3 0 0,-3-2 0</inkml:trace>
  <inkml:trace contextRef="#ctx0" brushRef="#br0" timeOffset="3">513 44 7889,'4'-2'59,"1"-2"0,-4 0 0,2 0 311,0 1-271,-2-2 0,4 4 0,-3-3 0,1 1 24,0-1 1,2 3-1,-1-2 148,-1 0 1,3 2-187,-2-1 0,1 2 1,0 2-1,-1 3 33,-1 0 1,-1 2 0,-1-1-1,0 1-15,1-1 1,0 0 0,-2 1 0,0-1 1,0 1 0,0-1 0,0 1 8,0-1 0,2 0-250,0 1 70,1-4 0,-3 1-528,2-2 270,2-1 0,0 2 1,1-3-1,0 0-816,0 0 0,0 0 1141,-1 0 0,0-3 0,3-1 0</inkml:trace>
  <inkml:trace contextRef="#ctx0" brushRef="#br0" timeOffset="4">904 365 6984,'-2'4'342,"-3"-2"1736,3-1-1649,-1-1 1,8-1 21,1-1-341,2 1 0,0-3 0,1 3 0,-1-1-194,-1 1 0,-1-2 0,2 1 1,-1 0-381,2 1 0,-1-1 0,-1-1-52,-1 0 1,1 1 0,-2 0 0,0-1-716,0 1 1231,-4-3 0,5 2 0,-3-4 0</inkml:trace>
  <inkml:trace contextRef="#ctx0" brushRef="#br0" timeOffset="5">956 282 7889,'3'3'434,"0"-3"0,-3 6 0,0-1-207,0 3 1,0-1 0,0 2 0,0 0-139,-3-1 0,3 4 1,-2-2-1,1 0-273,1-2 1,0-1 0,0 0 0,0-1-851,0 1 0,0-1 1034,0 1 0,0-4 0,0 0 0</inkml:trace>
  <inkml:trace contextRef="#ctx0" brushRef="#br0" timeOffset="6">1277 198 7889,'0'-8'0,"0"-1"369,0 1 1,-3 1 751,1 1-924,0 2 1,3 4 0,1 5 179,2 0-239,2 5 0,2 0 0,2 3 1,0 2 92,1 2 0,1 2 0,-1 0-282,0 0 32,-1 0 0,1 1 1,0-1-1,-1 0-123,0 0 0,2-2 1,-4-2-1,0-2-190,-1 0 1,-1-5 0,-1-2-1524,-1 0 1404,-2-3 0,1-3 0,-3-4 0,0-2 451,0 0 0,0-1 0,-3-2 0,-1-1 0</inkml:trace>
  <inkml:trace contextRef="#ctx0" brushRef="#br0" timeOffset="7">1456 109 7889,'-3'-4'621,"-1"2"0,0 4 0,0 3 61,-1 3-539,-1 2 1,1 6 0,0 3 169,-2 1-170,-1 8 1,-1-4 0,-1 6 58,0 0 0,-2-1 40,4-1 1,-1-3-291,3-1 37,-1-2 0,1-6 1,0-1-1,1-3-233,1-2 0,2-2 0,-2-1-451,1-2 1,0-4 17,1 1 1,2-4 0,-3-2 109,3-2 1,0 0-1,0-1 567,0 1 0,0-1 0,0 1 0</inkml:trace>
  <inkml:trace contextRef="#ctx0" brushRef="#br0" timeOffset="8">1578 429 7544,'6'0'-933,"1"0"1217,-1-3 1,0 2-1,-1-2-217,-1 0 0,0-2 0,1 1 1,-2 0 105,0 0 1,1 1 0,-1 0 0,0-1 155,0 1 0,2 1-120,-1 0 1,-1 2-69,-1 2 0,-1 4 0,-1 3 1,0 1-72,0-1 1,-1 2-1,0-1 1,-2 1 25,-1 0 1,3-4 0,-2 3 123,0-1-156,3-2 1,-3 2 0,3-2-40,0-1 1,0 1-1,0-2-103,3 0 0,0-3 1,4-2-1,0 0-227,1 0 1,-1 0 0,2-2 0,-2-1-152,-1 0 0,3 1 0,0-2 1,-2 1 455,1-1 0,-2 0 0,0-3 0</inkml:trace>
  <inkml:trace contextRef="#ctx0" brushRef="#br0" timeOffset="9">2021 186 7912,'-4'-3'437,"-1"1"-189,3-2 0,0 3-134,5-2 0,0 3 1,4 0-1,0 0-47,1 0 1,-1 0 0,3 0-1,-2 0-186,1 0 1,-1 0 0,-1 0-635,-1 0 592,1 0 1,-1-2 0,0 0-932,1 0 422,-4 1 670,3 1 0,-5 3 0,2 1 0,-3 2 0</inkml:trace>
  <inkml:trace contextRef="#ctx0" brushRef="#br0" timeOffset="10">2021 301 7971,'-7'4'658,"1"1"-466,2-1 0,2-1 66,4 0-107,5-3 1,0 0-1,4 0-421,1 0 16,0-3 1,0 2 0,1-3 0,0-1-1195,0 2 1448,0-3 0,0 0 0,-1-4 0</inkml:trace>
  <inkml:trace contextRef="#ctx0" brushRef="#br0" timeOffset="11">2425 70 7912,'0'-6'-363,"0"-1"0,-3 2 522,-1 0 0,0 2 669,0 3-584,2 0 0,-3 4 0,1 2 0,0 2 9,-1 2 1,2 2 0,-2 3 0,1 2-176,1 1 1,1 2-1,2 1 1,0 1-17,0 1 1,0-3-1,1 1 1,1-2-162,2-2 1,4-4 0,2 0-1,-1-4-76,0-1 1,0-5 0,0-1 0,1-2 281,0-2 0,1-2 0,-1-4 94,0-1-192,-3-2 0,3 3 0,-5-2 0,0-1 39,0 1 0,-3 0 1,1 2-1,0-1-96,-1 2 1,-2 0 0,0 0-69,0 1 1,0 1 5,0 1 0,0 3 0,-2-1 0,0 4 60,1 2 0,0 2 0,1 1 0,1 1 153,1 0 0,-1 4 1,3-2-1,1 0 173,1 1 1,3-1-1,0 1 1,1-1-130,1 0 1,1-3 0,1-2 438,0-3-383,0-1 0,0-2 0,-1-1 488,-1-3-502,1-6 0,-5 0 0,1-6 0,-1-1 7,0-1 1,-3 0 0,0 0 0,-1-1-149,-2 1 1,-3-2 0,-2 0-1,-2 3-147,-1 2 0,1 2 0,-1 2 1,-1-1-391,0 3 1,-1 3-1,3 3-408,-1 1 0,1 2 0,0 3-240,2 2 0,1 2 0,2 1 1137,-1 2 0,1-2 0,-2 2 0</inkml:trace>
  <inkml:trace contextRef="#ctx0" brushRef="#br0" timeOffset="12">2848 307 7704,'3'4'1163,"-2"0"-543,1-2 1,1 1-1,-1 4 1,0-1-152,1 1 0,-2-1 0,3 1 0,-2 1-414,0 0 1,1 3 0,0-2 0,-1-1-39,1-1 0,-1-1 1,-1 0-1245,1-2 332,-1 2 0,2-5 895,-3 3 0,0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1.0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257 148 8256,'0'-6'7,"0"-1"0,2 3 0,0 0 0,0-1 222,-1-1 1,-1 0 0,0-1-1,0 1 176,0-1 0,0 3 0,0 0 0,0-1-53,0-1 1,-1 0 0,-1-1-106,0 1 1,-2 2 0,1-1 0,0 1-235,-2 1 1,-1-2-1,-1 2 1,1-1-35,0-1 0,-3 2 0,0-1 147,-1 1-57,2 1 1,-2 0 0,1 0-1,-1 0 31,0 2 1,1 0 0,3 2-113,-1 0 26,1 3 0,0-1 0,1 4 0,2 1-117,0-2 1,-1 3 0,1 1 0,2 1 141,0 1 1,1 2 0,0 1-1,0 0 88,0 2 0,1 0 0,0 2 0,2 1 34,1 0 0,0 2 0,2-3 1,-1-1-103,-1 0 0,0-2 1,3 0-1,-1-2-66,1-1 0,-3-1 1,0-1-1,0-1-87,0 0 1,1-3-1,-2 2 197,0 0-95,-1 1 0,1-4 1,-3 2-22,0 1-19,0-3 1,0 2 0,0-3-434,0 1 1,-1-4 53,-1 0 1,1-3 0,-2-2 0,1-1-187,0-3 1,0 1-1,1-4 1,0 1 23,-1 0 0,-1 0 0,3-2 1,0 0 572,0 0 0,-2-1 0,-2-1 0</inkml:trace>
  <inkml:trace contextRef="#ctx0" brushRef="#br0" timeOffset="248">1 341 8396,'4'-7'0,"0"1"761,1-1-424,1 4 0,0-3 0,1 3 661,2-1-752,-2-2 1,6 5 0,-1-3 0,3 1-45,1-1 1,-1 2 0,2-2 0,-1 2-237,0 0 1,-1-1 0,0 1 0,-3 1-1158,-1 0 1,1 1-1,-4 0 1191,0 0 0,-1 0 0,0 0 0</inkml:trace>
  <inkml:trace contextRef="#ctx0" brushRef="#br0" timeOffset="886">417 264 8396,'-2'-4'458,"1"-2"1,-2 6-1,3 0 1,0 4-184,0 2 1,0 2-1,0 1 151,0 1-261,0 4 1,3 0 0,0 1 0,2 0-14,-1 0 1,-2 0-1,2-1-228,1 1 36,-2-5 1,2 5 0,-2-8 0,0 0 327,0-2 0,0-4 0,-2 1-116,1-4 1,0-4 0,-2-5-1,1-1-163,1-1 0,-1 0 0,1-2 1,-1 0-136,-1-2 0,2 1 1,1-2-1,0 2-124,-1 0 0,3 1 0,0 2 0,0 0-252,2 1 0,-3 2 0,0 1 0,1 2 64,1 1 0,0 2 0,1 2 345,-1 1 63,1 1 1,-1 3-1,0 2 1,-1 3 23,-1 2 0,0 3 1,1 2-1,-2 2 133,0-1 1,2 3 0,-1-3 0,1 1 2,0 0 1,0-3-1,0 1 1,0-1-327,-1-1 1,2-4 0,-3-2-713,1-2 0,1-4-521,-3-1 1429,0-3 0,-5-3 0,0-1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45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26 263 8396,'2'-7'0,"1"1"-50,0 2 0,-1-2 0,1 3 0,-1-1 115,0-1 0,0 3 1,-1-2 1191,1-1 185,-1 2-1086,2-3 0,-3 6 1,0 0-62,0 4 1,-1 2 0,-1 0-86,0 0-138,-3 4 1,2-2 0,-2 3-186,1 2 62,0 0 0,0 5 0,-1-2 0,1 1-149,1 3 0,-1-1 0,3 3 0,-2 0 56,2 2 0,1-1 0,2 2 0,2-1-5,2-2 0,1-2 0,1-3 0,2-1 51,2-1 0,0-4 0,3 0 0,-2-4-17,0-3 0,0-1 0,-1-3 0,-1 0-195,-3 0 1,-1-1 0,0-1-1,-2-2-376,0-2 1,0-1 0,-1-1 685,-1 0 0,3-4 0,-2 2 0</inkml:trace>
  <inkml:trace contextRef="#ctx0" brushRef="#br0" timeOffset="576">270 192 8396,'-5'-2'0,"2"-1"-82,0-1 882,-2 3-532,4-2 1,-1 4 0,4 0 0,3 2 20,0 1 0,2 0 0,1 3 0,1 1-38,1 0 0,-1 4 0,2-1-63,0 4-141,1-2 0,-1 6 1,0 1-1,0 2-79,1 3 0,-2 2 0,-1 0 1,-3 1 26,-2-1 1,-1-1-1,-3-1 1,0-2 59,0-4 1,-1 0-1,0-5 1,-2-1-79,0-2 1,-2-3 0,0 0 0,0-1-505,0-3 1,1-1 0,-2-3-725,-1 0 0,2-1 1251,0-1 0,0-4 0,1-4 0</inkml:trace>
  <inkml:trace contextRef="#ctx0" brushRef="#br0" timeOffset="1140">610 442 8396,'-3'-6'301,"-2"-1"0,2 4 0,-1 0 563,2 0 0,0 2-527,4-1 0,2 1 0,2-1 0,1 0 117,2 1 1,1 0 0,3 1-110,0 0-245,-1-3 0,1 2 0,0-1-392,0 2 223,-3 0 1,2 0-1,-2 0-943,0 0 756,-1 0 0,-2 0 0,-1 0 0,0 0-376,1 2 0,-3-1 0,0 2-831,-2 0 1,3 0 1462,-3 4 0,0-4 0,-2 3 0,0-2 0</inkml:trace>
  <inkml:trace contextRef="#ctx0" brushRef="#br0" timeOffset="1501">751 314 8396,'-7'0'-814,"3"0"1216,0 0 62,2 0 0,0 0-189,4 0-192,-1 3 1,5-2 0,-1 3-39,3-1 33,-1 2 1,3-4 0,-2 3 0,0 0 35,0 0 0,0 4 0,0-2 1,0 1-10,0 1 0,-3-1 0,-1 1 0,-1 2 23,1 0 0,-3 2 0,1-1 0,-1 0-79,-1 0 1,0-1 0,0-2-291,0 0 1,-1 0-953,-1-3 0,1-3 1193,-4-2 0,4-2 0,-2-2 0</inkml:trace>
  <inkml:trace contextRef="#ctx0" brushRef="#br0" timeOffset="2189">1033 224 8396,'-2'-6'0,"-1"-1"19,-1 1 431,3 2-115,-2 1 0,3 9 1,0 3-101,0 2 1,1 5-1,0 2 1,2 2-82,1 4 0,-2 1 0,1 0 1,1 0-156,0-1 0,-1 0 1,2-3-1,-1-1-54,-2-2 0,3-3 0,-3-4 0,0-3-95,1-3 1,-2-3-82,1-4 239,-2-2 1,3-5-1,-1-2-207,-1-1 198,3-1 0,-3 0 1,3 0-324,-1-2 281,2 1 0,-3-1 1,3 2-1,0 0-98,0 0 1,0 3 0,2 1 0,-1 1-161,1 2 1,1-1 0,1 4 0,-1 2 205,-1 0 0,-1 2 0,0 2 1,0 3 70,-2 4 1,1 2 0,-2 2 0,0 0 47,0 1 1,-1 2-1,-2-1 1,0 0 167,0-1 1,-1 2 0,-1-2 566,-2 0-608,1-5 1,-3 2 0,1-4 0,-2 0-9,-1-1 0,-1-3 0,1 0-250,-1-1 59,-2-1 1,1-2-1,-1 0 1,1-1-51,1-1 1,0-1-1,2-2 1,0 1-406,1-1 1,1-1-1,5 0 1,0-1-789,0 1 1291,0 0 0,2-1 0,2 1 0</inkml:trace>
  <inkml:trace contextRef="#ctx0" brushRef="#br0" timeOffset="2616">1366 372 8158,'-9'-3'-507,"4"2"1,-1-1 1041,0 1-263,0 1 1,0 0 0,0 1-71,-1 1-126,1 2 1,-1 2 0,1 1-1,0 1-23,-1 0 1,1 3 0,1-2 0,2 1-172,0 2 0,1-2 1,2 0-1,0 0 90,0 0 0,3-2 0,2 0 1,2-1 53,1 0 0,4-2 0,-1 0 0,3-3-7,1-2 0,0 0 1,-3 0-1,1-2 70,0-3 0,-1 0 0,-1-2 209,-2-2-263,-2 2 1,-2-5-1,0 0-205,0-2 152,-4 1 0,2-2 0,-4 3 0,-1 1-284,-2 0 1,-1 0-1,0 0 1,-2 2-59,0 2 1,-1 4-1,2 0 360,0 0 0,-1 2 0,1-2 0</inkml:trace>
  <inkml:trace contextRef="#ctx0" brushRef="#br0" timeOffset="3058">1540 372 8282,'-1'-6'1078,"-1"2"-885,1 1 1,-2 3-1,0 0-123,-1 3 1,-2-1 0,1 3 0,0 0-60,0 3 1,2-2 0,-2 3 0,1 0-299,2 2 0,-1-1 0,3 1 0,0 0 77,0 1 0,1 0 0,1-1 0,3-2 185,3-2 0,0-4 0,3 0 0,0-3-52,1 0 1,0-1 0,0-3-1,-2-3 327,-1-2 0,2-2 1,-4-2 431,-1 1-526,0-1 1,-5 0-1,1 0-175,-1 0 17,-1 0 0,0 1 0,-1 2-372,-1 1 195,-1 5 1,-4-1-1,1 3 1,-1 0-701,1 1 879,2 1 0,-1 0 0,1 0 0</inkml:trace>
  <inkml:trace contextRef="#ctx0" brushRef="#br0" timeOffset="3402">1694 147 8884,'3'6'1051,"0"2"-683,0 4-227,-2 3 1,4 5 0,-3 4-10,2 3-81,-3-1 0,3 7 0,-3-2 0,2-1 21,-2-1 1,0-4 0,-1-4 0,0-2-472,3-1 0,-3-6 0,3-4-253,0-3 1,-2-3-1,1-6 652,-1-2 0,1-8 0,2 1 0</inkml:trace>
  <inkml:trace contextRef="#ctx0" brushRef="#br0" timeOffset="3973">2104 32 8396,'0'-7'-47,"-3"1"0,2 0 0,-3 1 396,1 1 1,-2 2-260,1 0 0,-1 2 1,0 2-1,1 3-139,-1 0 0,-1 2 0,0 0 0,-1 1 160,1 0 0,0 3 0,-1-2 0,1 1 13,-1 2 0,1-2 0,0 0 1,1 2-72,1 0 0,3-1 1,-2-2-1,3 1-190,0 0 0,0 0 0,0 2 0,0-2-77,3-1 1,-2 0-1,3-3 1,-1 1-68,1 2 0,-2-4 0,1 1 1,1 0-110,-1 0 0,-1 0-87,0 0 278,2 1 1,-4-3 198,2 0 0,-1-2 0,-1 1 0,0-3 0</inkml:trace>
  <inkml:trace contextRef="#ctx0" brushRef="#br0" timeOffset="4402">1969 301 7494,'-2'-4'122,"0"-1"315,1 0 1,0 2-362,1-1 1,1 0 0,0-1-124,1 1 106,3 2 1,-1-3 0,2 3-1,1 0-5,-1-1 0,0 3 0,1-3 0,-1 3-57,1 0 1,-3 0-1,0 2 1,1 1-44,-2 3 1,2 0-1,-3 4 1,0 0 104,-2 3 1,0-1-1,0 4 1,0 0 76,-2 1 1,0-2-1,-1 1 1,0 1-8,1-1 1,2-2 0,0-1 0,0-2-60,0 1 1,0-3 0,0-1 0,2-2 38,3-2 1,0-2 0,2 2 0,-1-1-62,1-2 1,1 0 0,1-1-1,1 0-177,2 0 1,-1 0 0,1 0 0,-2 0-338,-1 0 1,0-3-1,-1-1 1,1 0 465,-2 0 0,1-1 0,-2-1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2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8203,'0'-6'-273,"0"2"1,0-1 306,0 0 1,2 2 0,1-1 0,0 1 7,2-1 1,1 1-1,0-2 1,1 0-37,-1 0 1,0 2 0,2-1 0,-1 1-30,2 2 0,0-2-66,-3 1 135,0 0 1,0 3 69,-2 1-77,-1 1 0,-3 4 0,0 0 1,0 1 36,0 0 0,0 1 1,0-1-1,0 1-48,0-1 0,0 1 1,0 0-1,0 1-40,0-1 0,0 0 1,0-1-1,0 0 9,0 0 1,0 2-1,0-2 1,0 1-13,0 0 1,2-1-1,0 2 1,1-1 13,-1-1 0,0-1 0,2-1 0,0 1-37,0-1 1,2 0 0,-2-2 0,2-2-129,0-1 0,0-1 0,1 0 0,-1 0-112,1 0 1,-2-1 0,0-1-1,0-1 278,0-1 0,0-2 0,-1 2 0,2-2 0,-3 0 0</inkml:trace>
  <inkml:trace contextRef="#ctx0" brushRef="#br0" timeOffset="546">212 238 8396,'-6'-4'148,"-1"0"1,3 2 298,0 0 1,0 1-365,-3 1-113,4 3 0,-2 1 1,2 2-18,-1 1 1,2-1 0,-2 0 0,2 1-100,0-1 1,1 1-1,1-1 99,0 1 0,0-1 0,0 0 30,0 1 1,3-2 0,2 0 0,0-1-43,2-1 1,-1 0 0,1-2 0,1 2 18,1 1 0,1-2 1,0 2-1,-1 1 121,0 1 0,0-1 0,-1 0 150,1 2-121,-1 1 1,-1-1 0,-2 0-1,0 1 1,-1 0 524,-1 0 0,-1 2 0,-3 0-173,-1 0 0,-2 1 0,-5-1 0,-1 0-69,0 1 0,-4 0 0,1 0 0,0-2-251,-1 1 1,2-5-1,0 1 1,1 0-261,-1-1 0,1-1 1,3-2-1515,-1-1 0,2-2 285,2-1 1,2 1-1,3-3 1347,-2 1 0,1-2 0,-2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9:49:51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12250,'0'-3'1253,"0"0"0,0 2-1183,0-1-715,0 1 1,1-2 0,0 3-1513,1-2 1,1 1 2156,-1-1 0,-1 1 0,2 1 0</inkml:trace>
  <inkml:trace contextRef="#ctx0" brushRef="#br0" timeOffset="258">142 20 9119,'0'-4'867,"0"2"-1551,0 2 1,3 2 0,0 2 0</inkml:trace>
  <inkml:trace contextRef="#ctx0" brushRef="#br0" timeOffset="567">322 7 8771,'-3'-3'4906,"2"0"-5287,-2 3 1,3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01.285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0 238 8056,'0'-9'32,"0"1"1,0-1 509,0 3-335,0 2 0,0 2 0,0 4-179,0 2 0,0 4 0,0 1 0,0 2 47,0 3 1,0-1 0,0 4 0,1 1-72,1 1 1,-1-1-1,3 0 1,0-2-19,-1 0 0,-1 2 1,2-2-1,-1 1-4,-2-2 0,1-5 0,-1-1 0,1-2-242,0-1 219,-2-2 0,0-9 1,0-6-34,0-2 0,0-2 0,0-1 1,0 0-7,0-2 0,2-1 0,1-1 0,-1 0-75,0 1 1,0 1 0,2 0-1,1 1 63,1 2 0,0 2 0,-1 2 0,1 2 13,1 0 0,1 4 0,-2-1 0,1 2 34,-1 3 1,1 1 0,-1 2 0,0 2 80,1 2 1,-3 3-1,0 3 1,-1 2 145,1 3 1,-2 0-1,2-1 1,-2 0-99,0 1 0,-1-2 0,1 1 0,0-1-32,-1-3 0,0 0 0,-1-3 0,0-1 144,0-1-104,0-4 1,0 0-1,0-6 1,0-2-111,0-2 1,0-3 0,0-3 0,1-1-49,1-1 1,-2-1 0,3-3 0,-1 2-53,1-1 1,2 2-1,-1-1 1,2 2 29,0 1 0,-2 4 0,1 0 0,0 3 28,0 1 0,2 4 0,-1 0 0,0 1 64,1 1 1,0 3-1,0 4 1,1 3 88,0 2 1,-5 4 0,4 1 0,-1 2 186,-1 2 1,-1 0 0,1 2-1,-1-1-171,0-1 1,1-1 0,-1-2 0,-1-1-424,0-2 0,-1-4 0,1-3 0,-2 0-1099,0-2 1413,-1-2 0,0-4 0,0-4 0</inkml:trace>
  <inkml:trace contextRef="#ctx0" brushRef="#br0" timeOffset="631">423 238 8056,'-3'-7'196,"-2"3"1,2 0-98,0 2 1,0-1 0,0 4-39,0 1 0,0 3 0,2 3 1,-1 3 91,0 1 1,1 1-1,1 2 1,0 2-74,0 2 1,3 0-1,2 1 1,0-1-95,2 0 0,0 0 0,1-2 0,1-2-51,1-2 0,-2-3 0,2-2 0,0-3-13,0-3 1,-2-2 0,1-2 0,-2-3 70,-1-3 1,0-2 0,-1-3 0,-1-2 7,-2 0 0,3-2 0,-3 0 0,-1 0-52,0 0 1,-1 1-1,0-2 1,0 1 92,0 2 1,-2 0-1,0 5 1,0 1 68,-1 2 1,2 1-32,-1-1 1,1 4-88,1 3 1,0 3 0,1 4 0,1 0 154,2 1 0,2 3 0,0 3 1,-1 1-49,-1-1 1,0 2-1,3 0 1,-1 0-230,0-1 0,1 0 0,-1-2 1,0-1-454,-2-1 1,2 0 0,-2-3-324,2-2 1,0-3 904,1-3 0,-1-5 0,1-3 0</inkml:trace>
  <inkml:trace contextRef="#ctx0" brushRef="#br0" timeOffset="1015">821 263 8056,'0'-6'5,"-3"-1"0,-1 2 1,-2 0 104,0 0 1,0 4 0,-1-1 0,1 1 157,-1 1 0,-1 0 0,-2 1 0,1 1-73,0 2 0,-2 3 0,1 1 0,-1 1-33,0 1 0,3 1 0,-2 1 0,1 1-142,3 0 1,1 0 0,3 0 0,0 0 7,1-1 0,4 1 0,2 0 0,1 0-11,2 0 0,2-3 0,4-2 1,0-1-156,1 0 1,1-4-1,-2-1 1,1-1-238,-1-1 1,2 0 0,-1-1 0,-1-1-239,0-2 1,-1-2-1,-1-3 1,-1-2 612,0-1 0,-3-1 0,1-2 0,-3-2 0</inkml:trace>
  <inkml:trace contextRef="#ctx0" brushRef="#br0" timeOffset="1467">885 0 8368,'-3'3'627,"1"1"-550,1 2 0,1 4 1,1 3-1,1 4 71,2 4 1,2 7-1,2 5 1,2 3-65,0 4 1,-3-3-1,2-3 1,-3-3-77,-1-3 1,0-2 0,-3-7 0,1-5-375,0-4 266,2-3 0,-2-4 0,1-4 1,-2-4 18,-1-2 0,1-5 0,1 1 0,0-1-30,0 0 0,1-3 1,-1-1-1,0-1-73,2 0 1,1-2 0,1 1 0,-1 0 1,0 4 1,1-1-1,0 1 1,1 3 128,0 3 0,1 1 1,-2 5-1,1 1 67,0 0 0,1 4 0,-3 2 0,1 3 200,-1 5 0,1 3 1,-1 4-1,0 1-5,1 3 1,-3 0-1,0 0 1,1-1-236,1-1 1,1 0 0,-1-4 0,0-1-227,-2-2 0,2-3 1,-2-2-1,2-5-1192,0-1 1444,-2-5 0,1-2 0,-1-4 0</inkml:trace>
  <inkml:trace contextRef="#ctx0" brushRef="#br0" timeOffset="2348">1559 231 8056,'0'-3'160,"0"3"167,0 4 1,1 4-1,0 3 1,1 2-163,0 2 0,0 1 1,1 4-1,0-1-58,0 0 1,0-2-1,-2 0 1,2-2-43,1-3 0,-3 0 0,2-4 47,0-3 0,-3-2 0,3-6-69,-3-3 0,2-1 1,1-5-1,-2 0-48,0-3 0,-1 0 1,0 0-1,0-2-56,0-2 0,2 0 1,0 2-1,0 0-125,1 2 1,-2 0-1,3 3 1,0 1 18,-1 2 0,1 2 0,3 1 0,-1 2 29,1 2 0,-1 2 0,0 2 0,-1 2 82,-1 2 1,0 3 0,2 3 0,-1 1 133,-1 2 1,-2 2 0,2-1-1,-1 0 88,1-1 1,-3 0-1,2-2 1,-2-1 101,1-1 1,-1 0 203,1-2-333,-1-3 0,-1-6 0,0-5 1,0-2-209,0-2 1,0-2 0,0 0-1,0-1-152,3-1 1,-3-2 0,3 0 0,0 1-32,1 0 1,1 1 0,0 1 0,0-1 67,2 0 0,0 3 0,2 1 1,0 3 100,-1 2 0,3-1 1,-3 3-1,0 2 197,-1 3 1,0 2 0,-1 7 0,0 1 133,-2 4 1,1 0 0,-3 1 0,0-1-127,1 1 0,-2-2 0,1 1 0,-1-1-439,-1-2 1,0-1 0,0-3 0,0-1-1875,0-2 2191,0-1 0,0-2 0,0-1 0</inkml:trace>
  <inkml:trace contextRef="#ctx0" brushRef="#br0" timeOffset="2870">2085 193 8056,'-10'-3'0,"1"2"0,2-2 0,1 1 57,-1 0 0,1 0 1,-1 2-1,1 0 168,0 0 0,-1 2 0,1 2 1,-1 1-58,1 2 0,0 1 1,1-1-1,2 1-55,0 0 0,-1 3 0,1 0 0,2 1-102,0-2 0,2 4 1,1-3-1,2 1 58,2 0 1,1-1 0,2 1 0,2-2-36,1-1 1,0-1 0,1-3-1,1-2-32,1 0 1,-2-1-1,2-2 1,-3 0 61,-2 0 1,-2-3 0,1-2 0,-2-3 6,-1-2 0,-2-2 0,-2-2 0,-1 0-41,-1-1 1,-1-2 0,-1 1 0,-3 0-166,-3 1 1,0 0 0,-2 2-1,-2 1-1,0 1 1,1 4 0,1 3 0,1 2-355,1 0 1,0 2 0,1 3 0,2 3-1408,1 2 1897,2 0 0,2 1 0,0 1 0</inkml:trace>
  <inkml:trace contextRef="#ctx0" brushRef="#br0" timeOffset="3314">2328 225 7766,'0'6'-220,"0"1"0,0-1 0,0 0 0,-2 2 763,0 0 1,0 0-1,2 3 1,0 0-257,0 1 0,0-1 0,0-1 0,0-1 152,0-1 1,0-1 239,0 0 1,0-5-462,0-2 0,0-5 0,0-4 0,0 0-66,0 0 1,0-5-1,0 1 1,0-1-214,0-2 1,0 3 0,1-2 0,0 3-107,1 2 0,1 0 0,-1-1 0,2 2-90,-1 2 1,4 2 0,-1 0 0,2 1-231,2 1 1,-1 1-1,1 2 1,0 1-70,0 1 0,0 1 0,0 4 0,-1-1-287,-2 1 843,-1 2 0,1-2 0,-1 2 0</inkml:trace>
  <inkml:trace contextRef="#ctx0" brushRef="#br0" timeOffset="3766">2585 276 8119,'6'0'271,"1"0"0,-3-3 0,0-1-119,-1-2 0,1 0 1,-2-1-1,0 1 3,1 0 0,-2-1 0,1 1 0,-1-1-99,-1-2 1,0 2 0,-1-2-1,-1 2 37,-3 1 0,2-1 0,-1 1 0,-1 0 8,-1 2 0,-1 1 1,1 3-1,0 0-32,-1 0 0,0 2 0,-1 1 0,0 4 86,0 3 0,1 0 0,0 3 0,2 0 95,0 0 1,3 0 0,2 2 0,0 0 169,0 2 0,0 0 0,2 1 0,3 0-37,3-1 1,1-3 0,3 1-1,1-1-304,1-1 0,2-3 0,-1-2 0,2-3-459,1 0 1,-1-4-1,0 1 1,-2-2-507,-1-2 1,-1-2 0,-1-4 0,-2-1-2391,-4 2 3276,1-1 0,-7-1 0,3-1 0</inkml:trace>
  <inkml:trace contextRef="#ctx0" brushRef="#br0" timeOffset="4698">879 1014 7669,'2'-5'-1338,"0"1"2243,0-1 0,-2 0-460,0-2 1,0 1 0,0-1-158,0 1 1,0 2-1,-3 0 1,0 0 3,-1 1 1,-1 1 0,0 0 0,0-1-94,-2 1 1,0 0 0,-1 3 0,0 1-16,0 2 0,-1 2 1,-1 1-1,1 2-164,0 1 1,0 3 0,3-1 0,-1 1-77,1 0 0,0 0 0,2 0 1,2-1 114,1 1 1,2 1 0,1 0-1,2 0 88,2-2 1,3 1 0,3-3 0,1 1-35,2 0 1,3-4-1,-2 1 1,2-3-177,-1-3 1,0 1 0,1-1 0,-1-1-474,-2-2 0,-1-1 1,-2-3-1,-1-1-138,0-2 1,-4-3-1,0 2 1,-2 0-604,-3 0 1,1-1 1276,-3 2 0,0 1 0,0-3 0</inkml:trace>
  <inkml:trace contextRef="#ctx0" brushRef="#br0" timeOffset="5265">1206 988 8056,'-6'0'0,"-1"-3"0,1 0 85,-1-1 0,1-1 0,0 3 0,-1 0 148,1-1 1,-1 2 0,1-1 0,-1 1-41,1 1 0,0 0 0,-1 0 1,1 1-29,-1 1 0,1 2 1,0 3-1,0 1-123,2 0 0,-1 3 0,2-2 1,2 1-104,0 2 0,4 0 0,1 1 1,3 0 74,1 2 1,2-1-1,3 0 1,1-2 49,1-1 0,-2-3 1,3-1-1,-1-1-60,0-2 0,2-2 0,-2 0 0,-1-2 111,0-2 0,-4-4 0,-2-3 0,-1-1 29,0-2 0,-4 0 0,0-1 0,-3-1-86,0-1 0,-3-1 0,-2 2 0,-2-2-217,-1 0 0,-4 1 0,1 1 1,-3 2-87,-1 1 0,3 6 0,2-1 0,0 2-372,0 3 1,4 0-1,0 2 1,1 1-315,1 2 1,1 3 930,3 1 0,0-1 0,0 3 0</inkml:trace>
  <inkml:trace contextRef="#ctx0" brushRef="#br0" timeOffset="5682">1501 937 8056,'-3'-3'19,"-1"2"1,3-2 155,-2 1 0,-2 1 0,1-1 1,-2 1 100,0 1 1,0 0 0,-1 0 0,0 0-26,-2 0 0,2 4 0,-3 1 0,0 3-143,0 0 1,2 2-1,-1 1 1,3 1-147,2 1 1,-1-1-1,3 1 1,3 1-171,3 1 1,2-2 0,2 2 0,1-1 107,1-1 1,1-3-1,2-2 1,1-1-91,1 0 1,0-4-1,-1-1 1,0-1-98,1-1 1,0-1 0,-3-1 0,-1-3-110,-2-3 0,-1 1 1,-1-4-1,-1-1 396,0 0 0,-1-3 0,2-2 0</inkml:trace>
  <inkml:trace contextRef="#ctx0" brushRef="#br0" timeOffset="5931">1527 674 8024,'-7'0'92,"1"0"138,-1 0 0,4 1 0,1 1 0,1 5 73,1 6 1,5 3-1,1 5 1,2 4-109,2 2 1,-1 3 0,2 3-1,-1 2-146,-1 1 1,0-6-1,-3 0 1,-2-3-333,-2-4 1,-1-3-1,-1-4 1,0-3-1547,0-3 1016,0-2 1,0-5 812,0-3 0,0-3 0,0-3 0</inkml:trace>
  <inkml:trace contextRef="#ctx0" brushRef="#br0" timeOffset="6478">1777 975 8027,'2'-4'179,"0"0"1,3-1 0,-1-1-14,-1 0 1,2-1 0,-2 1-1,0-1-6,0 1 1,1 0-1,-2-1 1,0 1 24,-2-1 1,0 1-1,0-1-29,0 1 1,0 2 0,-2 0 0,-3 1-137,0 2 0,-2 0 1,1 1-1,-1 1 1,-2 1 0,1 2 0,-3 2 0,0 0 42,-1 1 1,-1 0 0,1 1 0,1 1 39,3 1 1,-1-1-1,1 1 1,1 2 6,2 0 0,4 1 0,-1 0 0,2 1 105,5 1 1,0 3 0,5-3 0,3 1 8,1 0 1,0 1 0,3-2-1,1-2-54,0-1 0,1-1 0,-1-3 0,-2-2-50,0-4 1,1-1-1,-2-1 0,-1-1-593,0-1 1,-4-1 0,-2-4-1,-1-1-167,0-1 1,-1-2 0,-1 0 0,-2 0-190,0 0 1,-1 0 828,-2 2 0,3-2 0,0 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19.749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71 828 8056,'0'4'0,"0"0"13,0 1 1,-1-1 271,-1 0 0,-1-2 1,-4 0-42,1-1 0,1-2 0,1-1 0,-1-3 30,-1 0 1,2-2 0,0-2 0,-1-2-105,-1-1 0,2-3 0,0-3 0,2-3-104,0-2 1,1-6 0,2-3 0,2-4-95,3-4 1,6-4-1,6-3 1,3 3 5,2 3 0,3 2 0,2 3 0,2 2-98,1 4 1,-2 2-1,-1 4 1,-1 3 113,-2 1 1,0 2-1,-2 3 1,-3 2 50,-2 4 1,-3 0 0,2 3 0,0-1-34,-1 1 1,0 1 0,-3 2-1,0 0-46,0 2 1,-1-2-1,0 1 1,-1 0-180,-2 1 1,-4 1-14,-1 0 0,-3 1 0,2 1 1,-3 2-97,-3-1 0,2 2 1,-3-2-1,1 0-430,-1 0 0,0-1 752,-2-2 0,-1 0 0,1 0 0</inkml:trace>
  <inkml:trace contextRef="#ctx0" brushRef="#br0" timeOffset="532">360 0 8056,'-5'0'-103,"2"1"1002,0 1-373,-2-1 0,5 2 0,0-3-311,3 0 0,4 0 1,1 0-1,1 0-136,1 0 0,1 0 1,4-1-1,0 0-88,-1-1 1,-1-1-1,0 3 1,0 0-5,0 0 0,-2 0 0,-1 0 1,1 1 109,-1 1 0,-1 3 0,-2 2 1,-2 3 125,0 0 0,0 0 0,-3 4 0,-1 1 230,0 2 1,-1-1-1,0 2 1,-1-1 8,-1 2 1,1-2-1,-3-1 1,0 0-200,1-2 0,1-1 0,-2-2 0,1-3-860,2-1 0,-1 0 0,1-1-1722,-1 1 0,-1-4-1265,1-1 3584,1-1 0,-2-1 0,3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08.9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97 193 8056,'-4'0'-1645,"0"0"2288,-1 0 0,1 0 1,0 0-88,-1 0 1,1 0 0,0 0 277,-1 0-350,2 0-206,0 0 1,9 0 0,3 0-139,5 0 1,0 0 0,4 0 0,2 0-136,3 0 0,-1-3 1,2 1-1,0 1-78,1 0 0,0 1 0,-1-1 0,-3 0-208,-1-1 1,-4 0-1,-1 2 109,-1 0 0,-4 0-337,-2 0 351,-3 0 1,-5 0-408,-5 0 1,2 0-1,-1 0-59,-1 0 1,-1 0-1,-1 0 624,1 0 0,-3 0 0,-1 0 0</inkml:trace>
  <inkml:trace contextRef="#ctx0" brushRef="#br0" timeOffset="505">33 295 8056,'-4'4'-390,"0"-1"238,1-1 0,-2-1 1,2 2 451,-1 0 1,1-2 481,1 1 58,1-2-507,-2 0 1,10 0 0,2 0-44,2 0 0,1 0 0,3 0 0,3-2-46,3 0 0,1-1 0,5 1 0,1-1-171,2-1 1,1-1 0,0 2-1,-1 0-265,-2 1 1,-5-1 0,-4 3 0,-4 0-472,-4 0 517,-1 0 0,-10 0-24,-2 0 1,-3 0 0,-1 0-173,-1 0 0,3-2 1,0 0-1,-1 1-943,-1 0 1,2-1 1284,0 0 0,-1-3 0,-1 1 0</inkml:trace>
  <inkml:trace contextRef="#ctx0" brushRef="#br0" timeOffset="1467">347 26 7917,'-6'-4'59,"0"0"209,-1 1 1,3 0-1,0 2 118,-1-1 1,1 0-1,0 1 548,2-1-93,-3 1-204,4-2-309,-2 3-219,9 3 1,-4 1 0,4 2 0,1 0-125,1 1 1,-1-1 0,3 1 0,0 1-37,0 1 1,-1 1 0,2 0 0,0 0-12,1 1 1,0-1 0,0 1 0,-2 0 29,2 1 0,-2-2 1,0-1-1,-1-1 21,-1 0 1,-2-1 0,-1 2 4,-1-2 1,-1-1-1,0-1 124,0-1 293,-1-3 678,-2 2-891,-3-8 1,2 3-295,-3-2-538,2 2 599,-1 2 121,3 3 1,0 1 0,-2 3 0,-1 2 195,0 1 0,1 1 0,-3 1 1,-2 2-52,-1 2 1,-1 1-1,1 2 1,-2 0-196,0-2 1,0-1-1,4-2 1,0-1-492,2 0 1,0-5 0,3 1-839,-1-2 1,0-4 222,4-1 0,1-6-1785,2-2 2855,-3 1 0,1-1 0,1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48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272 440 7901,'0'-8'21,"0"-1"1,0 1 172,0 0 1,0 1 0,-2 3-1,-5-1 90,1 1 1,-6 2 0,0-4 0,-1 2-40,-3 3 1,3 0 0,0 1-1,-3 1-66,1 2 1,-1 5 0,2 6 0,3 2 34,2 1 0,0 4 1,2 0-1,1 1-425,3 0 1,3-2-1,4 1 1,4 1-4,2-1 1,5-1 0,-1-2 0,2-4 81,3-2 0,0-5 0,2-3 0,-2-1 33,1 0 1,-4-3-1,-2-4 1,0-4 72,0-2 1,-3-5-1,-3 1 1,-3-2 140,-2-1 1,0 0 0,-2 2 0,2 0-10,-1 1 1,-2-1 0,-4 0 0,0-1-4,-1-1 0,-1 6 0,-1-4 3,0 2 1,1 5-1,2-1-139,0 2 1,1 10-1,3 2-43,0 4 0,2 4 1,0 0-1,4 0 90,1 6 0,3-2 1,0 2-1,1-2-41,-1 0 0,2 0 0,0 0 0,-2 0-294,3-1 1,-4-3 0,2-1 0,-2-4-349,0-2 0,-1 1 0,1-4-811,-1-2 1480,1-4 0,-5-2 0,0-3 0</inkml:trace>
  <inkml:trace contextRef="#ctx0" brushRef="#br0" timeOffset="503">525 407 7901,'-9'-5'196,"4"-2"222,-1 4 1,4 1-198,-5 2 1,6 4-1,-2 1 1,2 3-24,1 4 0,3-2 0,0 3 0,3 4 1,0 2 0,1-2 0,-1 4 0,2-1-114,1 3 1,2-4 0,-2 1 0,1-4-142,2-2 0,-1-5 0,-2 3 0,1-4 28,2-2 0,-4-3 1,-3-3-1,2-3-38,1-3 1,-3-5 0,-2-3 0,0-3 49,0-3 0,0 2 1,-3-3-1,0-1 0,0 1 0,0 3 0,0-3 0,-2 0-8,0-2 1,0 4 0,-3 2 0,0 4-144,1 3-20,1 0 0,1 13 0,2 1 0,0 5 144,0 5 1,2 2-1,2 0 1,0 2 106,3 2 0,1-3 1,0 2-1,1 0-98,-1-2 1,1-2-1,-1 0 1,-1-2-233,3 0 0,-3-4 0,3-2-244,-3-5 1,1-1 0,1-2-897,-1-1 1406,-2-8 0,1-3 0,-3-4 0</inkml:trace>
  <inkml:trace contextRef="#ctx0" brushRef="#br0" timeOffset="834">827 121 7901,'0'-9'58,"0"1"1,0-1 880,0 1-650,-4 3 0,3 5 0,-1 7 0,2 3-62,2 5 1,1 4 0,2 5 0,2 3-29,0 7 0,1 0 1,0 7-1,1 1-140,-1 5 1,1-1 0,-1-2 0,0-2-320,-3-6 1,3-2-1,-4-10 1,3-1-1400,-2-8 1179,-4-3 1,3-8 0,-4-5 0,0-6-805,0-3 1284,0-5 0,-8-2 0,-1-4 0</inkml:trace>
  <inkml:trace contextRef="#ctx0" brushRef="#br0" timeOffset="1000">801 381 7901,'5'-13'178,"3"1"0,-1 4-38,3-1 1,-1 5 0,3 1 0,0 2-40,-1 1 1,3 0-1,-1 0 1,1 0-449,1 0 0,-5 0 1,2 1-1,-1 1-1228,0 0 1575,1 1 0,-4 1 0,0 1 0</inkml:trace>
  <inkml:trace contextRef="#ctx0" brushRef="#br0" timeOffset="1404">1221 356 7883,'-7'0'336,"1"0"-34,0 0 0,1 0 0,-3 0-43,-1 0 0,1 4 0,-1 1 1,1 3-74,-1 0 0,1 5 0,0 0 0,-1 3-225,1 1 1,3 0 0,2 0 0,2 0-102,1 0 1,1-2 0,3 2 0,4-2 143,1-1 1,7-5 0,-2 1-1,2-5 121,1-1 1,-2-2 0,2-2 0,0 0-15,0 0 0,-1-4 1,-1-2-1,-6-3-22,-3-2 1,1-5 0,-3 3-1,-3-4-145,0 2 1,-1-2 0,-1 2-1,-2 1-351,-2-1 0,-4 1 0,-1 0 1,-1 2-200,1 3 1,0 2 0,1 1-860,-2-1 1465,1 6 0,-1-3 0,1 4 0</inkml:trace>
  <inkml:trace contextRef="#ctx0" brushRef="#br0" timeOffset="2033">1389 381 7901,'7'4'24,"-2"-2"1,0 2 0,2-3-1,-3 3 170,-1 0 1,0 3-1,-3 2 1,1 1 8,2 5 0,-2-2 1,2 1-1,-2 1-32,-1 0 1,0 1-1,0-1 1,3-4 21,-1-1 1,1-3 0,-2 1-109,2-3 0,-2-2 0,2-6-69,-3-2 0,4-3 1,-2-1-1,0-1-69,-1-1 1,2-3 0,-1 2 0,0-1-27,-1-3 0,2 3 0,-1 0 0,2 0-263,-1 0 0,-1 2 0,4-2-94,0 2 1,-1 0 366,1 5 0,-1 3 0,1 7 0,-2 4 100,0 2 1,0 5 0,-3-1 0,2 2 50,0 1 1,-2 0 0,-1-2-1,3 1 16,-1-1 0,1-4 0,-3-1 0,1-3 351,2-1 0,-3-1-366,4-5 0,-2-1 0,2-9 0,0-1-87,0-4 1,1 2-1,-1 0 1,0-3-153,0 1 1,3-5 0,-2 0 0,2 3-73,-2 2 1,3 0 0,-3 3 0,1 2 86,1 1 1,-1 5 0,1 1 126,0 2 1,2 2 0,-3 2 0,1 5 50,-1 2 0,-3 5 0,1-1 1,1 2-18,0 1 1,-3 0 0,2-2 0,-2 0-270,1-1 0,1-1 0,-3 2 1,3-5-264,1-1 0,-3 1 512,0-3 0,3 3 0,-1-3 0</inkml:trace>
  <inkml:trace contextRef="#ctx0" brushRef="#br0" timeOffset="2500">1868 356 7901,'-2'-5'-13,"-2"-1"114,0 0 0,-3-1 1,-1 1 71,-1 3 0,1 3 0,0 3 1,-1 3-14,1 5 1,1-2 0,0 4 0,2-1-98,-2 2 1,3-2 0,2 2 0,0 2-75,2 0 0,0-3 0,0 1 0,2 1 7,0-2 1,4 0 0,4-4 0,2 0-14,1-1 0,-1-3 0,1 0 0,0-2 17,0-2 0,-3-2 1,1-2-1,-2-2 38,0-3 1,-2-2 0,-1-3-1,0 0-3,-3-2 1,3 0 0,-4-2 0,1 0-9,-3 0 0,0 1 0,0-1 0,0 1 51,0 2 1,0 2-90,0 3 0,0 5 0,0 4-143,0 5 0,1 7 0,2 1 0,0 3-46,2 1 1,-3 0-1,4 0 1,-2 0 21,1 0 1,-3-2-1,2 0 1,2-2-204,-1-1 0,-3 0 0,4-5 0,-1 3 381,0-3 0,3-1 0,-4-4 0</inkml:trace>
  <inkml:trace contextRef="#ctx0" brushRef="#br0" timeOffset="2784">2154 356 7540,'5'0'-608,"-1"0"316,-4 0 0,-8-4 0,-1 0 1</inkml:trace>
  <inkml:trace contextRef="#ctx0" brushRef="#br0" timeOffset="3117">2112 11 7901,'0'-7'585,"0"4"0,0 6 1,0 7-315,0 4 0,4 7 0,1 6 0,0 3-8,0 5 0,1 4 0,1 6 0,0-1-89,-2 0 0,-2-3 1,-1 0-1,0-3-143,-2-4 0,0-6 1,0-9-1,0-4-264,0-4-1258,0-1 1,0-7 786,0-3 0,-4-3 0,1-7 0,1 3 704,-2-3 0,0-1 0,-5-3 0</inkml:trace>
  <inkml:trace contextRef="#ctx0" brushRef="#br0" timeOffset="3333">1986 331 7996,'3'-5'250,"-1"-2"0,5 5 1,-1-2-1,5 0-70,3 1 0,2 0 0,4-1 0,-1 2-162,3-2 0,-1 4 1,3-3-1,-3 2-475,0 1 0,-4-3 1,-4 1-1,-1-1-444,-2 2 901,-5 1 0,3 0 0,-2 0 0</inkml:trace>
  <inkml:trace contextRef="#ctx0" brushRef="#br0" timeOffset="3719">2414 297 7511,'0'9'-31,"0"-1"1,0 0 592,0 1 0,3 1 0,-1 3 0,1 1-238,1 0 1,-3 4 0,3 2 0,-1 0-290,-1-3 0,4 1 0,-2-1 0,-3 1-390,0-2 0,-1-6 0,3 2-64,-1-3 1,1-5 0,-3-4-1297,0-5 1715,0-1 0,0-8 0,0 1 0</inkml:trace>
  <inkml:trace contextRef="#ctx0" brushRef="#br0" timeOffset="3882">2422 188 7901,'-4'-5'1356,"0"0"-3169,0 1 1448,3-3 1,-2 6-1,6 0 365,-1 2 0,5 0 0,-3 11 0,5-3 0</inkml:trace>
  <inkml:trace contextRef="#ctx0" brushRef="#br0" timeOffset="4252">2724 322 7901,'-7'-4'-168,"-5"-4"1,1 3 0,1-2 434,1 2 1,-1-2 0,3 5 0,-1-1 90,-1 2 1,-2 5 0,-1 2 0,2 2-150,1 3 0,-2 2 1,-1 4-1,2 0 7,1 0 0,4 2 0,2 2 0,3-1 28,0 1 1,3 3 0,3-4 0,5 3-58,3-4 0,4-2 1,3-1-1,0-1-140,3-5 1,-1-1 0,1-4-1,-2-2-193,2-2 0,-3-1 1,0-1-1,0-2-621,-3-2 1,-1-7 0,-3-1 0,-2-4-2075,0 2 2841,-6-2 0,5-4 0,-6 0 0</inkml:trace>
  <inkml:trace contextRef="#ctx0" brushRef="#br0" timeOffset="11634">181 877 7901,'-9'0'-512,"1"-1"0,0-1 1,-1 0 661,1-1 0,-1 2 1,1 1-1,0 0 61,-1-3 1,1 2 0,-1-3-176,1 0 1,-1 3-1,1-2 103,0 3 1,-1-4-1,1 1 199,-1 2 0,1 0 619,0 1-898,-1 0 0,5 2 1,4 1-1,7 0-48,2-2 0,4 2 0,5-1 0,3 0-40,4-1 1,4 1 0,5 1 0,0 0 66,2-3 0,6 0 0,7 0 1,4 0 8,5 0 0,6 0 0,6 0 1,4-3-41,7 0 1,-3-2 0,3 1 0,0 0-20,0 0 0,3-1 1,1 1-1,-1 0-33,-4 0 1,1-1-1,-3 1 1,2 0 142,-1 2 1,5-5 0,-6 5 0,-2-1 89,-3-1 0,-3 4 1,-2-4-1,-1 4-24,-2 0 0,-5-3 1,-10 0-1,0 1-99,-3 1 0,1 1 1,-6 0-1,-4 0-76,-2 0 0,-4 0 0,0 0 0,-2 0-45,-1 0 1,-2 0 0,-5 0 0,-3 0 45,-4 0 1,-3-3 407,-4 1-36,-3-1 0,-1 2 0,-5-1-131,-2 0 0,2-2-271,-6 4-693,6 0-1018,-3 0 0,4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53.6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7 328 7901,'0'-4'-1535,"-1"0"2529,-1 1 1,1 1-569,-1-1 1,2 3-1,0 0-310,0 4 0,0 2 0,0 3 0,2 2-119,3 1 1,-2 4 0,2 3 0,0 2-14,0 2 1,2-2 0,-2 3 0,1-1-127,0 0 1,-1-2-1,4-3 65,-2-3 1,0-6 0,-1-2 0,0-5 173,-2-3 0,0-4 1,-3-4-1,2-3-14,0-2 0,-1-2 1,1 1-1,-1-1-74,0-1 1,1-1 0,-2 1 0,1-2-118,0 0 1,1 2-1,-1 0 1,1 2-475,0 0 1,2 5-352,-1 1 1,2 6 932,1 3 0,-4 5 0,0 2 0,-3 3 0</inkml:trace>
  <inkml:trace contextRef="#ctx0" brushRef="#br0" timeOffset="452">238 456 7901,'4'0'-439,"0"0"0,-1 0 0,1 0 1059,1 0 1,-2 0 0,2 0-562,0 0 1,0 0-1,2-3 1,-1-1-153,1-1 1,-1-2 0,0 1-1,-1-1 235,-1-2 0,-2 1 0,2-2 0,-1 0-70,-2 0 0,0 0 1,-1-3-1,-1 0-4,-1 0 1,-2 3 0,-2 2 0,-1 0-1,1 2 1,0 2 0,-1 2 0,1 2-42,-1 2 1,1 2-1,0 3 1,-1 1 45,1 1 0,-1 4 0,2 1 1,0 1 64,0 0 0,4 4 0,-1-1 0,2 3 68,2 0 1,2 0-1,2-1 1,1-2-127,2 1 1,1-3-1,2-2 1,1-3-325,0-5 1,2 0 0,0-4-1,-1-1 1,0-3 0,-2-1 0,-1-4 0,-1-2-110,0-2 1,-2-1-1,-2-1 1,-1 1-1418,-1 2 1770,-3-3 0,5 1 0,-2-5 0</inkml:trace>
  <inkml:trace contextRef="#ctx0" brushRef="#br0" timeOffset="1001">462 302 7633,'-3'1'-807,"0"1"1446,0 0 0,2 3 1,-1-1-414,2 2 1,0 2 0,0 1 0,2 2-24,0 3 1,3 1 0,-2 5-1,2-1 33,-1 0 0,0 2 0,2 0 1,-1-2-156,-1-1 0,-2-4 1,3 1-1,-1-2-83,-1-2 109,3-5 1,-5-6 0,2-5 0,-1-2-51,0-4 1,1-3 0,-2-2 0,1 0-170,0-2 1,1-1 0,-1 0 0,0 0-80,1-1 1,0 0 0,2 0 0,-1 2-59,1 2 1,1 1-1,0 4 1,0 1-263,1 1 1,-1 3 0,1 4 26,-1 1 1,0 4-1,-2 1 1,-1 3 483,0 1 0,-2-1 0,1 3 0,-2-1 0,0 1 0,0 3 0</inkml:trace>
  <inkml:trace contextRef="#ctx0" brushRef="#br0" timeOffset="1267">668 290 7901,'4'5'-2,"0"0"0,-2 0 72,0 0 1,1 0 0,-1 2-1,-1 2 51,0 2 1,1 1 0,0 4 0,0 3-41,-2 1 0,0 4 0,1-4 0,0 0-202,2-2 0,-1-4 0,-2 1 0,2-2-1207,0-3 736,0-3 1,-2-8 591,0-5 0,0-4 0,0-3 0</inkml:trace>
  <inkml:trace contextRef="#ctx0" brushRef="#br0" timeOffset="1417">655 187 7901,'3'-6'126,"0"-1"1,-3 1 271,0-1-948,-3 4 1,3 1 0,-2 4 549,1 2 0,1 2 0,0 0 0</inkml:trace>
  <inkml:trace contextRef="#ctx0" brushRef="#br0" timeOffset="1835">931 161 7746,'0'-6'0,"0"-1"-170,0-2 0,0 2 0,-1-2 0,-1 0 310,-2-2 1,0 1 0,0-1 0,-2 0 27,-2-1 0,1 2 0,-2 1 1,2 3-79,1 1 1,-1 3-1,-1 3 1,-1 3-109,2 2 1,0 5-1,2 2 1,2 4 4,0 1 0,-2 4 1,3 2-1,2 1-19,1 3 0,0-1 0,4 4 0,2 2-48,1 2 1,1 0-1,-1-1 1,0-4-5,0-2 1,-1-2-1,0-3 1,-2-4-137,0-3 1,0-6 0,-3-1 27,-1-2 0,-1-4 1,-1-3 97,-1-4 1,-3-1 0,1-3 0,0 1 93,0-2 0,-1-2 0,-4 1 0,-1-3 0</inkml:trace>
  <inkml:trace contextRef="#ctx0" brushRef="#br0" timeOffset="2003">777 392 7901,'-2'-6'-15,"-1"-1"1,1 3 0,0 0 280,0-1 0,1 1 1,3 1-1,2-1-86,2 1 1,1 0-1,1 0 1,3 0-179,1 2 0,3-2 1,0 1-1,-1 0-315,0 1 0,-1 1 0,0 0 0,1 0-1225,-1 0 1538,-2 0 0,-2 0 0,1 0 0</inkml:trace>
  <inkml:trace contextRef="#ctx0" brushRef="#br0" timeOffset="2266">1014 283 7901,'4'7'122,"-1"-1"0,-1 0 94,0 1 1,0-1 0,-2 1 0,0 2-110,0 2 1,0-1 0,0 1 0,0 2-182,0 1 0,0 1 1,0-3-1,0 0-284,0-2 0,1-1 1,0 1-278,1-1 0,1-1 635,-1-4 0,-1-4 0,2-3 0</inkml:trace>
  <inkml:trace contextRef="#ctx0" brushRef="#br0" timeOffset="2433">1027 238 7901,'-4'-16'-46,"1"2"0,1 4-888,0 1 564,0 3 0,5 4 370,1 4 0,-1 2 0,0 2 0</inkml:trace>
  <inkml:trace contextRef="#ctx0" brushRef="#br0" timeOffset="2869">1194 309 7901,'-7'0'-119,"1"0"0,-1-1 79,1-1 0,2 1 0,-1-1 0,0 2 284,0 2 1,-2 2 0,2 3 0,0 1-146,0 3 0,3 1 0,-1 1 1,0 0 29,1 0 1,2 2 0,0 0 0,3 1-48,1 0 0,1-1 0,3-3 0,0-1-158,3-3 1,0-1 0,1-1 0,0-2-297,2-2 0,0-1 0,-3-1 0,0-1-163,3-1 0,-1-2 0,1-4 535,-3 0 0,2-4 0,-4 2 0</inkml:trace>
  <inkml:trace contextRef="#ctx0" brushRef="#br0" timeOffset="3302">1386 315 7867,'-6'-5'0,"0"0"75,2 0 0,-4 4 0,1-1-87,0 1 0,-2 1 0,0 1 1,2 1 101,-1 2 1,0 3-1,-1 0 1,2 3-61,-1 0 0,2 2 1,0 3-1,2 0-103,2-2 0,1 0 0,1 0 0,2 0-5,2 0 0,0-3 1,5-1-1,1-1 36,0-2 0,2-2 1,1 1-1,0-3-38,0-2 0,-2-2 1,-1-3-1,-1 0 102,-1-2 0,-1 0 1,-1-1-1,-1-1 38,-1-1 0,-2 0 1,2-1-1,-2 0-50,0-1 0,-1 3 0,-1-2 0,2 0 162,0 1 0,0 1-59,-2 2 0,-2 5-207,0 2 0,0 2 0,2 5 0,0-1 22,0 1 0,2 1 0,1 2 1,0 0-20,2 1 1,1 1 0,-1 1 0,0 0-117,0 0 0,-2-1 0,2-1 0,-1 0 207,-1 0 0,1-2 0,-1 0 0,0-2 0,2-1 0,1 1 0</inkml:trace>
  <inkml:trace contextRef="#ctx0" brushRef="#br0" timeOffset="3617">1566 1 7901,'-5'0'125,"2"1"73,0 1 0,0 1 1,2 5-1,-1 3 14,0 4 0,1 6 1,1 6-1,1 5-131,1 5 1,1 4 0,2 2 0,-1-3-227,-1 0 1,1-5 0,-2-2 0,-1-4-161,0-6 1,-1-6 0,0-4 0,0-4-1096,0-2 1124,0-3 1,-1-4-1,0-4 276,-1-2 0,-3 0 0,1-1 0</inkml:trace>
  <inkml:trace contextRef="#ctx0" brushRef="#br0" timeOffset="3816">1476 309 7540,'6'0'-208,"1"0"0,-1 0 1,1-1-1,0 0 630,1-1 0,-1-1 0,3 3 1,-1 0-288,2 0 1,1 0 0,3 0 0,0 0-315,-1 0 1,-1 0 0,0 0-1,0 0-426,0 0 0,-3 0 0,-2 0 605,0 0 0,-2-2 0,0-2 0</inkml:trace>
  <inkml:trace contextRef="#ctx0" brushRef="#br0" timeOffset="4033">1688 322 7901,'0'13'-288,"0"2"0,0-1 0,0 1 1,0 0 500,0 0 0,0 0 0,0-2 0,0 0-171,0 0 0,0-3 0,0-2 0,0-1-595,2 0 1,0-4 186,2-3 0,-3-3 366,2-4 0,0-2 0,1-1 0</inkml:trace>
  <inkml:trace contextRef="#ctx0" brushRef="#br0" timeOffset="4183">1655 78 7901,'0'-9'0,"-2"1"-502,0 0 1,0 3 229,2 1 0,0 3 0,1 1 272,1 4 0,-1 3 0,4 2 0,-1 2 0,2-1 0</inkml:trace>
  <inkml:trace contextRef="#ctx0" brushRef="#br0" timeOffset="4651">1835 277 7901,'3'-4'264,"-3"2"0,-1 1 0,-3 1 0,-1 1-98,-1 1 0,-2 2 0,-2 2 0,1 1-80,0 2 0,-2 1 1,3 3-1,0-1-201,1 1 1,2 2 0,2 0 0,1-1-10,2 0 1,2 1 0,4 0-1,3-1 20,3-3 1,1-1 0,0-3-1,0 0-13,2-1 1,-1-4-1,1 0 1,-2-2 34,0-2 1,-2-2 0,-1-3 0,-1-1 27,-1-3 1,-4 1 0,-1-1 0,-1-1 35,0-2 0,0 0 1,-2 0-1,0 0-201,-3 1 0,0 0 0,-4-2 0,2 1 12,0 2 0,0 2 0,0 4 0,0-1 207,-2 1 0,1-1 0,0 1 0</inkml:trace>
  <inkml:trace contextRef="#ctx0" brushRef="#br0" timeOffset="5069">1989 302 7901,'0'13'-226,"0"0"0,0 0 1,0 0 208,0 0 0,0-3 0,1 0 0,0 0 517,1 0 0,3-2 0,-3 1-201,2-2-146,-3-4 1,2-1 0,-2-4 0,0-2-93,1-2 1,1-2 0,-1-2 0,1 1-162,0 0 1,1-2 0,1-1 0,-1-1-162,1-2 1,1-1-1,0 2 1,1 1 3,-1 1 0,0 1 0,1 0 0,-1 1 148,1 3 0,-1 0 1,0 5-1,1 1 103,-1 0 0,1 4 0,-1 4 0,0 4 159,-2 3 0,2 3 0,-3 4 0,2 0 153,-1 0 1,-2 1 0,2-1-1,1 0-286,1-1 1,0-2 0,0-1 0,-1-2-299,-1-4 1,0-2 277,0-2 0,2-7 0,-3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5:37:45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148 276 7901,'0'-6'259,"0"-1"1,0 3-1,0 0 111,0-1 1,-3-1-1,-1 0-111,-2 2 0,-1-1 0,-1 3 0,0 0-45,0 2 0,0 0 0,0 0 0,-2 3-31,0 1 1,-2 2-1,3 1 1,0 1-184,-1 3 0,2 1 0,1 1 0,2 0-170,0-1 0,3 1 0,2 0 0,0 0 30,2 0 0,2-1 0,3-1 0,2-1 32,1 0 0,5-3 0,0-2 0,1-1-8,0-1 0,1-1 1,-2-3-1,-2 0 70,-1-1 1,0-4 0,-2 0 0,-1-2 97,-3 1 1,0-3-1,-3 0 1,0-1 49,0 0 0,-1 3 0,-2-1 1,0 1 7,0-1 1,-1 0 0,-1 3-1,-2 0 0,1-1 0,-3 3-188,2 0-137,-2-1 0,3 3 0,1 2 94,1 3 1,2 4 0,1 0 0,1 3 94,1 0 1,1 0 0,0 4 0,0 1 95,2 2 0,-1 4 1,1 0-1,-1 0 170,1 1 1,-2 1 0,0 0 0,-1-2 43,-1-1 0,-1-1 0,-3-2 0,-1-2 25,-2-1 1,-3-2 0,-1-1 0,-3-1-75,-1-1 1,-3-2 0,-1-4-1,1 0-381,-1-1 1,1-2 0,2 0 0,0-3-144,0-4 1,1 0 0,2-4 0,1 0-230,2-1 1,1-3 0,2-1 0,2 1-192,1-1 0,2 1 0,1 2 0,2 1-64,2 1 0,0 0 773,1 2 0,2-2 0,1 1 0</inkml:trace>
  <inkml:trace contextRef="#ctx0" brushRef="#br0" timeOffset="465">353 276 7951,'-3'-3'6,"-1"2"1,2-4 213,-2 0 0,0 2 0,0-1 229,-1 1 1,1-1-174,0 2 0,0 1 0,-3 3-136,1 2 1,2 2 0,0 0 0,1 1-97,2-1 0,-2 3 0,1 0 0,1 0-57,0 0 1,2 3 0,1-2 0,3 3 5,3 2 0,1-1 1,4 1-1,1-2-15,1 0 0,-1-1 0,3-1 0,0-3-30,0 0 0,1-5 0,-1-1 0,-1-1 118,-1-1 1,-4-6 0,-1-2 0,-1-4 91,-3 0 0,-3-1 0,-3-1 1,0 0-147,0-1 0,-3-2 0,-1 2 0,-2 0-197,-3-1 0,-1 3 1,-3 0-1,0 2-112,1 2 0,-1 1 0,3 4 1,1 2-820,-1 1 1,3 1-344,-1 0 1459,0 3 0,5 0 0,0 4 0</inkml:trace>
  <inkml:trace contextRef="#ctx0" brushRef="#br0" timeOffset="1031">616 270 7901,'-6'0'-105,"0"0"1,-1 0-1,1 0 586,-1 0 1,1 0 0,-1 0-296,1 2 0,0 0 0,-1 1 0,1 1-67,-1 0 1,3 0 0,1 2-1,0 1-148,1-1 0,2 0 0,0 1 0,0 0-35,0 2 1,5-2-1,1 3 1,2 0 18,1 0 1,1-2 0,3 1-1,0-2-70,0-1 1,-3 0 0,0-1 0,-1-1-21,-1-2 1,2 0-1,-2-4 210,0-3 0,-4-1 1,-1-3-1,-1-1-56,0-2 1,1-1-1,-3 0 1,0 1-2,0 1 0,0-1 0,0 1 0,-1 0-4,-1 0 1,0 0 0,-1 2 0,0 1-86,1 1 1,1 4 46,-1 1 0,1 2 0,-1 2 0,2 4 39,2 2 1,0 3-1,2 1 1,1 1-9,1 2 1,0 0-1,0-3 1,1 0-161,-1-1 0,3-2 0,-1 2 0,0-2-209,-1-2 1,0-4-1,-1 0 1,0-3-6,1 0 0,-3 0 0,0-3 367,-1-4 0,2-2 0,-2-4 0</inkml:trace>
  <inkml:trace contextRef="#ctx0" brushRef="#br0" timeOffset="1330">828 0 7540,'0'7'-277,"0"-1"0,0 0 0,0 2 0,0 0 930,0 3 1,1 1 0,0 1-1,2 2-260,1 3 0,0 4 0,2 3 0,0 2-223,-2 0 0,1 1 1,-3-1-1,1-1-170,-1-2 1,-1-6-1,1-1 1,-1-3-492,-1-4 0,0-3-86,0-2 0,0-5 1,0 0-1,0-3-806,0-3 1383,0 0 0,3-3 0,0-1 0</inkml:trace>
  <inkml:trace contextRef="#ctx0" brushRef="#br0" timeOffset="1766">1065 161 7901,'0'-5'2220,"0"1"-1253,0 3 0,1-2-520,1 3 0,0 0-326,2 0 1,-3 0-938,1 3 1,1-2-2289,-1 3 920,1-2 2184,-1 1 0,-1-1 0,2 2 0</inkml:trace>
  <inkml:trace contextRef="#ctx0" brushRef="#br0" timeOffset="1963">1085 270 7901,'-7'0'3304,"4"0"-3198,0 2-1202,3-1 0,0 2 1096,3-3 0,-3 3 0,3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51:13.7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1 421 7536,'4'1'101,"-2"1"0,-1 0 0,-1 3 1,0 2-1,0 4-56,0 2 0,0 1 0,0 5 1,0 1-63,0 3 1,2-1 0,1 2 0,1-2 72,-1-1 0,0 0 1,-1-2-1,0-2-7,0-2 0,-1-4 1,1-2-73,0-1 1,0-5-79,-2-3 1,0-4 0,1-5 0,1-3-3,0-1 1,1-2-1,-3-2 1,0-2 20,3-2 0,-3 2 1,4 0-1,-2 0 29,0 1 0,4 0 1,-1 2-1,1 0 25,1 0 1,0 1-1,0 1 1,1 2-31,-1 0 1,1 3 0,0 0 0,2 4 54,-2 2 1,0 3 0,-1 0 108,1 3 0,-4 5 0,0 5 0,0 4-13,0 1 0,-1 1 0,1 2 0,-1 1 0,1-1 0,0 0 0,2 1 0,-2-2-76,-1-1 0,2-2 0,-3-5 0,1-3 30,0-1-67,-2-4 0,4-6 0,-3-6 0,0-2-33,-1-3 0,1-3 0,1-1 0,1-1-54,-1-2 0,1-1 0,0 0 1,0-1 5,1 1 0,1 0 1,2 0-1,-1 3 53,0 4 0,1 0 0,0 5 1,3 0 71,0 1 1,1 4 0,1 2 0,0 1 52,-1 1 0,-1 6 0,3 2 1,-1 4 163,-2 3 1,-2 7 0,1 0 0,-2 2-41,-1 3 0,-1 1 0,0-1 1,-2 0-151,-1-4 0,1-1 0,0-1 0,-1-3-554,0-4 1,2-2 0,-2-6-648,1-1 1150,-3-2 0,3-10 0,-4 0 0</inkml:trace>
  <inkml:trace contextRef="#ctx0" brushRef="#br0" timeOffset="598">805 400 7852,'-7'-11'0,"0"1"-8,0 2 0,0 1 0,-1 1 0,-1 1 177,0 3 1,-3-2 0,2 2 0,-1 1-11,-2 3 0,2 3 1,-1 3-1,-1 3-126,0 3 0,-1-2 1,3 6-1,1-1-47,2 2 0,4 0 0,2 2 1,1 1-41,1 0 0,2-2 1,2-1-1,4 0 55,2-1 0,2-1 0,3-5 1,1-1-51,0-3 0,2-1 1,-3-4-1,0-2-41,-2 0 1,-1-2 0,0-2 0,-3-3 12,-1-3 0,-1-4 0,0-1 0,-3-2 26,-1 1 1,-2-4 0,-1 0 0,0 0 43,0 0 0,0-1 0,0 3 0,0 1 167,0 1 1,0 4-50,0 2 1,0 6-103,0 5 1,3 5 0,2 7 0,1 1-7,1 2 1,0 1 0,0 1-1,0 0-80,0 1 1,1 1-1,-1-1 1,0-1-329,0-2 0,0-2 1,-1-2-1,0-1 405,-1-2 0,-4-6 0,6 0 0,-3-4 0</inkml:trace>
  <inkml:trace contextRef="#ctx0" brushRef="#br0" timeOffset="897">998 65 7862,'-4'1'125,"1"1"1,3 4 68,0 5 0,0 5 0,0 10 0,0 4-56,3 8 1,1 4 0,3 3-1,0 2-270,0 2 1,0-4 0,0-4 0,-2-8-122,0-5 0,-1-5 0,1-4 0,-1-3-1329,-1-3 1582,0-6 0,-4-5 0,-1-4 0,-2-5 0,-3-4 0</inkml:trace>
  <inkml:trace contextRef="#ctx0" brushRef="#br0" timeOffset="1098">870 392 7852,'4'-4'82,"1"0"1,1 0 58,0 0 0,2 2 0,1-3 0,4 0-21,3 1 1,2-2 0,3 1 0,1-1-170,-1-1 1,0-1-1,1 2 1,-2 1-2312,-1 0 2360,-1 3 0,-4-4 0,0 2 0</inkml:trace>
  <inkml:trace contextRef="#ctx0" brushRef="#br0" timeOffset="1666">1204 44 7852,'4'7'-30,"-1"0"1,-3 1 0,0 2-1,0 4-13,0 4 0,0 7 0,0 4 1,0 5-46,0 3 0,1 4 1,1-3-1,1 0 128,1 1 0,-3-9 0,2-3 1,-2-5 79,2-6 1,-2-3 0,2-3 109,0-2-182,-2-2 0,2-9 0,-3-3 1,0-2-82,0-1 1,2-4 0,1 1-1,-1-1-4,1-2 1,-1-1-1,2-2 1,0 1-42,0 0 0,0-2 0,1 2 1,0 2 53,0 2 0,2 0 0,0 2 1,0 2 26,0 2 1,1 4 0,1 1 0,0 2 22,0 2 1,0 4 0,-1 5-1,2 4 0,-2 3 0,1 1 0,-1 4 0,0 1 3,-2-1 0,0 1 1,1 0-1,-1-1-144,-1-1 0,1-1 0,-4-3 1,0-4-490,2-3 0,-3-3 604,4-1 0,0-3 0,2-1 0</inkml:trace>
  <inkml:trace contextRef="#ctx0" brushRef="#br0" timeOffset="2381">1553 321 7852,'4'0'-20,"-1"1"1,-3 1 0,1 3 260,1 2 1,-1 0-1,2 4 1,-3 3-86,0 4 0,0 3 0,0 0 0,0 0-150,0 1 1,0-2-1,0 0 1,0-2 20,0-3 0,0-3-55,0-5 1,3-3-1,-1-4 1,0-5-28,-1-4 1,1-2-1,1-4 1,0-1-26,0 0 1,0-3 0,-2 1 0,0 0-84,2-2 0,-1 0 0,-1-1 0,0 2 44,2 2 1,1 2-1,0 1 1,-1 1 32,0 1 0,2 2 57,0 6 1,1 1-1,-1 6 1,0 2 68,1 4 0,-2 4 1,-1 5-1,1 2 126,0 2 1,-1-1-1,1-2 1,0 1-19,0 0 0,-3 1 1,2-2-1,0-3-59,-1-4 0,1-1 0,-1-4-77,0 0 1,1-4 0,-3-4-25,0-5 0,2-4 0,1-5 0,1 0-160,2-1 0,-2-2 1,0-5-1,2 0-46,0 0 1,1-1-1,0 3 1,1 2 173,-1 0 0,2 4 0,1 1 0,-2 5 135,-3 4 1,1 4 0,-1 1 0,1 4 9,-1 2 0,-2 5 0,-1 1 0,0 2-117,0 2 0,1 2 0,0 1 0,-2-2-61,0 1 1,-1-3 0,0 1-1,0-1-358,0 0 1,0-2-1,0-1 435,0-3 0,0 2 0,0 1 0</inkml:trace>
  <inkml:trace contextRef="#ctx0" brushRef="#br0" timeOffset="2930">1995 350 7852,'-3'-11'-89,"-1"0"1,-4 4-1,1 1 11,0 1 1,0 0 0,1 2-1,0-1 257,1 1 1,1 4 0,-4 4 0,-1 1-113,0 1 0,-1 3 1,3 2-1,1 3-75,1 1 1,-1 2 0,4 1 0,0 0 23,2 1 0,0-2 0,3 1 0,2 0 39,1 0 0,2-2 0,0-4 0,3-1-48,0-2 1,1-3 0,1-2 0,0-3-70,-1-1 0,-4-4 1,3-2-1,-2-2 4,1-3 1,-3-1-1,-2-4 1,0-1 17,1-3 1,-2 0 0,0 0-1,-2 0 29,0 1 1,1-2-1,-3 3 1,0 0 253,0 2 0,-1 0-97,-2 6 1,0 3-177,-1 6 0,0 4 0,4 6 0,0 2 18,0 4 1,3-1 0,0 3 0,0-2-87,0 1 0,2-1 0,-2-1 1,1-1-224,2 0 0,-2 0 0,0 0 0,2-2 321,0-3 0,1-4 0,1 1 0,-1-2 0</inkml:trace>
  <inkml:trace contextRef="#ctx0" brushRef="#br0" timeOffset="3247">2201 36 7852,'-4'8'0,"2"-1"-48,1 0 0,1 6 1,0 5-1,0 5 246,0 5 0,0 5 0,0 5 0,0 2-260,0 2 1,2-3 0,2-2 0,-1-5-76,0-3 1,-1-9-1,-1 0 1,1-3-387,0-3 0,0-1 181,-2-6 0,0-3 342,-3-2 0,-4-8 0,-4-1 0</inkml:trace>
  <inkml:trace contextRef="#ctx0" brushRef="#br0" timeOffset="3448">2087 300 7758,'3'-7'48,"1"3"1,4 1 35,-1 0 0,1 2 0,1-2 1,3 3-102,1 3 0,2-2 0,2 3 0,1 0-282,0 0 1,2-1-1,-3 1 1,-1-1-105,-1 1 1,-1-2 402,0 0 0,-3 2 0,0 0 0</inkml:trace>
  <inkml:trace contextRef="#ctx0" brushRef="#br0" timeOffset="3697">2372 286 7499,'0'14'-299,"0"0"0,0 0 1,0 1-1,0 0 672,0 1 1,0 2 0,0 1-1,0-3-338,0-1 0,0 0 1,0-2-1,0-1-834,0-3-192,0-1 991,0-4 0,-3-7 0,-1-5 0</inkml:trace>
  <inkml:trace contextRef="#ctx0" brushRef="#br0" timeOffset="3830">2358 157 7464,'-4'0'-259,"1"0"0,3 0 1</inkml:trace>
  <inkml:trace contextRef="#ctx0" brushRef="#br0" timeOffset="4371">2671 271 7852,'-5'-7'-168,"1"0"1,-1 1 0,-2 0-1,0 2 232,0 1 0,-1 1 0,1 2 0,-2 1 163,-1 1 1,0 3-1,1 3 1,-3 3-107,1 0 1,-1 1 0,1 3 0,1 1-54,0 0 0,0 3 0,4-1 0,1 0 20,0 2 0,4-2 0,0 1 0,4 0-53,4-1 0,-1 2 0,6-4 0,0-2-136,-1-2 0,4-1 0,-2 1 0,2-5-224,0-1 0,1-4 0,-2 0 0,1-1-173,-1-1 1,-2-3 0,-1-2 497,-1-1 0,3-5 0,-2 0 0</inkml:trace>
  <inkml:trace contextRef="#ctx0" brushRef="#br0" timeOffset="4797">2799 271 7852,'-7'0'0,"0"0"-148,0 0 1,0 0-1,0 1 1,0 2 173,0 1 1,-1 3-1,1 1 1,0 0 28,0 2 0,1 3 0,0 1 1,2 2-9,1 3 0,1-3 0,2 2 1,0 1 18,3-1 1,3-2 0,4-1 0,-1-2-119,1-3 1,1-3 0,1 1 0,-1-2-43,0-1 1,1-2-1,-3-4 1,1-1 1,0-3 0,-5-2 0,2-3 0,-2-2 17,-2-1 1,-1-1 0,1-1 0,0-1 131,-1-1 0,0 0 0,-2 1 0,0-1-78,0-2 1,0 4-1,0-1 1,0 3 88,-3 4 1,2 1-2,-1 1 0,1 3 0,1 5 0,0 6-44,0 4 1,0 2 0,1 2 0,1 1 54,0 1 0,3 2 0,-2 0 0,1 1-46,1-1 1,-1 1-1,0-3 1,0 1-232,0-1 1,0-3 0,2-3-1,-2-1-285,2-4 0,-2-2 484,1-4 0,-1 0 0,4 0 0</inkml:trace>
  <inkml:trace contextRef="#ctx0" brushRef="#br0" timeOffset="5031">3020 1 7852,'0'8'0,"0"0"83,0 2 0,0 6 0,0 1 0,1 7-1,1 7 0,0 3 0,2 8 0,-1 1 334,-1 1 0,-2-1 1,0-2-1,0-3-656,0-8 0,0-4 0,0-7 0,0-3-1403,0-1 1643,4-3 0,-4-5 0,3-4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51:19.9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214 236 7852,'0'-8'-101,"-1"1"1,-1 0 0,-1 1 289,-1 1 1,2-1-1,-3 2 1,0-1 110,-2 0 1,0 3-1,-1-2 1,-1 1-186,0 1 1,-1 2 0,1 0 0,0 0 11,0 3 1,-1 1 0,-1 6 0,0 2-66,-1 1 1,0 5-1,1 1 1,0 1-58,0 2 0,2 2 1,1 2-1,2 2 73,4 0 0,1 1 0,2-1 0,2 1-44,4-1 0,1-5 0,4-3 1,1-3-81,0-4 1,4-3 0,0-2-1,0-2-174,1-4 1,-1-2 0,-3-2-1,0-3-230,0-1 1,0-1-1,-2-1 1,-3-1 121,-1 0 1,-1-3 0,0 1 327,0 0 0,0 3 0,1-3 0</inkml:trace>
  <inkml:trace contextRef="#ctx0" brushRef="#br0" timeOffset="688">506 236 7852,'-3'-8'-968,"1"4"1108,-3-1 0,1 3 1,-1-2-1,0 1 243,-1 1 1,-1 1 0,-1 1-201,-2 0 0,1 1 0,1 1 0,1 4-47,-3 3 0,1 2 0,-2 4 1,1 1-29,1 3 0,2 4 1,2 2-1,3 0-180,1 2 0,2 1 1,1 0-1,4 0 14,3-2 0,2-5 1,3-5-1,1-2 35,2-3 0,-2-5 1,4-1-1,-2-4-117,-1-4 0,1-2 1,0-4-1,-1-3 53,-1-1 1,-3-2-1,-1-2 1,-1-2 43,-1-2 1,-4 0-1,-1 0 1,-1-1-20,-1 1 1,-2-1-1,-2-1 1,-3 0-20,-2 2 1,0 3 0,-3 4 0,-1 0-26,0 3 1,-3 3-1,3 6 1,0 1-139,-1 1 1,2 1 0,-1 1 0,1 3-135,1 1 1,4-1 377,0 0 0,0 3 0,-2 3 0</inkml:trace>
  <inkml:trace contextRef="#ctx0" brushRef="#br0" timeOffset="1454">691 221 7541,'0'7'320,"0"4"0,0 1 0,0 2-218,0 3 0,0 4 1,0 5-1,1 1-39,1-1 0,-1-1 0,2-4 0,0-1-31,2-1 1,-1-2-40,1-5 0,-1-6 0,3-6-70,-3-4 0,2-5 0,-3-3 0,0-2-75,0 0 0,2-2 0,-2-2 0,1 0 7,2-2 1,-2 2 0,0 0 0,0 0 80,0 3 0,-2 0 0,3 3 0,0 1 82,-2 0 0,3 2 0,-3 3-53,1 1 1,-1 2 0,0 3 78,1 3 0,0 3 0,-1 4 1,-1 1 59,1 2 0,-1 1 0,2 2 0,-1 1-11,-1-1 0,1 1 0,0 0 0,0-2-5,0 1 1,0-3 0,-3-1 0,2-3-16,0-1 1,2-1 0,-3-3-133,1-4 0,1-4 1,-2-4-1,0-1-30,2-3 1,1-2 0,0-2 0,-1-1-46,3-2 1,-2 1-1,0-1 1,0 2 33,0-1 1,0 3 0,1-1 0,0 2 153,1 2 1,-1 1 0,1 5 0,-2 1 34,2 3 1,-2 1-1,1 2 1,-1 1-23,0 3 0,2 5 1,-4 1-1,1 3 43,0 0 0,-2 3 0,1 0 0,-1 1-101,-1 2 1,0-2-1,0 1 1,0-2-189,0-1 0,1-4 0,0-1 0,2 0-211,-2-3 0,0-2 1,0-2 389,1-1 0,-1-4 0,2-3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51:27.7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86 463 7880,'-4'-3'230,"-2"2"251,1-1 0,1 1-225,-1 1 0,1 6 0,0 2 0,1 3-67,3 4 0,0 5 0,0 7 0,0 4-82,0 5 0,0 2 0,0 3 0,0-2-115,0 0 0,0-4 0,0-4 0,0-3 23,0-2 0,0-5 0,0-7 0,0-4-1915,3-5 1322,-2-2 1,2-7 0,-3-2-1,0-3-23,0 1 1,0-3 600,0-1 0,0-2 0,0 0 0</inkml:trace>
  <inkml:trace contextRef="#ctx0" brushRef="#br0" timeOffset="337">1 470 7901,'4'-7'-30,"1"0"1,1 0-1,2 1 1,2 0 31,-1 1 1,2 2-1,1-3 1,4 1 140,3 0 0,-1 2 0,1 0 0,1 2-130,1 1 0,-1 0 1,-1 2-1,-2 2-18,-2 3 1,-4 5 0,-1 1 0,-3 2 31,-3 1 0,-1 3 0,-6-1 1,-1-1 205,-3 0 1,-1 0-1,0-3 1,-3 1-171,0-1 1,0-3 0,-1-2-1,0-1-247,-1-1 1,0-3 0,-1-1 0,2-3-98,0 0 1,0 0 0,-2 0 0,0-3-209,2-1 1,2-3-1,3-1 489,0-1 0,0-2 0,-1-3 0</inkml:trace>
  <inkml:trace contextRef="#ctx0" brushRef="#br0" timeOffset="702">378 164 7900,'3'-4'213,"-2"3"220,1 5 1,0 4 0,0 8 0,0 3-176,0 5 0,1 9 0,-1 5 0,0 3-180,-2 2 0,0 1 1,0 0-1,0-5-234,0-4 0,0-3 0,0-11 0,0-3-241,0-5 1,0-3-132,0-3 1,0-3-1,0-4 1,0-5-829,0-4 1356,0-2 0,4-3 0,0 0 0</inkml:trace>
  <inkml:trace contextRef="#ctx0" brushRef="#br0" timeOffset="1260">549 478 7640,'5'2'120,"0"0"1,-3 1 0,3-3-6,0 3 1,-1-2-1,1 1 1,0-1-154,2-1 0,0-3 0,0 0 1,0-1-31,0-1 0,3-2 0,-1-2 0,0-1 83,-1 2 1,-1-3-1,-1 2 1,0 0 14,-1 1 1,-4-1-1,2-1 1,-3 2-46,0 0 0,-3 1 1,-2 0-1,-1-1-1,-1 1 0,-3 1 0,1 0 0,-1 2 23,0 1 0,0 1 1,-3 2-1,2 1 46,1 1 1,-3 2 0,2 3-1,0 1 86,2 2 0,1 1 1,1 3-1,-1 1 24,1 2 1,3 0-1,2 3 1,2-1-63,2 0 0,2 0 1,4-1-1,1-1-76,0-1 0,4-2 1,-1-1-1,1-2-132,2-1 0,-1-3 0,0-5 0,0-1-284,1-1 1,-4 0 0,1-1 0,0-1-24,-1-3 0,0-2 0,-2-2 0,1 0 414,-2 0 0,0-2 0,-1 0 0</inkml:trace>
  <inkml:trace contextRef="#ctx0" brushRef="#br0" timeOffset="1600">720 335 7024,'0'-3'884,"1"2"-640,1 3 0,0 6 1,3-1-1,2 2-132,2 1 0,3 1 0,-2 3 0,1 0-91,2 1 1,1 0 0,2 0 0,1 2-138,-2-1 0,0-1 0,-1-1 0,-1 0-130,-2-2 1,-2-1-1,0-3 1,-3-2-245,-1-2 1,-3-1 172,3-1 0,-3-4 0,0 0 317,-1-4 0,-4-4 0,-1-1 0</inkml:trace>
  <inkml:trace contextRef="#ctx0" brushRef="#br0" timeOffset="1884">912 328 7920,'-3'4'0,"-2"-1"106,-1 0 0,1 1 0,0 3 0,0 1 2,-1-1 1,-2 4-1,-1 2 1,-1 4-17,-1 1 0,1 2 1,-2 3-1,0 0-104,-2 0 0,2-1 0,1-3 0,2-2-219,2 1 1,1-7-275,4 1 1,2-6-1,5-5-33,2-2 1,-3-3 537,1-3 0,0-7 0,2-1 0</inkml:trace>
  <inkml:trace contextRef="#ctx0" brushRef="#br0" timeOffset="2200">1069 342 7901,'0'7'65,"-1"1"0,-1-1 147,0 3 1,-1 1-1,1 4 1,0 2 4,0 2 1,-1 1-1,1 2 1,0-1-200,2 0 0,0-2 0,0-3 0,0-2-661,0-2 1,0-2 87,3-6 0,-3-1 0,3-6 0,-2-2 555,-1-4 0,0-2 0,0-3 0</inkml:trace>
  <inkml:trace contextRef="#ctx0" brushRef="#br0" timeOffset="2333">1040 136 7901,'-4'0'-428,"-1"0"99,-1 0 1,2 0 0,0 1 328,1 1 0,1 2 0,2 3 0,0 0 0,0 0 0</inkml:trace>
  <inkml:trace contextRef="#ctx0" brushRef="#br0" timeOffset="2737">1268 0 7910,'4'1'322,"-1"2"1,-3 5-100,0 3 1,0 9-1,1 7 1,1 8 3,0 7 0,1 6 1,-3 4-1,0 0-226,0-2 0,0-5 0,0-5 0,0-5-126,0-7 0,0-9 0,0-4 0,2-5-1024,0-2 828,1-4 1,-3-2 0,0-4 0,0-3-76,0-1 1,0-4-1,0 0 396,0-1 0,-4-1 0,1-2 0</inkml:trace>
  <inkml:trace contextRef="#ctx0" brushRef="#br0" timeOffset="2967">1133 335 7570,'2'-5'0,"2"1"24,-1 1 1,0-1 0,2 1 0,1 1 262,3-1 1,2 1 0,4-2 0,1 0-105,3 0 1,2 3 0,0-3-1,1 2 7,2 0 0,-2-1 0,-1 3 0,-4 0 143,-2 0 0,-4 0-333,-1 0 0,-2 3 0,-1 1 0</inkml:trace>
  <inkml:trace contextRef="#ctx0" brushRef="#br0" timeOffset="3320">1432 285 7901,'5'1'0,"0"1"0,-1 1 34,0 1 1,2 1 0,-3 2 0,1 0 138,1 0 0,2 3 0,0 2 1,0 2-117,0 0 0,1 3 0,1 1 0,0 1-128,0-3 0,-2-1 0,-1-1 0,-2 1-186,2-1 0,-2-4 1,0-2-1145,-1-2 1401,3-5 0,-3-1 0,5-4 0</inkml:trace>
  <inkml:trace contextRef="#ctx0" brushRef="#br0" timeOffset="3651">1710 278 7901,'0'5'0,"0"0"213,0 0 0,-3 2 0,0 0 0,-1 3 113,-1 2 1,-2 7 0,-1 4 0,-1 4 121,-3 4 1,1 4-1,-1 2 1,0 1-188,-2-1 0,1-1 0,0-3 0,2-4-195,1-2 0,2-8 1,5-2-919,-1-3 1,3-9 145,3 0 0,-1-4 0,1-4 0,-1-1-427,-1-3 0,2-2 1133,1-1 0,-1-2 0,-2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51:47.3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2052 7868,'5'0'-432,"-1"0"225,-1 3 0,3-2 495,-2 1 0,0-1 0,1-1-177,1 0 1,0 0 0,1 0 0,0 0-29,0 0 1,3 0-1,2-1 1,3-1 83,1 0 1,2-3-1,5 0 1,0-2 60,0 0 0,4-2 0,-1-1 0,2-1-163,0 1 0,2-3 0,0 1 0,1 0 26,-1 0 0,1-3 1,0 2-1,-1 1 3,0-2 1,-4 1 0,0-2-1,1 1-6,0 0 1,-1-1 0,0-1 0,-2-1-42,-1 2 1,2-4 0,-1 1-1,-2-1-45,1 0 0,-3 0 1,0-2-1,-2 0 61,0-1 0,1 1 0,-3-1 0,0 1-37,-1 0 1,-1-3 0,-3 0-1,-1 1-41,-2 1 0,-2-2 0,0 0 0,-2-1 6,-1 1 1,-1-1 0,-2 2 0,0-1-3,0-1 1,0-2 0,-1 0 0,-1 0 22,-3 1 0,-1 0 0,-1-4 0,-1 0-1,-2-1 1,0 1-1,-3 3 1,2 1 2,-2-1 0,-3-3 0,-1-1 1,2 1 25,0 1 1,0 1-1,-1-2 1,-2 1 64,0 1 1,2-2-1,-3 4 1,1 0-79,0 0 1,0 1-1,-2-1 1,2 2-64,0 2 1,-1 0-1,2 0 1,-1 0-5,-2 1 1,3-1 0,-1 5 0,2 0-19,-1 0 1,-2 2 0,2-2 0,1 2 20,1 1 1,1 2-1,-1 0 1,0 0 1,1 1 1,-2 0 0,4 2-1,0 0-134,0 0 0,-1 1 0,4 2 0,0 1-415,1 0 0,1 0-616,0-2 305,3 0 0,1 2-390,3 0 1285,0 4 0,0-2 0</inkml:trace>
  <inkml:trace contextRef="#ctx0" brushRef="#br0" timeOffset="1318">242 143 7887,'4'-3'449,"-1"2"306,-3-4-430,0 3 0,3 0-196,-1 4 0,0 2 1,-2 4-1,0 1-37,0 0 0,1 4 0,1 0 0,0 2-2,0 1 0,1 3 1,0-1-1,0-1-22,0 0 1,1 1-1,-2-2 1,2-1-83,0-1 1,0-1-1,-3-3-99,2-1 0,0-5 132,-1-1 1,-1-6 0,2-1 0,-3-3-16,0 0 0,0-2 1,0-2-1,-2 0-8,0-1 0,-2 1 1,3-1-1,-2-1 1,2 0 1,-2 1 0,0 2 0,-1 1-5,1-1 0,0-2 0,1 2 0,0 0 2,1-1 0,-1 2 0,0 2 0,0-1 5,0-2 0,1 5 0,-1-2 1,0 0-6,0 1 1,-2-3 0,0-1 18,0 1 0,0 2 0,3-1 143,-2 1 1,-1 0 33,1 0 1,0 3-114,1 2-168,1 1 194,4 1 0,2-1 0,4 0 1,-1-2 95,-1 2 0,1-3 0,0 1 0,0 0-69,2 0 0,2-3 0,-1 2 0,1 0-38,0-1 1,2 3-1,1-2 1,-2 0-195,1 0 0,-1 2 1,0-1-1,-1 1-130,-2-1 1,-2 1-1,-1 2-710,0 0 0,-2 0-389,-1 0 0,-2 1 1330,0 1 0,2-1 0,0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1:53.7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1 634 6135,'5'3'1684,"-2"-2"-881,-3 3-292,0-4-361,0-7 0,0 4 0,0-5-192,0 0 0,0 0 0,0 0 0,0-2 8,0 2 0,1-2 0,1 0 0,2-2 2,0-1 0,2 1 0,3-1 0,-1 0 35,1-1 0,-1 3 1,3-3-1,-1 3 15,1-1 1,3 2-1,-1 0 1,0-2-59,2 2 1,2 1 53,3 0 1,-1 1-66,4-1 1,0 1 0,2-1-1,2 1-10,2-2 1,-3 5 0,3-1 0,-3 0 27,0 2 0,3-3 1,2 5-1,0-2 10,1 1 1,-4 2 0,3-2 0,2 2 38,4 1 0,-2-3 0,2 0 1,-1 1 2,1 1 0,0 1 0,3 0 1,3 0-3,-2 0 1,0 0 0,1 0-1,0 0 21,2 0 1,-3 1-1,0 1 1,-2 2 32,0 0 0,1 0 0,0 2 1,1 0 42,-1 1 0,-1 2 0,-3-1 0,4 2-92,3-2 0,-1-3 1,2 0-1,1 1-1,1-2 1,4-3-1,-1 3 1,2-3-25,0-1 0,-2 0 1,2 0-1,2 0 63,0 0 1,-1 0 0,0 0 0,-4-1 16,-1-3 0,0 4 0,-2-3 1,0 2-24,0 1 0,-4 0 1,-1-1-1,0-1-57,2-1 1,-3-4-1,-1 1 1,-1 0-24,0-4 0,4 2 1,-2-2-1,0 0 72,-2-2 1,-2-2-1,-2 0 1,1 0 39,0-1 0,-6 3 1,4-4-1,-4 2-7,1-1 0,-3 1 1,3 1-1,-3 0-8,-4 0 0,-1 2 1,-3 0-1,-2 1-40,-3-2 0,0 3 0,-5 0 0,-2 2-170,-4 0 1,2 3-182,-1-2 0,0 1 0,-1-2-574,2 2 0,-1 4 29,0-3 1,-1 1 864,3-1 0,-2 2 0,0 2 0</inkml:trace>
  <inkml:trace contextRef="#ctx0" brushRef="#br0" timeOffset="1297">3549 1 7760,'-1'5'288,"-1"-3"0,1 0-198,-3 2 0,4-3 1,0 4 11,0 2 0,0-2 0,2 1-108,2 0 1,-2 2-1,-1-1 1,2 0 2,-1-1 1,1 0 0,-1 3 0,2-1-22,2 1 1,-4 2 0,2 1 0,1-2-19,1-1 1,-1 0-1,3-1 1,0 1 13,2-1 0,-2 1 0,1 2 1,0-2 75,2-1 1,0-2-1,0 3 1,0-1 7,1 1 1,-1-1 0,0 0-1,-1-1 16,1-2 1,2-2 0,-3 2 0,3 1 4,-1-1 0,3 0 0,2-3 0,0 1-26,4-2 1,-3 4 0,3-3 0,-1 0 4,3-1 1,-1 2-1,1 0 1,1-2-3,1 0 0,0 3 0,1-2 1,-1 2 9,2-1 1,-1-2 0,1 1 0,2 0 5,-2-2 0,4 1 0,-1 1 0,2 0-47,-1 1 1,1-2 0,1-1 0,0 0 22,1 0 1,-2-4-1,5 2 1,-2-1-27,-1-1 1,2 2 0,0-3 0,1 1-34,0-1 1,-2 2 0,1-2 0,3 1-15,2-1 0,-3 2 0,2-2 0,-4 0 9,-2 1 1,1 2 0,2-2 0,-1 1 32,1 0 0,-2 0 0,0 3 1,-1 0-3,4 0 0,-6 0 1,2 0-1,-2 0-26,-1 0 1,3 0 0,-2 0 0,2 0-39,-1 0 1,-1 0-1,3 0 1,0 0-20,3 0 0,-6 3 1,2 0-1,-1-1 42,0-1 1,3 1 0,-1 2-1,2-2 25,-4 3 1,1-4-1,-3 3 1,0 2 22,-1-1 0,1-1 1,1 3-1,-4-1 18,-1 1 1,-2-2 0,2 2 0,-2-1 13,1 1 0,-4 0 0,-3 0 1,-1-2-8,-1 1 1,3 1 0,0 0 0,0-2-51,-3 2 0,-1-2 1,0 1-1,-2 0-7,2 2 0,-1-2 0,-2 0 1,0 0-1,-1 2 1,-3-1-1,3 1 1,-3-1 37,-3-1 1,1 0 0,-4 2-1,0 1 87,2-1 1,-2 1 0,0-1 0,-1 1 55,0-1 1,-1 1 0,2-1-1,0 1-65,-2-1 0,0 2 0,-1-2-193,0 1 1,0-4-751,0 1 288,0 0 1,2-2-1030,0-1 763,-1-2 0,2-1 817,-6 0 0,-2 4 0,-3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03.4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223 78 7282,'4'-4'-813,"1"0"1710,-2-2 1,-2-1-625,2 1 1,-1-2 0,0 0-76,1-1 0,0 3 0,-3 1 50,0-2 1,-5 3-248,0 1 1,-2 3-1,-2 0 1,1 0-20,-1 0 0,1 0 0,-3 3 0,1 3 2,-1 2 0,-3 4 0,1-1 1,1 2-4,-1-1 0,2 3 0,3-1 0,-1-1-10,1 2 0,2-3 0,1 1 0,1-1-13,3-1 0,0-1 0,1 1 48,0 0 1,2 1 0,2-4 0,0 1-12,-1-1 1,3 1 0,-1-2 0,-2 0-21,0-2 0,2 1 1,-4 3-27,3-1 1,-2-2 0,-2 0 67,0 0 0,0 2 0,-1 0 8,-2 2 1,2-2 0,-2 0 0,-1-2-17,2 0 1,-2-1-1,2 0 1,-1 1-51,2 1 0,-4-2 0,2 0-105,-2-1 0,2-2-182,-3-2 0,0 0-69,-2 0 0,4 0 0,-1-2-3,2-2 0,2 1 1,-3 1 399,1-1 0,-3-4 0,-2 3 0</inkml:trace>
  <inkml:trace contextRef="#ctx0" brushRef="#br0" timeOffset="541">0 436 7977,'6'5'-648,"-2"-4"729,-1 1 1,-1-1 104,4-1 1,-4 0 0,4 0 0,0 0 0,2-3 0,0 1-134,2-1 0,-2 2 1,1-1-1,-1-1-57,1 1 0,-1 1 1,0 2-1,-1 2 5,-2 2 1,1 3-1,1 0 1,0 3-18,-1 0 1,-3 0 0,1 5 0,0-2 51,-2 2 1,-1 0 0,-1 1 0,-1-1 80,-2-2 0,2 2 0,-5-1 0,0 1-14,2 1 1,-4-3 0,3-1 0,-1 0-41,1-3 1,2 3 0,1-1 0,1 1-36,1-2 1,0 1-1,0-3 26,0-1 1,3 0 0,3-2 0,3-4-72,3-1 0,-3-1 0,2 0 1,-1 0-107,2 0 0,-3 0 0,2-1 0,0 0-380,0-3 1,-4 1 0,2 1-237,-2-1 1,1-1 738,1 1 0,-1-1 0,0-5 0</inkml:trace>
  <inkml:trace contextRef="#ctx0" brushRef="#br0" timeOffset="1130">581 343 7276,'-4'-4'-348,"-1"3"0,3-2 1301,-4 3 1,1-4-686,0 2 1,-1-3-1,-3 4 1,1-2-32,-1 0 1,1 3 0,-2 0 0,-1 0-96,0 4 0,-3-2 1,3 6-1,0 2-182,-2 3 0,4-2 0,-3 3 0,3 2-49,4 0 0,-2 2 1,4 1-1,1 2-11,1 1 0,2-3 0,3 3 0,4 0 21,2-4 1,5-2-1,-3-4 1,1-1-19,2-4 1,5-4 0,2 0-1,1-2-7,0-1 0,-4-4 0,4-3 0,-3-3 122,0-5 1,-3-1 0,-1-2 0,-1 0 117,-4-3 1,-2-3 0,1 1 0,-4-1-51,0-2 0,-1 3 0,-6 0 0,-3 1 5,-2-4 1,-2 6-1,-2 3 1,-2 5-10,-2 5 1,1 1 0,-3 3 0,3 1-259,-2 1 1,1 5 0,0 2 0,2 1-373,-2 2 1,4-1 0,-2 1 0,3-1-1259,0 1 1806,1-1 0,-1 2 0,1-2 0</inkml:trace>
  <inkml:trace contextRef="#ctx0" brushRef="#br0" timeOffset="1631">966 582 8553,'0'10'724,"0"0"1,0 2-527,0 2 0,-1 1 0,0 3 0,-2 3-80,2-2 0,-4 2 0,3-2 1,-1-3-369,2 0 1,-1-6 0,-1 2-636,1-3 1,1-4-269,1-5 0,0-6 1153,0-6 0,0 0 0,0-5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00.2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214 26 7899,'0'-4'6,"-4"0"218,-2 4 0,2-3-20,-2 0 1,0 0 0,-2 2 0,2 0-17,0-3 0,0 2 1,-2 2-1,-1 0-61,-2 0 1,0 3-1,0 3 1,0 2-79,-1 0 0,-4 1 0,4 0 1,-2 3-28,2 2 1,3 2 0,0 0 0,2 0-118,2 2 1,0 0 0,5-1-1,2 0 44,4-3 1,1 2 0,7-2 0,2-1 15,0 2 0,1-8 1,0 2-1,2-2-93,2-2 1,-2 2 0,-2-5 0,0 0-177,1-1 0,-2-1 0,-3-1 0,-4-2-91,-2-3 1,-4-1 0,1-2-1,1 1 395,-4-1 0,0 3 0,-1 0 0,0 0 0,-3-6 0,-2 0 0</inkml:trace>
  <inkml:trace contextRef="#ctx0" brushRef="#br0" timeOffset="316">0 154 7899,'9'0'-223,"-1"0"0,1 0 0,-1 0-24,1 0 0,-3 0 0,0 0 0,1 0 577,3 0 0,1 0 0,3 0 0,1 0-298,2 0 1,-1 0 0,-1-2 0,-1-2-417,2 3 0,-4 0 0,0 0 1,-3-1-36,-1-1 419,1-3 0,3 1 0,1-4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06.0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52 104 7891,'-5'0'-211,"2"3"0,2-3 283,1 0 1,4-1 0,1-5 62,3 0 0,-2 1 0,0-1 0,1-1 13,1 1 1,0 0-1,0 0 1,-1-1 40,-2-1 0,0 3 0,1 0 0,-1 0-59,-1 1 0,3 0-164,-2-1 1,0 4 105,0-3 1,-2 1-45,2-1 77,-2 2 1,0 3-49,-3 1 1,0 1 0,0 2-26,0 2 1,0 0-1,0 3 1,0 1-12,0 0 0,0 1 0,-2-1 0,-2 3 46,-1-1 0,2 6 0,-1-2 0,-1 1-27,0 0 0,2-1 1,-1 2-1,-1-1-77,4-2 1,0 3 0,1-5-1,0-1-136,0-2 0,0 2-707,0-2 84,0-3 1,0-6 268,0-4 1,0-2 0,0-6 526,0 2 0,0-1 0,0 1 0</inkml:trace>
  <inkml:trace contextRef="#ctx0" brushRef="#br0" timeOffset="354">1 369 8839,'6'0'433,"-1"0"0,-2 0 0,2 0 0,3 0-302,3 0 1,2 0-1,5 0 1,-1 0-115,3 0 0,4-1 1,6-2-1,0 1-75,-1 0 1,0 1-1,-5 1 1,-1 0-165,-3 0 0,-3 0 0,-3 0-278,-2 0 0,-3-1 1,-4-2-225,-2-2 0,-2 0 0,-2-1 724,-2-1 0,-1-1 0,-5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07.7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59 7977,'-6'0'-254,"1"0"371,2 0 0,0 0-36,3-3 0,1-2 0,1-3 0,4 3 17,-1-1 1,2 2 0,-1 0-1,4-1-19,1 1 1,0 1 0,0 0 0,-1 2-55,1-3 1,2 3-1,-3-1 1,2 2-69,-2 2 0,-2 1 1,-1 3-1,-3 2 24,1 4 0,-3 3 1,-2-2-1,0 3 32,0 2 0,-2-1 0,-3 0 0,1 0-2,-3 0 0,2 0 0,1 0 0,-1-1-17,1-1 0,1 0 0,1-4 0,0 0 9,0-1 1,0-2 5,-1 1 1,3-2 0,2 0-36,1-1 1,3-2 0,0 2-55,2-3 0,0-2 1,1-1-53,-1 0 1,1 0 0,-1 0 119,1 0 1,-3 0 0,-1-1 153,-2-2-46,4 2 59,-6-3 1,1 5-104,-4 2 1,-1 2-1,-4 2 1,2 0-2,1-1 1,-2 0 0,3 2-22,-2 1 1,0-1 0,-1 1-35,0-1 0,4 1 1,-1-1-109,2 1 0,1-3-8,0 0 1,4-2-1,1 2 7,3-4 1,0 0-1,1 1 1,-1-1 57,2 0 1,-2 1 0,1-2 0,-1 3 153,1 1 1,-2-3-1,0 4 1,-2 1 134,2 1 1,-3 1 0,-1 2 0,-2 3 76,3-2 0,-3 8 0,0-3 0,-1 2 24,-4 2 0,-5-3 0,0 2 1,-1-2-187,-3-1 1,3-3 0,-3 0 0,1-2-587,2-2 0,-2 0 1,2-2-1,-2-2-998,2 0 1,0-5 1434,-1 3 0,1-8 0,-2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20.6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27 7887,'-4'-4'445,"2"3"174,2-3 0,0 1-108,0 0 0,0 1-205,0-3 0,0 4-132,0 1 1,0 5 0,-1 3 0,0 3-79,-2 3 1,1 5 0,2 5 0,0 4 49,0 4 0,0 1 0,-2 2 0,-1 2-15,2-2 0,1 0 0,0-3 1,-1-2-83,-1-2 1,2-9-1,-4-1 1,2-1 15,0-3 1,-3-1 0,2-2-1,-2-1 61,1-1 0,3 2 1,-3-2-1,0 0 5,0 0 1,3 0 0,-1-3-1,-1 1-130,1 0 1,0-4-1,1 1-429,0-1 356,-1-1 1,-1-5 0,3-1 5,0-1 0,0-2 0,0 0 0,0 1-48,0-1 1,0 1 0,0-2 0,0 0-18,0 0 0,0 1 0,0 0 0,0 1-60,0-1 1,0 0 0,0-1-1,0 0 24,0 0 1,1-2 0,1 0 0,2 0-17,-1-1 1,5 1-1,-1-4 1,2 2 45,3-3 1,-2 1-1,3 2 1,0 0-13,3 1 0,1 2 0,2 0 1,-2 2 24,0 1 1,-2 1 0,2 4-1,-1 0 124,0 1 1,-1 0 0,0 1-1,-3 0-24,1 4 1,-2 3-1,-2 1 1,-1 1 79,-2 2 0,-3-1 1,3 1-1,-2 0 81,-2 1 1,0 2 0,-2-3 0,0 1-71,0-1 0,-1 2 0,0 0 0,-4 1 105,0-4 1,-2 2-1,-1-4 1,-1 0 58,-2 0 1,1 0-1,-3-3 1,1 1-32,-2-2 0,2 2 1,-3-1-1,-2 1-147,1 0 0,-2-4 1,3 2-1,-1-1-94,1 0 1,0 0-1,2-1 1,3-2-342,1 0 1,2-1 0,1-1-101,-1-2 1,3 0-1,0-5 1,1-1-86,0-1 0,1 2 1,0-4-1,1 2 567,1-3 0,-2 1 0,-2-1 0</inkml:trace>
  <inkml:trace contextRef="#ctx0" brushRef="#br0" timeOffset="486">484 346 7942,'7'0'0,"0"0"35,-1 2 1,-2-1 0,0 4-1,-2-1 197,0 2 0,-2 3 0,0 2 0,0 1 76,0 0 0,0 4 0,0 2 0,-2 0-151,1 1 1,-4 1 0,2-2 0,1 0-191,-2-1 0,3-2 0,1-3 1,0-4-817,0-2 337,0 1 0,-2-4-28,-1-3 1,0-5 0,2-4 0,-1 2 539,-2-1 0,0-1 0,-3 0 0</inkml:trace>
  <inkml:trace contextRef="#ctx0" brushRef="#br0" timeOffset="681">454 198 7942,'1'-9'0,"1"0"-1354,-1 2 647,0 0 706,-1 4 1,0 0 0,0 6 0,0 0 0,0 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24.2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128 7 7942,'6'0'0,"1"0"1,-4-1-1,-1 0 309,2-2 0,-3 1 307,3 2 0,-3 1-383,2 1 0,-2 3 0,-1 3 0,0 2-45,0 3 0,0 3 0,0 3 0,0 4-44,0 5 0,0 3 1,0 5-1,0 2-70,0-3 1,-1 2-1,0-3 1,-2-1-67,2 0 1,-2-7 0,1-3 0,0-5-1,1-3 0,1-2 1,0-1-1,0-1 0,0-2 1,0-5-122,0 1 0,0-4-423,-2 1 0,1 0-392,-4-2 1,1 0 227,-2 0 1,1-3 0,2 0 103,0-1 1,-1 2 595,2-2 0,-4 0 0,3-3 0</inkml:trace>
  <inkml:trace contextRef="#ctx0" brushRef="#br0" timeOffset="521">0 294 7574,'0'4'268,"0"0"1,3-2 0,1-1 0,3 0 143,1-1 1,3 0 0,4 0 0,2 0-184,1 0 0,3-2 0,1 0 0,-2 0-112,0 2 1,-1 0 0,-1-1 0,-1 0-261,-2-1 0,-2 0 1,-3 2-1,-1-2-1068,-2 0 0,-2 2-719,-2-2 1930,-1 1 0,1 1 0</inkml:trace>
  <inkml:trace contextRef="#ctx0" brushRef="#br0" timeOffset="1233">541 319 7917,'-2'-4'421,"1"-1"-264,-4 0 1,1 0-1,-2 1 1,-1 2-20,0-2 1,1 4-1,-2-2 1,-2 1 35,1 1 1,0 0-1,-1 1 1,-1 1-123,-2 3 1,3 0-1,-1 2 1,1 1-94,0 0 1,1 1-1,2-1 1,1 0 14,-1 0 0,4-1 0,1 0 0,0-1 54,2 1 0,4-3 0,0 0 1,4-1-8,0 1 1,4-2 0,-1 1-1,3 1-20,1-1 0,0-1 1,0 2-1,-1-1 52,3 1 1,-3-1-1,1 3 1,-1-2 32,-2 1 0,0 1 0,-1-1 1,-3 3-13,-3 0 0,-1 0 1,-1 3-1,-2 0 189,-4 2 0,0-3 0,-6 0 1,-1 2 90,-3 0 0,0 1 1,1-1-1,-1 1-175,1-1 0,-3 0 0,0-3 0,0 0-147,3-1 1,-2-1 0,1-2-1,1-2-206,-1 0 0,1 0 0,-1-4 0,1-2-360,1-1 0,1-2 0,2-1 0,1-1-225,1 0 0,1-1 0,2 1 0,1 0-1454,-1 0 2213,3-2 0,0 3 0,3-2 0</inkml:trace>
  <inkml:trace contextRef="#ctx0" brushRef="#br0" timeOffset="1833">765 573 6582,'-3'5'1964,"2"-2"-1731,0-1 1,-2 1-1,2 2 1,-1-1-56,1 1 1,0 0 0,0 2 0,-2-1 11,1 1 0,0 1 0,-2 2 0,2-1-68,-1 3 0,1-2 0,2 0 1,0 1-3,0-1 1,0 1 0,0-3 0,0 0-41,3-1 0,0-1 1,3 0-1,0-3-132,0-1 0,-1 1 1,3-3-1,0 0-128,-2-3 0,0 1 0,0-1 0,1-3-249,0-2 0,-1 1 1,-1-2-1,0 2-20,-1 1 1,-2-1 0,0 1 0,-1 0-117,-1-1 1,2-1 0,1-1 564,-2 2 0,-1-3 0,0-1 0</inkml:trace>
  <inkml:trace contextRef="#ctx0" brushRef="#br0" timeOffset="2033">733 452 7942,'4'-2'-567,"-2"1"292,-2-4-489,0 4 764,0-2 0,0 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43.8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89 117 8081,'6'3'2658,"-2"-1"-2183,-4 1 0,1-2-254,1 2 0,0-1 1,1 4-1,1 1-37,-2 2 1,5-1 0,0 1-1,3 1-198,2 2 0,4-1 0,0 3 0,3 3-63,1-1 1,9 2-1,-3 0 1,3-1 49,2-3 1,-3 4-1,5-4 1,1 2 101,1-1 1,0-2 0,2-4 0,0-1-15,3-2 0,1 1 1,-3-4-1,1-1 1,-4-1 1,1-1 0,0 0-1,0-1-38,-1-3 0,-2 1 0,-4-4 0,-2 1 20,-4-2 1,2 5 0,-5-1 0,-3 1 4,0 0 0,-6 0 0,1 3 1,-4-1-214,-2-2-889,-1 2 445,-5-3 1,-1 4 0,-3-1-389,-2-2 1,-1 3 0,-3-5-568,2 1 1563,-5 3 0,3-2 0,-3 3 0</inkml:trace>
  <inkml:trace contextRef="#ctx0" brushRef="#br0" timeOffset="948">19 153 6503,'3'-6'3005,"-1"2"-2621,1 4 1,-3 1-245,0 2 0,-2 3 0,-2 2 0,2 1-95,2 3 0,-4 0 0,2 3 1,0 0-11,0 2 0,1 1 0,0 0 0,-3-3-109,2-1 0,2-2 0,0 3 102,0-2 1,0-1 107,0-4 0,0-3 1,0-5-74,0-6 0,0-3 1,0-1-1,0-3-73,0-2 1,0 3 0,0-2-1,2-1-12,2-3 0,-2 3 0,-2 0 0,0 1-19,0-1 1,0-1-1,0 1 1,0-1 43,0 1 0,0 1 0,0 3 0,0-1 47,0 2 0,0-1 0,0 0 17,0-1 1,0 0 0,0 3 34,0 0 0,0 0 59,0 1 0,2 3-32,0 1 0,4 3 0,2 1 18,2 0 1,-1 1 0,2 2 0,2-1-1,0 0 0,-1 0 0,4-1 0,-1 0-92,2 2 0,1 0 0,0-3 0,-1 0 14,1 0 0,-1 0 0,0 0 1,-3 0-132,2 0 1,1-3-1,0 0 1,-1 2-60,-1 0 1,-3-3 0,1 2 0,0-1-508,-2 2 1,-4 1-1541,-1 0 307,-4 5 1861,2 0 0,-8-1 0,-2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46.7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10 175 7978,'4'-12'0,"0"0"128,-4 0 0,0 3 0,0 0 987,0 0-794,0 1 0,1 3 0,1 5-65,1 5 1,0 6 0,-3 1 0,2 4-4,0 3 1,0 2 0,3 7-1,-1 2-130,-2 3 1,2 4 0,-1 3-1,0 1-176,-3 5 1,3-4-1,0 1 1,-1-2-97,-1-3 0,-1-5 0,0-2 0,0-5-319,0-5 1,0-6 57,0-7 1,-1-3 0,-3-2-100,0-6 1,-2-2-1,1-3 1,1-3-1238,2-1 1746,-3 3 0,4-8 0,-3 3 0</inkml:trace>
  <inkml:trace contextRef="#ctx0" brushRef="#br0" timeOffset="505">18 478 7280,'0'-9'-386,"0"0"0,0 1 958,0-2 1,0 2 0,1-2-413,3 2 0,0-2 0,6 2 0,2-2-112,3 2 1,2-2 0,2 2 0,0-1-51,3 0 0,1 1 0,1 2 1,1 4-73,-1 0 0,1 2 1,-3 2-1,0 4-6,0 2 0,-6 7 1,-4 3-1,-3 5 86,-3 0 1,1 5 0,-4-2-1,-1 3 200,-1-2 0,-5-3 0,-2 0 0,-3 0 31,-2-1 1,0-2 0,-2-4 0,1-1 16,0-1 1,-6-5 0,1 2-1,-3-1-24,1-3 1,0-2 0,0-1 0,-3 0-182,-1-4 0,4 0 0,-3-1 1,3-1-325,2-1 1,0-3 0,3-5 0,2 2-247,1-1 1,6 3 0,2 0-1,-1-2-395,2 1 1,-2-2 0,4-1 915,0-2 0,5-2 0,0-4 0</inkml:trace>
  <inkml:trace contextRef="#ctx0" brushRef="#br0" timeOffset="922">483 326 7978,'4'9'-3,"0"-3"1,-3-2 0,2 2 59,-1-1 1,2 1-1,-4 4 1,0 2 90,3 2 1,-2 4 0,2 3 0,-2 3-42,-1 1 1,0 3-1,0-2 1,-1 1-62,-2-1 0,2 1 0,-2-4 1,3-2-104,0-6 1,0-2-315,0-4 0,0-6 0,-2-5-242,-1-7 1,2-2 0,-2-1 612,2-3 0,-3-6 0,0-2 0</inkml:trace>
  <inkml:trace contextRef="#ctx0" brushRef="#br0" timeOffset="1066">447 32 7978,'0'-10'-327,"0"2"-210,0-1 0,-4 5 315,2 4 0,-2 1 0,4 5 222,0 1 0,0 5 0,0 1 0</inkml:trace>
  <inkml:trace contextRef="#ctx0" brushRef="#br0" timeOffset="1700">696 309 7855,'8'1'293,"-2"1"-147,-3 4 0,-2 4 1,-1 1-1,0 4 20,0 1 1,0 6-1,0 2 1,0 2-18,0 1 0,0 0 0,0-1 0,0 0-38,0-2 1,0-4 0,0-4-1,0-4 209,0-3-149,0 1 0,0-9 0,0-5 0,0-4-141,0-4 0,0-1 0,0-5 0,1-1-106,3-1 0,-4-4 0,4-2 0,0-1-13,2 0 0,-1 1 0,2 2 0,1 0-82,4-1 1,0 4 0,0 0 0,2 5-31,1 0 0,1 7 1,-1 0-1,1 5 170,2 2 0,0 4 1,-2 1-1,-2 4 65,-2 4 1,3 2 0,-3 6-1,-2 3 32,-3 1 0,0 2 0,-5 3 1,2-1 130,0 3 0,-3-2 1,1 3-1,-2-2-175,-2 1 1,-1-5-1,-1-5 1,0-3-507,2-1 1,-1-7-127,1 1 0,1-7-372,-2-6 0,2-3 982,1-6 0,4-1 0,0-5 0</inkml:trace>
  <inkml:trace contextRef="#ctx0" brushRef="#br0" timeOffset="2234">1356 344 7978,'-6'-5'-701,"0"0"697,-1-3 1,0 2 469,-2 0 1,0 3 0,0-2-1,0 2-278,0 0 0,-1 2 0,0 1 0,-4 1 31,0 3 1,0 2-1,-4 4 1,1 4-113,2-1 1,-1 1 0,4 3 0,2-1-159,0 3 1,2 2-1,2-3 1,2-1 3,4 0 1,0 1 0,5 0 0,3 0 92,7 0 0,0-3 0,2-2 1,0 0 0,2-2 1,1-5-1,-2-2 1,0-3-50,0-1 1,-2 0 0,0 0 0,-1-3-54,1-3 1,-3 0-1,-1-7 1,-3 0-2,1-1 0,-2-6 0,0-1 1,0 1 35,-2 1 1,-5-1-1,2 0 1,-1-1-4,-2 2 1,0 3 0,0 1 237,0 3 1,0 6-191,0 6 0,-2 9 1,0 5-1,0 4-107,-1 0 0,2 0 0,1 0 1,0 2-51,0 0 1,1 2 0,2-6 0,-1 0-265,0-1 1,2-1 0,0 1 0,1-3-282,1-3 0,0-4 0,-1 0 677,2-2 0,-2-1 0,-1 1 0</inkml:trace>
  <inkml:trace contextRef="#ctx0" brushRef="#br0" timeOffset="2762">1660 299 7978,'0'6'52,"0"0"63,0 1 0,0-2 0,0 1 0,0 1 67,0 1 0,0 2 1,0 3-1,0 4 6,0 3 1,0 4 0,3-3-1,0 2 11,-2 2 1,1 0-1,-2-1 1,0-4 23,0-1 1,0-6-64,0-1 1,1-6 0,1-4 0,1-4-105,-1-8 0,-1-3 1,-1-5-1,3-2-5,0-1 0,3-3 0,-2 0 0,0-2-151,4 0 1,-4-1 0,2 4-1,1 2-105,2 2 1,2 3-1,0 0 1,1 4 19,-2 3 0,2 4 0,0 1 1,0 3-53,1 1 0,-4 1 1,3 3-1,-2 2-74,-1 1 1,0 5 0,-1 0-1,-1-1-57,-1-1 0,-5 0 0,4 1 0,-3 0 368,2 0 0,-2 0 0,-2 1 0,0 2 0</inkml:trace>
  <inkml:trace contextRef="#ctx0" brushRef="#br0" timeOffset="3416">2035 317 7978,'-6'3'64,"0"0"1,3 3-1,-3-1 145,3-1 1,0 2 0,3 3-151,0 0 1,0 3 0,0 0 0,0 1 27,0 0 0,4 3 0,2-1 1,2 2-22,4 1 1,2-2 0,3 0 0,-1-2-57,-1-1 0,-1-1 0,4-3 1,-1-1-104,-2-2 0,0-3 0,-4-3 153,0-3 1,-2-2-1,-4-4 1,-1-3-11,-2-4 0,-1 0 0,-1-4 0,0 1-1,0-2 0,0-4 0,-1 2 1,-1 1 6,-1 1 1,-1-1 0,2 1 0,-1 2 240,1 4 1,1 2-313,1 3 0,0 7 0,0 3-129,0 4 1,3 10 0,1 2 0,1 6 113,2 0 0,1 3 0,-1 4 0,1 1 102,-3 2 0,1 1 0,3 7 0,-2 1-9,-1 2 1,0 3 0,2-2 0,2 1 380,2 3 1,-2-2 0,1 1 0,-4-6-436,-1-1 0,-5-3 0,-1-4 0,-6-2-110,-4-5 1,-1-8 0,-4-1 0,-3-3-68,-3-3 0,-2-2 1,1-3-1,-1-5-178,-2-2 1,-1-5-1,0-6 1,-1-4-100,0-3 0,0-3 0,2-3 0,1-3 47,3 0 0,3 1 0,5 4 0,3 2 398,3 2 0,1 1 0,-4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2:55.1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37 7978,'5'0'-1650,"-1"-1"2871,-4-2-713,3 2 1,0-6-4,3 3 1,-4 1-139,0 0 0,-2 1-275,-2-4 1,0 4 0,-4-1 0,-2 2 4,1 1 1,-2 2-1,0 3 1,-1 0-13,-2 2 1,-1 0 0,-3 3-1,2-2-87,-3 2 0,5-2 0,0 2 0,2-2-201,1 1 0,0 0 0,2 0 3,1 0 1,2-3-1,8-2 126,2 1 1,4-3-1,3-2 1,1 0-18,2 0 0,3 4 0,3 0 0,-3 0 44,0 4 1,-1-4 0,-2 3-1,0 2 83,-1 3 1,-3 0-1,3 0 1,-3 0 5,-5 2 0,1 0 0,-6 2 0,1-2 187,-2-2 1,-1 3 0,-1-2 0,-2 1 69,-2-3 1,-4 1 0,0-2 0,-3-2-100,0 2 1,-4-2 0,2 0 0,-3 0-70,-1-2 0,1-5 1,-1 2-1,-1-1-351,-3-2 0,4 0 0,0-2 0,3 0-410,2 0 1,1-6 0,5 2-275,1-2 1,1 2 0,5 0 903,0-1 0,5-5 0,0-1 0</inkml:trace>
  <inkml:trace contextRef="#ctx0" brushRef="#br0" timeOffset="636">402 55 7978,'0'-6'-52,"0"0"294,0-1 1,0 2 219,0-1 1,0 5-282,0 1 1,-2 7 0,1 6 0,-2 0-57,0 4 1,3 3 0,0 3 0,0 0-103,0 1 1,3 0-1,0 4 1,3-2-35,0 0 0,0-2 1,3-4-1,0-1-115,2-1 1,-2-5-1,1-1 1,-2-6 94,2-2 0,-2-4 0,0-4 1,2-2 33,-2-6 1,2-1 0,-2-5-1,-2 0-134,0 0 0,-2-1 0,0-1 0,0-1-101,-2-2 0,2 3 0,0-1 1,-2 2 40,3 1 0,-4 2 1,1 2-1,1 2 25,-1 1 0,-1 3 214,3-2 1,-3 5 154,3 3 0,-4 2-130,3 2 1,0 3-1,-2 5 1,2-2 84,-2 1 1,4 5 0,-2 0 0,-1 2 59,-1 2 0,2 0 1,0 0-1,0 0-39,1 0 1,-2 3 0,2 0 0,2-1-200,-1-2 0,0-3 0,2 0 0,-1-4-262,1 0 0,0-1 1,3-4-241,-2-4 1,2-2-1,-2-2 1,1-4 521,0-3 0,0-3 0,0-2 0</inkml:trace>
  <inkml:trace contextRef="#ctx0" brushRef="#br0" timeOffset="1381">803 27 7840,'4'10'359,"-3"-4"0,3 1 0,-4 1-127,0 3 1,0 6-1,0-3 1,0 3-23,0 0 0,0 5 0,0 2 0,0-2 1,0-1 0,0-2 1,0-1-1,0 0 79,0-1 0,1-6 0,1-1-242,1-3 0,1-2 0,-2-4 52,1-2 1,1-8-1,-2-4 1,2-1-274,0-2 1,2 0 0,0-3 0,0 0-96,-2-3 0,3 1 0,-2 0 0,1 1 55,0 0 0,-4 2 0,3 2 0,1 2-277,-1 1 0,-3 1 230,4 4 1,-1 2 0,2 1 235,-1 0 1,-1 6-1,1 5 1,-2 3 37,0-1 0,-3 4 0,2 1 0,-1 1 181,1 2 0,-3 2 0,4 2 1,-3 0 65,-1 1 1,0-2 0,1-1 0,1-2-118,1-1 1,0 0-1,-3-3 92,0 0 1,1-4-169,2-2 1,1-2-1,3-9 1,-1-2-155,0-5 1,1-2 0,0 0 0,-1 1-252,1-3 1,2-1 0,-2-1 0,0-1-32,-1-1 0,-1 1 0,2-2 0,-1 2-45,1 2 1,-2 1 0,1 3 187,1 0 1,0 2-1,3 5 658,-2 3 1,0 8 0,-1 6 0,-2 2-33,-1 6 0,2 0 0,-3 5 0,0 0-12,1-1 0,-2 2 0,4-4 1,-2 1-225,1 0 1,1-1 0,1-3 0,0-1-479,-1 1 0,0-3 0,4-4-869,-2-1 0,2-5 1182,-2-3 0,-3-4 0,0-3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05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1 113 7975,'0'4'-434,"0"3"0,0-6 1294,0 4-403,0-3 0,0 2 355,0-1-537,0-3 0,0 3-187,0-6 1,0-1 0,0-3 0,0-1-55,0 1 0,2-1 0,1 1 0,2-1 30,0 1 0,0-1 0,0-2 0,0 0-11,2 1 1,0 1-1,1 0 1,-1 2-17,1 1 1,-1-1-1,1 3-94,-1 2 1,1 0-1,-1 2-16,1 1 1,-1 5 0,-2 3-1,0-1-80,1-1 0,-1 2 1,1 0-1,1 0 35,-2-2 0,1-1 1,2 1-1,-1-2 85,1-1 1,-1 1-1,2-3 1,0-2 167,1 0 0,0-1 0,-3 0 0,1-1 63,-1-1 1,3-2 0,0-4 0,0 0 10,1-2 1,-3 2 0,2-3 0,-2 1-111,0 0 1,-3 0 0,0 2 0,0 1-156,-1-1 1,-1 3 0,-2 1-1243,2 1 359,-2 0 0,-1 3 1,-5 1-856,1 2 1794,-2-2 0,1 5 0,-2-2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06.3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15 135 7975,'0'4'78,"0"0"1,0-2 747,-3 0-710,2 1 1,-3-3 0,2-1-29,0-1 1,-1 0 0,3-3 0,0-1-26,0-1 1,3 0-1,0-1 1,1-2 7,2 0 1,0 0-1,1 2 1,-1-1-43,3-1 1,0 0 0,-1 3 0,1-1-66,1 1 0,4-1 0,-3 1 0,1 2-92,-2 3 1,-2 1 0,0 1 0,-1 0 146,1 0 0,-2 3 1,0 2-1,-2 2 38,0 1 0,1 2 1,0 0-1,0-1 25,0-1 0,0-3 1,2 0 29,0 1 1,1 0 0,-1-1 0,1-3 57,-1-1 1,1-1-1,-1 0 1,1-1-51,-1-1 1,1-2-1,-1-2 1,1 1-62,-1 0 1,-2-2 0,0 0-216,1-1 0,0 1 1,-1-1-680,-3 1 0,2 2-2039,-2 0 2874,1 3 0,-7-5 0,0 3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06.9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7 8037,'0'-4'883,"0"1"0,-1 6-722,-1 2 1,0 2-1,-2 2 1,0 2-54,0 1 0,1-2 1,-1 2-1,1 1-302,1-2 1,-1 0-1,0-3 1,1-1-1830,-2 1 1169,3-1 0,-2-4 854,3-3 0,3-6 0,2-6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07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9758,'-2'5'325,"-1"0"1,0 2 0,1 3 0,-1 0-193,-1 1 0,1 1 1,-1 2-1,1-1-409,1 0 1,1-4 0,1 1 0,0-2-996,0 0 0,0-3 1271,0 0 0,3-4 0,2 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16.810"/>
    </inkml:context>
    <inkml:brush xml:id="br0">
      <inkml:brushProperty name="width" value="0.08571" units="cm"/>
      <inkml:brushProperty name="height" value="0.08571" units="cm"/>
      <inkml:brushProperty name="color" value="#E97132"/>
    </inkml:brush>
  </inkml:definitions>
  <inkml:trace contextRef="#ctx0" brushRef="#br0">186 430 8027,'6'-3'283,"-2"-1"-46,-2-2 1,-1 2 0,-1 0 0,-1-1 144,-1-1 1,-1 0 0,-4 1 0,1 2-79,-1 0 0,0-1 0,-1 1 1,0 2-62,0 0 0,-1 1 0,0 0 1,-1 1-69,1 1 0,-2 2 1,1 3-1,-1 1-125,0 0 0,1 4 1,-1-2-1,1 0-212,1 1 1,2-3-1,4 0 1,0-1-41,1 0 0,2-1 0,3-2 0,4-2 175,3-1 0,2-1 0,3 0 0,0 0 62,2 0 1,0 0 0,2 0 0,0 2 40,1 0 0,-1 2 1,-1 0-1,0 1-112,-1 2 0,-2 1 0,-1 1 0,-3 2 48,-2 1 1,-3 1 0,-2 2 0,-1 0 200,-3-1 0,-3-3 1,-2 0-1,-2 0 55,-4-1 1,-1 1 0,-2-2 0,0-2-151,-1 1 0,-3-2 1,1 0-1,-1-1-271,-2-1 1,1-3 0,0 1-1,0-2-281,2-2 1,1-1 0,2-4 0,2-1-71,2-1 0,4 0 0,2 1 1,1 0-211,2 0 1,1 1-1,2 2 1,3 1-82,3-1 0,0 2 795,2-2 0,1 1 0,2-2 0</inkml:trace>
  <inkml:trace contextRef="#ctx0" brushRef="#br0" timeOffset="413">488 430 8027,'0'-6'0,"0"-1"-137,0 1 1,-2-1 0,-1 2 0,0 0 518,0 0 0,-2 3 1,1-1-1,-2 0-62,0 1 1,-1 2 0,0 0-1,-1 3-125,0 4 0,-3 0 0,2 3 0,0 2-83,-1 0 1,-1 4 0,1 0 0,1 1-199,2 0 0,2 0 0,2 3 1,2 0-101,0 1 0,4-2 0,2 1 0,4-3 289,3-1 0,4-3 0,3-4 0,1-2-13,-1-3 0,2-3 1,1-2-1,-1-1-11,1-2 0,-5-5 1,0-1-1,-3-3 155,-3-2 1,-4 0-1,-4-3 1,0 0-248,-2 0 1,-1-2 0,-2-2 0,-5 1-352,-3-1 0,-2 2 0,-1-1 0,0 4-155,1 2 1,-1 1-1,1 3 1,1 2-199,2 5 0,2 2 1,0 2 716,-1 0 0,1 3 0,-3 1 0</inkml:trace>
  <inkml:trace contextRef="#ctx0" brushRef="#br0" timeOffset="863">674 45 8027,'3'-8'-716,"-1"-1"1014,-1 1 0,0 4 326,1 2 0,-1 5 1,1 4-1,-1 5-276,1 4 1,0 6 0,1 4-1,1 4-74,0 3 1,-2 6 0,1 4-1,1 2 86,-1 2 0,-1-3 0,0-1 0,-1-6-234,2-4 1,-2-6 0,3-2-1,0-3-261,0-6 1,-1-1-1,-3-7-1159,0 0 802,0-3 0,0-5 0,0-5 1,0 0-643,0-2 0,2 1 0,0-1 1134,0 1 0,1-1 0,1 1 0</inkml:trace>
  <inkml:trace contextRef="#ctx0" brushRef="#br0" timeOffset="1412">879 385 8027,'-4'0'385,"-1"0"0,3 0-194,-2 0 1,0 3 0,0 2 0,0 3-75,1 2 0,0 3 0,2 0 0,-1 3 30,0 3 0,2 1 1,0 3-1,2-1-29,3-1 0,0-2 0,2 0 1,0-2-87,1-2 0,0-4 1,2-3-1,0-3-35,0 0 1,-2-5-1,1 0 1,0-6 28,-1-4 1,3-2-1,-2-2 1,-1-1-11,1-2 1,-1-1 0,0-2-1,-1 0-179,0-1 0,-2 1 0,0-1 0,0 0-23,0 0 1,-2 3 0,-1-1-1,-1 4 335,1 5-118,-1 1 0,2 10 0,-4 0 1,0 6-41,-1 2 0,-1 2 1,3 1-1,0 1 90,0 0 1,1 1 0,1 1 0,0 2 192,2 1 1,-2-1 0,2 0 0,1-1-121,1 1 1,-2-2-1,1 1 1,0 0-377,0-2 0,2-3 1,-1-3-1,1-1-201,-1-3 0,0-1 0,1-4 1,-1-2-387,1-3 0,-1-4 0,0-3 809,1-2 0,-1-2 0,1-2 0</inkml:trace>
  <inkml:trace contextRef="#ctx0" brushRef="#br0" timeOffset="1695">1290 0 8988,'2'10'273,"0"3"1,0 4-1,-2 7 1,1 7 100,1 6 1,-1 5-1,3 5 1,-1 1-158,-2-2 1,0 0 0,-2-8 0,-1-2-89,-2-3 1,1-3-1,1-4 1,1-3-114,1-4 1,0-4 0,0-1 0,0-2-332,0-4 1,-1-3 0,0-4-327,-1-2 1,0-4 0,2-3 0,0-3-339,0-1 1,-1-1-1,-1 0 979,0-2 0,-6-2 0,1-2 0</inkml:trace>
  <inkml:trace contextRef="#ctx0" brushRef="#br0" timeOffset="1896">1148 359 8027,'3'-6'453,"-1"2"1,2 0-1,2 1-4,2 2 0,2 0 0,5 1 0,2 1-165,2 1 0,0 1 0,1 2 0,1-2-197,0 0 0,-2 2 0,-2-3 1,-2 1-417,-3 0 1,1-1 0,-3-2 0,0 1-511,-2 1 0,-1-1 0,0 1 839,2-1 0,1-1 0,3 0 0</inkml:trace>
  <inkml:trace contextRef="#ctx0" brushRef="#br0" timeOffset="2146">1540 366 8260,'0'13'0,"0"-1"264,0 1 0,0 3 0,-1 1 0,0 2 244,-2 0 0,-1 1 0,1 1 1,0 1-384,1-1 0,-1 0 0,3-6 1,-2 0-678,0-1 1,0-1 0,2-4-617,0-1 1,0-5 1167,0-3 0,0-5 0,0-5 0</inkml:trace>
  <inkml:trace contextRef="#ctx0" brushRef="#br0" timeOffset="2295">1495 186 8027,'-4'-3'1200,"-1"-1"-1367,4-2 1,-2 4-544,3 2 1,0 2 0,0 6 709,0 0 0,3-1 0,0 2 0</inkml:trace>
  <inkml:trace contextRef="#ctx0" brushRef="#br0" timeOffset="2863">1815 424 8027,'4'-3'0,"-2"-2"43,-1 0 1,-1-2 0,0 1 0,-1-1 339,-1 1 0,-2 0 0,-2 1 0,-1 2-31,-2 0 0,-1 1 0,-2 2 1,-1 1-162,0 1 1,-2 2-1,0 4 1,1 2-128,3 2 0,0-1 1,2 5-1,1 0-222,1 1 0,4 1 0,0 2 1,3 1 54,3 0 0,1 3 0,4-4 0,3 0 211,1-2 1,2-4-1,0 0 1,1-3 11,-1-2 1,2-3 0,0-1 0,-1-4-28,1-2 1,1-3 0,-3-3-1,-1-2 11,-1-4 1,-5-1 0,3-3 0,-3-2-117,0 0 0,1-2 0,-5 3 0,1-3-149,-2 0 1,-2-2 0,-2 1-1,-3-2-89,-3 1 1,-1 5-1,-3 1 1,2 3 106,-2 3 0,1 5 1,-1 4-1,2 3-169,1 3 1,-1 1 0,1 6 0,1-1-297,1 0 1,3 2-1,2-1 1,2 1 607,0 1 0,0-3 0,0-1 0</inkml:trace>
  <inkml:trace contextRef="#ctx0" brushRef="#br0" timeOffset="3348">2066 353 8983,'2'9'305,"0"2"1,0 5 0,-2 3 0,0 4 4,0 4 0,1 3 0,0 2 0,1-1-15,0-1 1,-2-5 0,0-6 0,0-3 50,0-3 0,1-1-216,1-4 0,0-3 0,1-7 1,1-4-132,-1-2 0,2-6 0,0 2 0,0-3-103,0 0 1,0-2-1,3-2 1,0 0-330,0 0 0,-1-1 0,0 0 1,2 0 33,1 1 0,3-1 0,-1 6 0,1 2 225,0 3 1,0 1-1,-1 3 1,-1 1 204,0 1 1,-3 6 0,1 1 0,0 4 188,-1 3 1,-1 2-1,-3 2 1,1 2 228,1 1 0,-2 2 1,0-1-1,0 0 21,0 0 1,2 1 0,-2-1 0,1 0-563,-1 0 0,2-2 1,-2-2-1,2-2-573,0-3 0,-1 0-916,-1-4 1,-3-3 1580,1-3 0,-4-3 0,-1-3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13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103 224 8357,'3'3'568,"1"-2"-192,-2 1 1,-1 1 0,4-1-185,0 0 0,0-2 1,2 0-1,0-3 16,1-1 1,0 0 0,2-2 0,-1-1-16,-1 0 0,2-3 0,-2-1 0,0 0-74,-1 0 0,-1-1 0,-1 1 0,-2-1-130,0-1 1,-1 1 0,-2-1 0,-3 0-62,-4 0 0,0 1 1,-3 1-1,-2 1 60,0 0 1,-1 3 0,0 2-1,1 1 76,-1 1 0,0 1 0,0 3 0,0 1-18,0 2 0,1 5 0,0 1 0,1 2-72,-1 1 1,2 2-1,3 1 1,1 0 68,-1 2 1,4 3 0,1 0 0,2 1 58,2 0 0,2 0 0,5 3 0,1-1 109,2 0 0,3-2 0,0-6 0,0 0 24,1-2 1,0-1-1,1-3 1,-1-3-149,-1-2 0,-1-4 0,4 1 0,-1-1-236,-1-1 0,0-3 0,-4-3 1,-1-2-194,0 0 0,-3-2 0,0-1 0,-1 0-342,0 0 0,-1 0 0,-1 2 1,-1-1-168,1 1 1,0 1-1,0 1 1,-2 0 850,0-1 0,2 0 0,-1-1 0</inkml:trace>
  <inkml:trace contextRef="#ctx0" brushRef="#br0" timeOffset="370">404 38 9636,'4'8'0,"0"0"328,-1 3 0,4 4 0,0 3 0,2 2-159,0 4 0,2 4 0,0 2 1,1 0 54,1 0 1,0-4 0,-1-5 0,-1-2 108,0-4 0,-1-2 0,1-6-47,-3-4 0,-1-2 0,0-4 0,1-4-206,1-5 0,-1-2 1,-1-4-1,-1-1-252,1-1 1,-1-5 0,0 2 0,-2-2-268,-2-1 0,1 3 0,0 0 1,0 1-613,0 4 1,-1 2-57,-2 6 0,0 4 808,0 6 1,-3 8 0,-1 6-1</inkml:trace>
  <inkml:trace contextRef="#ctx0" brushRef="#br0" timeOffset="919">898 205 7975,'6'-3'-16,"-1"2"1,-2-3 300,0-1 1,2 1-72,-1 0 1,0 0-1,-1-1 1,1 2-26,0 0 1,-1-2 0,2 1-1,-1-2 3,-1 0 1,1-1-1,-1 1 1,0-1-112,-1 1 1,1-3 0,-3 0-1,0 0-47,0 0 1,-3-2 0,-2 2 0,0 1 2,-2-2 0,-1 3 0,-2-1 0,1 1 63,0 0 1,-2 4 0,2 0 0,-1 1-54,-1 0 1,-2 0-1,1 4 1,1 3 9,0 3 0,3 2 0,-2 3 0,0 0 45,3 2 0,2 0 0,1 2 0,1 1 85,2 0 1,1 3-1,2 1 1,3-1 93,3-2 0,2 3 0,3-1 1,2-1-45,2-2 1,0-2-1,0-4 1,0-1-306,-1-3 1,3-1-1,-3-1 1,1-2-218,-2-2 0,-2-2 0,0-2 0,0-3-4,0-3 1,-3 1-1,-1-3 1,-1 0-445,1 0 0,0-1 1,-3-2-1,0 0-308,1 0 1,-1 3 0,1-1 1040,-1 0 0,0-2 0,1 1 0</inkml:trace>
  <inkml:trace contextRef="#ctx0" brushRef="#br0" timeOffset="1318">1148 19 7989,'4'3'0,"-2"1"117,-1 2 0,1 1 0,0 2 1,0 1 153,1 3 0,-2 2 0,3 3 0,-1 2 142,1 1 0,0 1 1,3-1-1,-1 1-98,0-2 1,-1-3 0,-2-2 0,0-3 16,-1-2 1,-1-3 0,0 1-52,2-3 0,-1-5 0,-3 0-52,-1-3 0,1-6 0,-1-1 0,1-3-270,1 1 1,0-4-1,-2-1 1,0-2-144,1-3 0,0 2 0,1-1 0,1 1-31,1 1 0,-1 2 0,3 2 1,1 2 30,1 3 1,1-2 0,1 4-1,1 1-199,1 2 1,1 2 0,2 3 0,0 1-57,-1 1 0,1 1 0,-1 4 0,0 0-21,-1 1 0,-1 2 0,2 1 1,-1 0-6,-2 0 1,-3-2 0,-1 1 464,-1-1 0,-2-2 0,1 2 0</inkml:trace>
  <inkml:trace contextRef="#ctx0" brushRef="#br0" timeOffset="1917">1527 64 7975,'-7'0'123,"3"2"0,0 1 0,-1 1 191,2 1 0,-2-1 1,3 2-1,0 1-147,1 0 0,1 3 1,1 1-1,1 1-59,3 3 0,1 0 0,3 1 0,1 0 34,2 1 1,1-3-1,0 1 1,0-2-149,0-2 0,0-2 1,-1-3-1,1 0-28,0-2 0,-3-1 1,-1-4-1,-2-1-7,-1-2 0,1-5 0,-1-1 0,0 0-82,1-1 0,-4-2 0,0-2 1,-1 1 32,0 0 0,1-1 1,-3 0-1,0 1-4,0 1 0,0 1 0,0 1 0,0 2 354,0 2-292,0 4 1,0 3 0,0 6 0,0 3 36,0 3 0,0 1 1,2 4-1,3 3 239,0 0 1,2 5 0,-1-1 0,1 4 169,2 4 0,0 3 1,3 3-1,-2 1 110,-1 2 0,-1-1 0,-4 1 0,-3-2-536,-2-6 1,-3-3-1,-3-5 1,-1-1 43,0 0 1,-4-4-1,1-1 1,-2-4-204,-2-4 0,-4-1 0,0-5 1,-1 0-263,-1-3 0,1-4 0,1-3 0,-1-2-98,-1-4 0,3 1 0,-1-6 0,3 0-47,2-1 1,0-1 0,2 1-1,1 2-866,3 2 1444,1 0 0,-3 0 0,0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10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77 154 7975,'1'-6'495,"0"1"0,0-1 520,1 1 1,-1 1 70,1 0-759,-1 3 1,1 2 0,-1 4 0,0 4 43,1 1 0,0 4 1,0 2-1,1 4-166,0 1 1,2 4-1,-2 3 1,2 3-76,1 3 0,-1 3 0,-1 4 0,-1 1 140,-1 0 1,1-1-1,-2 0 1,1-2 38,-1-3 1,-2-2-1,-2-7 1,1-2-271,0-3 0,0-3 0,2-3 0,0-2-352,0-3 0,0-2 0,0-4-138,0 1 1,-1-3-462,-1-2 0,2-1 1,-2-1 23,1-3 0,1-1 0,0 0 0,0-1-632,0-2 0,0 2 1520,0-4 0,3-1 0,0-3 0</inkml:trace>
  <inkml:trace contextRef="#ctx0" brushRef="#br0" timeOffset="585">33 104 7975,'-7'-2'53,"0"-1"0,0-1 135,1 0 1,3 3-1,1-3 1,1 0-65,1-1 1,5-1 0,2 0-1,4 0 111,2-2 0,1-1 1,3 2-1,2 0-12,2-1 1,2 2 0,3-1 0,1 3-150,2 2 0,3 1 1,0 2-1,0 3-83,-1 3 0,-3 6 0,0 2 1,-1 3-209,0 4 0,-2 0 1,-1 4-1,-2 0-90,-2 1 0,-3 3 1,-3 3-1,-3 1 413,-2 0 1,-5 1 0,-2 0 0,-2-1 464,0 2 0,0-3 1,0 1-1,-2-1 5,-2-2 1,-3-3-1,-3 1 1,-1-1-228,-2-3 0,-5 0 0,0-4 0,-3 0-153,-3-1 0,-2-3 1,-3 1-1,-2-3-138,-1-2 0,-2-1 0,1-2 0,1-1-190,3-2 0,3-1 0,5-3 0,1-1-360,2-1 0,3-2 0,3-1 0,2-2-260,1-2 1,2-3 0,0-1 0,1 0-407,2 1 0,2 1 1,3 0 1157,0 0 0,3-4 0,1 0 0</inkml:trace>
  <inkml:trace contextRef="#ctx0" brushRef="#br0" timeOffset="1333">942 477 7975,'0'-11'57,"-2"0"0,-1 2 193,0 0 0,-3 0 1,1-1-1,-1 2 171,-1 0 1,1 1-1,0 1 1,-1 1-91,0 2 1,-2-2 0,1 3 0,-1 2-70,0 1 1,-4 5 0,0 3-1,-2 2-7,-2 4 1,1 0 0,-2 5 0,1 1-106,3 3 0,0 1 1,4 4-1,1 1-433,4 0 1,3 1-1,4 2 1,3-1 54,4-1 1,3-2 0,2-6 0,0-2 223,1-4 0,2-2 0,2-2 0,1-3 113,0-3 1,2-5 0,0-1 0,0-2 0,2-3 0,-2-4 1,0-2-1,-3-4 122,-2-2 1,-3-3 0,-2-1 0,-1-2-167,-2 1 0,-2-2 1,-4-1-1,-1-2-121,-1-2 1,-1 0-1,-4-2 1,-3 0-92,-3-1 1,-3 0-1,-2 2 1,0 1-117,0 5 0,2 6 0,1 6 0,0 3 68,-1 2 0,1 3 0,2 2 1,2 2-346,0 3 0,-1 2 0,1 2 0,0-2-170,0 1 0,3-2 0,1 0 709,2 1 0,0 2 0,2 0 0</inkml:trace>
  <inkml:trace contextRef="#ctx0" brushRef="#br0" timeOffset="2183">1233 625 7975,'2'3'369,"-1"-1"1,2 0-16,-1 0 1,1-1 0,2-1-83,1 0 1,-2 0-1,1 0 1,1 0-65,0 0 0,2-1 0,1-2 1,2 0-69,0-1 1,0-2-1,1 0 1,1-2-80,-1-1 1,-1 2 0,-1-2 0,-1-1-192,-1 0 0,-1 1 0,-2 0 0,0-1 28,-1-1 0,-2 1 1,-2-1-1,0 0 66,-2 0 1,-1 0-1,-3 2 1,-1-1 66,0 1 0,-3 0 0,1 1 1,-1 0 78,1 4 1,-1-1 0,1 3-1,-2 1-37,0 0 1,0 4 0,0 2 0,0 3-30,0 2 0,0 1 1,1 3-1,-1 1-17,0-1 1,2 3 0,2 0 0,3 0 6,0 2 1,3 0 0,-1 2 0,2-1 45,2 1 1,3 0-1,2 0 1,2-1 88,1-1 0,0-2 1,1-2-1,1 0-50,0-2 1,1-4 0,1-2-1,-1-3-20,1 0 1,2-3-1,1 1 1,2-2-32,-2-2 0,0-1 0,0-3 1,-1 0-111,1-2 1,-3 0-1,-2 2 1,-1-2-150,-2 2 0,-1-2 0,-2 0 0,-1 2-30,-2 0 0,2 0 0,-4 1 0,1-1-393,1 1 0,-3 1 1,2 0-796,-1 0 1,-1 1-619,0-1 2027,0 3 0,-3-4 0,0 2 0</inkml:trace>
  <inkml:trace contextRef="#ctx0" brushRef="#br0" timeOffset="2950">1753 455 7975,'0'-6'-107,"-1"1"0,-1 0 255,-1 1 1,-2 0 0,-1 2 0,0 1 34,-1 0 0,-1 1 1,-2 0-1,1 0 16,0 0 0,0 5 1,1 0-1,-1 2-135,0 1 0,3 0 0,-1 1 1,2 0-67,2-1 1,1-1 0,1-1 0,1-1 65,1 1 0,5-2 1,3 0-1,1-2 12,1 1 0,3-2 0,0 2 0,3 0 23,1-2 1,0 1-1,2 1 1,2 0-75,-1 1 1,2 1-1,-4 1 1,1 1 10,-2 0 1,-1 3 0,-3 1-1,-3 1-56,-3 2 1,-3-1 0,-1 2 0,-3-1 106,0 0 0,-2-1 0,-1-3 1,-3-1 205,-2 1 0,-2 0 0,0-1 0,-2-1-129,-2-1 1,1 0 0,-3 0-1,0-1-94,-1-1 1,0-2 0,1-1-1,0-1-220,0-1 0,2 0 0,0-1 0,2-1-315,2-1 1,1 0 0,3-1 0,0 0-139,1-1 0,2 1 0,2 1 0,0-2-553,2 1 0,1-2 1156,3 1 0,-1-1 0,1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26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225 134 8027,'3'-6'19,"-2"-1"0,2 1 0,-1-1 293,0 1 1,2 0 0,-2-1 82,0 1 1,-1-1 0,-2 2-89,-1 0 0,-1 2 0,-2 1 0,0 0-55,-2-2 0,0 3 0,-2-2 0,0 3-83,-2 0 0,1 0 1,-3 3-1,0 2-27,-1 2 0,-2 2 0,-1 4 0,-1 3-185,1 1 1,-1 3 0,4 1 0,2 1-183,2 1 0,4-2 0,2 2 0,2-2 15,1-2 1,7-3 0,3-4 0,4 0 113,5-1 0,0-6 0,2-1 0,1-3 148,0-1 1,1-3-1,-1-3 1,-1-2 15,-1 0 1,-3-2-1,-3 0 1,0-3-26,0-2 0,-3 1 1,-2-4-1,0 1-41,-2 1 0,0-3 1,0 1-1,-2-1-16,-2 0 1,-1 4 0,-1 0 0,0 2 89,0 0 1,0 5-12,0 2 0,-1 4 0,0 2 0,-1 4-62,0 4 1,2 2 0,0 4 0,-1 1 79,-1 2 1,1 1 0,-1 2 0,1-2 46,1-1 1,1 2-1,1-2 1,2 1-334,-1-1 1,3-2 0,-2-4 0,3-1-250,1-1 1,-1-3 0,2-4 0,-2-1-180,0-1 0,1-1 0,1 0 0,-2-3-784,1-1 1415,-2 0 0,0-8 0,1 4 0</inkml:trace>
  <inkml:trace contextRef="#ctx0" brushRef="#br0" timeOffset="583">488 70 7272,'-3'1'620,"1"1"0,1 2 0,1 4 0,0 1-387,0 1 0,2 4 1,1 3-1,1 2 23,1 2 0,-3 2 0,0 1 0,-1-1-30,-1-1 1,2-3 0,0-3-1,0 0 110,-1-2 0,-1-3-212,2-2 0,0-6 0,1-4 1,1-4-36,0-5 0,0-2 0,2-2 1,0-1-254,-2-2 0,2-2 0,-2 0 1,2-1-229,0-1 0,0 0 0,-1-2 0,-1 1 86,1-1 0,2 2 0,1 0 0,0 1 85,0 3 0,0 5 0,0 4 1,1 2 145,1 2 1,-2 2-1,2 1 1,0 3 208,0 4 0,-2 2 1,1 4-1,-2 3-24,-1 0 1,1 2 0,-2 3-1,0 0 44,0 1 1,-4 0-1,1 1 1,0 1 10,0-3 1,-1 0 0,3-1 0,-1-2-226,1-2 1,0-2 0,2-3 0,-1-1-591,-1-2 0,0-3 1,3-3-1072,-1-2 1721,-2-3 0,2-5 0,-3-1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22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97 539 6952,'0'4'3660,"0"0"-3168,0-2 1,0-1-298,0 3 1,3-2-1,1 0 1,2-2-104,3-2 1,1 0-1,5-2 1,0-2-207,2-1 1,-3-1-1,2-3 1,-1 0 61,0-1 0,-1-1 0,-3 0 0,-3 0 39,-1 0 0,-3 0 0,-2 1 0,-1-1 72,-1 0 1,-3 0-1,-1 1 1,-3 1 62,-1 0 0,-2 4 0,-1 0 1,0 2 55,0 0 0,-2 2 0,-1 1 1,-1 1-88,1 1 0,0 0 0,0 1 0,0 1-53,-1 2 1,0 4-1,1 1 1,0 2-30,2 2 0,2 1 0,-1 3 0,2 1-71,2 0 1,2 2 0,0 0 0,3 1 69,1 2 1,2 0 0,2-2 0,3-2 138,2-2 1,3 2 0,0-3 0,1-2-16,1-1 0,2-4 0,0-1 0,2 0 9,0-2 1,4-2-1,1-2 1,-2-2-47,0-2 0,-1-2 1,0-2-1,-2-2-155,-2 0 1,-4 0 0,-1-2 0,0 0-242,-3 0 0,-2 2 0,-2-2 0,-1 0-333,0 0 0,0 1 0,-2-1 0,0 1-745,0 1 1,0 0 0,1 1 1378,1 1 0,-1-5 0,1 4 0</inkml:trace>
  <inkml:trace contextRef="#ctx0" brushRef="#br0" timeOffset="562">449 315 7947,'0'-6'127,"0"-1"380,0 4 0,0 0 0,0 6 1,1 2-191,1 2 0,-1 4 0,2 4 0,-1 3-77,0 3 0,2 1 1,-1 3-1,0-1 10,0 3 1,1 1-1,-1-1 1,0 0-100,0-2 1,0-3 0,-2-5-1,1-1-81,0-1 0,-1-5 21,1-1 1,-1-6-1,1-5 102,-1-2 1,1-5-1,0-1 1,0-3-202,1-2 0,-2 1 0,2-3 0,-1-1-269,0-1 0,2-1 0,-1-1 0,0-3-115,0-1 0,1 2 0,-1 0 0,1 0 6,3 1 1,0 2 0,2 1 0,-1 5 50,1 2 1,2 7 0,0-1 0,1 2 233,1 3 0,-1 2 0,0 3 0,-2 5 257,2 2 0,-1 2 0,0 3 0,-3 3-54,-1 1 1,0 5-1,-1-2 1,0 2 127,-2 1 0,1-3 1,-3-2-1,0-1-14,-1-1 0,-1-3 0,0-1 0,0-4-279,0-2 0,0-4-337,0-1 1,0-3-1,0-1-91,0-4 0,0-2 0,0 0 491,0 0 0,0-4 0,0 0 0</inkml:trace>
  <inkml:trace contextRef="#ctx0" brushRef="#br0" timeOffset="1047">1084 373 8027,'-4'-9'-111,"1"0"0,-1 0 56,1-1 0,0 2 1,-1 1-1,-1 1 494,-1 0 0,0 0 1,0 2-1,-1 1 0,1 3 0,-1 0 0,-2 3 0,-2 3-158,-1 2 0,-1 3 0,1 0 0,-2 2-36,-1 2 1,4 1 0,-1 3-1,2 1-114,2-1 1,3 1-1,1 0 1,2 2 35,3-2 0,4 0 1,6 0-1,1-1 108,1 0 1,1-2 0,0-2 0,2-3-112,0-1 0,1-2 0,2-3 1,1-2-250,-1-2 1,0-1 0,0-2 0,-2-1-526,-2-2 1,-2-5 0,-1-1 0,-2-2-237,-3-1 0,-2-1 1,-2 0-1,-1-2-2140,1 0 2986,-3 2 0,3-5 0,-3 3 0</inkml:trace>
  <inkml:trace contextRef="#ctx0" brushRef="#br0" timeOffset="1628">1514 373 8027,'0'-7'-111,"0"1"-74,-3-1 0,2 4 0,-3 0 534,-1 0 0,-1 2 0,0-1 1,-2 2-112,0 2 0,0 2 1,-3 2-1,-2 2 19,-1 0 0,-2 0 1,2 3-1,-2 0-48,0 1 0,1 3 0,1 0 0,3 0-71,2 1 1,3-2 0,1 3 0,3 0-36,2 0 1,2-1 0,3-2 0,3-1-30,3-1 1,1-3-1,2-1 1,0-1-92,1-3 0,0-1 1,-2-3-1,2-1-42,0-1 0,-1-2 0,-3-4 0,-1-1-49,-1-1 1,2-1-1,-3-3 1,-2 0-66,-1-1 0,-3 0 1,0 2-1,-1-2-258,-1 0 0,0 3 1,0 2-1,-1 0-194,-1 3 0,0 0 1,-1 2-1,-1 2-686,1 0 1311,1 1 0,-3 4 0,1 2 0</inkml:trace>
  <inkml:trace contextRef="#ctx0" brushRef="#br0" timeOffset="2244">1841 366 7794,'0'-7'0,"0"-1"-1,0 0 0,0-1 0,-2 3 0,-1-1 473,0-2 1,-1 2 0,-4-1 0,1 2-132,-2 2 1,0 3 0,0-1 0,-2 2-110,-1 2 1,0 1-1,-1 4 1,0 2-53,0 2 0,0 3 0,0 2 1,1 0-135,2 2 0,0 0 1,4 2-1,0 1-144,2 0 1,1 1 0,5-3 0,2 0 67,4 0 1,4 0 0,3-2 0,0-2-71,2-1 1,0-4 0,3-3 0,1-2-126,0-2 1,0-3 0,-4 0 0,0 0-162,-2-3 1,0-2-1,-5-5 1,-1 0-43,-2-1 0,-1-1 1,1-2-1,-1-1-431,1-2 1,-2 1 858,0-1 0,0 0 0,-1-3 0</inkml:trace>
  <inkml:trace contextRef="#ctx0" brushRef="#br0" timeOffset="2511">1873 1 8027,'-3'0'837,"1"2"-418,1 3 1,1 6 0,1 4 0,1 4-56,2 5 0,2 4 0,0 8 0,1 5-108,-1 2 1,0 3 0,0 0 0,-2 1-267,-1-1 0,-3-2 0,0-5 1,0-6-286,-3-5 1,3-4-1,-2-6 1,1-1-567,1-4 1,0-3 0,1-5-18,1 0 0,-1-3 1,3-5 877,-1-4 0,4-5 0,1-4 0</inkml:trace>
  <inkml:trace contextRef="#ctx0" brushRef="#br0" timeOffset="3110">2162 495 8027,'10'-7'-266,"-1"-1"1,-2-1-1,-1 0 439,1 0 1,-1 2 0,0-2 0,-1 0 39,-1 1 0,-1-3 1,2 2-1,-3-1-107,-1 1 1,-1-2 0,0 0 0,0 0 31,0 0 1,-1 0-1,-1 2 1,-3 1 67,0 1 0,-2 1 0,-1 0 0,-1 2-21,1 2 0,1 1 0,-1 1 0,-2 1-11,0 1 1,0 3-1,-3 5 1,0 0-43,0 4 0,0 1 0,1 3 0,0 1-9,1 1 1,-1 3 0,4-1 0,0 1 105,1 1 0,3-1 0,2-1 0,2 1 193,2-3 1,3 2 0,3-3 0,3-3-40,1-2 1,4-3 0,1-1-1,1-1-271,2-1 0,1-3 0,1-3 0,1-2-377,1 0 0,3 0 1,0-2-1,-1-3-484,-2-3 1,-3-2 0,0-3 0,-2 0-216,-1 0 1,-4 3 0,-3-1 0,-2 0 963,-2 1 0,-1-5 0,1 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29.108"/>
    </inkml:context>
    <inkml:brush xml:id="br0">
      <inkml:brushProperty name="width" value="0.08571" units="cm"/>
      <inkml:brushProperty name="height" value="0.08571" units="cm"/>
      <inkml:brushProperty name="color" value="#196B24"/>
    </inkml:brush>
  </inkml:definitions>
  <inkml:trace contextRef="#ctx0" brushRef="#br0">52 520 8027,'3'0'504,"1"0"338,-2 0 441,-1 0-674,2 0 0,-1-1-288,0-1 0,3 1 0,-1-2-191,2 1 1,0 0 0,2-2 0,-1-1-177,2-1 0,2-1 0,-1-1 1,1-1-69,0-1 0,-3 0 0,0-1 1,-1 0 15,-3 0 1,-1-2-1,-3 0 1,0-1 70,0 2 1,-3-3 0,-2 5 0,-2 0 77,-2 2 1,-2-1 0,2 2-1,-1 2 81,-1 2 0,1 0 0,-1 3 0,0 1-131,1 1 0,0 4 1,2 3-1,-2 1-29,0 2 0,-1 3 0,2 1 0,2 1 49,2 0 1,0 0-1,3 2 1,0 1 80,2-1 0,2-2 1,3 0-1,3 1 83,3 1 0,1-1 0,1-1 0,0-2-4,0-1 0,2-4 1,0 0-1,1 0-98,0-3 0,-1 0 0,0-3 0,-1-2-202,1-1 0,-2-1 0,-1-1 0,-1-1-406,-2-2 0,-2-3 1,-1 0-1,1-3-213,-1 0 1,-2 2-1,0-3 1,-1 0-665,1 1 1,-2-3 1401,2 2 0,1-5 0,1 2 0</inkml:trace>
  <inkml:trace contextRef="#ctx0" brushRef="#br0" timeOffset="364">276 340 8027,'-2'-6'1079,"1"-1"-1649,-1 1 1171,1 0 0,4 5 0,2 3 0,3 4-204,2 2 1,3 2 0,2 3-1,2 1-123,2 1 0,0 3 1,0 4-1,-2-2-214,1 0 1,-4-1 0,1 1-1,-2-2-180,0-1 1,-3-1-1,-1-4 1,0-1-295,-1-3 1,1-1-1,-3-1-245,1-2 0,-1-1 211,1-3 1,-4-3 0,-1-1-1,-1-2-86,-1 0 1,0 0 0,0-1 0,0 0 533,0-1 0,-2 0 0,0 0 0,0-2 0,2 0 0</inkml:trace>
  <inkml:trace contextRef="#ctx0" brushRef="#br0" timeOffset="663">546 302 8027,'-7'0'106,"1"2"1,0 0-1,-1-1 171,1 0 0,-1 2 0,1 2 0,0 2 64,-1 2 1,1 5 0,-1 1-1,-1 3 104,-1 4 1,0 1 0,1 2 0,0 1-148,0 0 0,1-4 1,1-3-1,1-3-376,1-3 0,1-1 0,0-1-596,0-2 0,-2-3-23,1-2 1,-2-1-1,0-4-37,2-1 1,1 1 0,3-3-1,-2-1 734,0-1 0,-3-1 0,1 1 0</inkml:trace>
  <inkml:trace contextRef="#ctx0" brushRef="#br0" timeOffset="1279">802 507 8027,'-6'0'697,"0"0"1,3 0-421,3 0 1,0-2-1,5-1 1,0-1-73,3 0 1,0-2-1,3-1 1,-1-1-74,0-1 0,2-2 1,-4 1-1,1-1-125,0 1 1,-2 0-1,1-2 1,-3 1-38,-3 0 0,-1 0 0,-1-1 0,-1 2 43,-1-2 1,-4 2 0,-3 0-1,-1 1 56,-1 1 0,-1 1 0,1 1 0,0 2-3,0 2 0,0 2 1,-1 2-1,1 3-4,0 3 1,0 2-1,-1 3 1,2 0 79,1 2 1,-1 2 0,3 2-1,2 0 100,1 0 1,2 1 0,2 1 0,2 0-27,2 0 0,1-1 1,5-2-1,0 0-5,0-4 0,0-1 0,1-2 1,0-3-233,0-3 0,1-2 1,2-3-1,0 0-326,1 0 0,-1-3 0,-2-1 0,-2-2-117,2-1 0,-1-1 0,1-1 0,-2 1-420,-1-1 0,0 1 1,-1 0-1,1 1 884,-2 0 0,1 1 0,-2-1 0</inkml:trace>
  <inkml:trace contextRef="#ctx0" brushRef="#br0" timeOffset="1663">1213 340 8027,'-1'-6'284,"-1"-1"1,-2 4 0,-2 0 0,0 1 112,-1 0 1,1 0 0,-1 4 0,-1 3-61,-1 0 0,-2 5 1,0 0-1,-1 3-82,-1 2 0,3 2 1,0 2-1,0 1-190,2 1 0,4 0 0,2 2 1,1-1-63,1-2 1,4 0 0,2-2 0,4-2-101,2-3 0,1-5 0,1-1 0,0-3-319,1-1 0,2-1 0,-2-3 0,-1-1-289,0-2 1,-1-2 0,-1 0 0,-1-1-7,0-2 0,-3 1 0,1-3 711,0 0 0,-2-1 0,3-1 0</inkml:trace>
  <inkml:trace contextRef="#ctx0" brushRef="#br0" timeOffset="2134">1348 321 8027,'-7'2'114,"1"0"1,0 1 0,1-1 0,1 0 47,-1 2 1,2 0-1,0 3 1,1 2 162,0 2 0,0 1 1,2 1-1,0 2-98,3 2 1,0 2 0,4 0-1,-1 0 3,0-2 0,1 1 0,1-3 0,2-2-82,0-1 0,-2-3 1,2-3-1,-1 0-298,-1-2 0,0-1 0,0-4 1,0-3 33,0-2 0,0-5 0,0 0 0,0-2 3,0-2 1,-1 1 0,0-3 0,-1-1-50,1 0 0,-3 1 0,0 0 1,1-1 63,-2-1 0,1 3 1,-3 1-1,1 2 151,0 2 1,-2 2 14,0 3 1,0 6 0,0 3 0,-2 5-16,0 2 1,0 3 0,2 3 0,0 0 96,0 2 0,1 0 1,0 1-1,2 1 99,0-1 0,2 0 1,3 0-1,1 1-264,-1-1 1,1-3-1,0-1 1,1-4-266,-1-2 0,1-3 1,-1-2-1,0-2-18,0-1 1,-2-2 0,2-3 0,-2-3-1015,2-2 1,-2-1 1311,2-1 0,-2-4 0,-1 2 0</inkml:trace>
  <inkml:trace contextRef="#ctx0" brushRef="#br0" timeOffset="2413">1822 0 7842,'0'7'-294,"0"0"0,0 2 836,0 4 0,0 6 0,0 8 0,0 5-106,0 8 1,0 4 0,0 6-1,-3-3-133,-1-2 1,1-5 0,-1-3 0,0-6-230,1-6 1,1-7 0,0-3-1,2-1-495,0-1 1,0-3-509,0-2 1,0-4 0,0-4 189,0-4 0,0-4 0,0-1 739,0-1 0,-3-1 0,-1-1 0</inkml:trace>
  <inkml:trace contextRef="#ctx0" brushRef="#br0" timeOffset="2646">1630 315 8027,'3'-4'1392,"1"2"-919,2 1 1,0 1 0,2 0 0,2 0 71,3 0 0,6 0 0,2 0 0,2 0-434,3 0 1,4 0 0,0 0 0,-2 0-472,-2 0 1,-3 0 0,-6 0 0,-1 0-218,-3 0 0,-2 0 0,-1 0 0,-2 1-2260,-3 1 2837,1-1 0,0 2 0,4-3 0</inkml:trace>
  <inkml:trace contextRef="#ctx0" brushRef="#br0" timeOffset="2948">2098 308 8027,'0'7'43,"0"-1"0,0 1 1,0 2-1,0 1 514,0 3 0,0 2 1,-1 3-1,-1 3 23,-2 2 1,0 1 0,1 1 0,0-3-550,2 1 0,-2-3 1,1-3-1,0-2-494,1-4 0,1-2 1,1-3-42,1-2 1,1-2 0,2-4-1,-1-4-1970,-2-2 2474,1-3 0,-1-2 0,2-4 0</inkml:trace>
  <inkml:trace contextRef="#ctx0" brushRef="#br0" timeOffset="3079">2104 154 8027,'0'-19'238,"0"3"0,0 1 0,-2 4-680,0 2 1,0 2-1,1 2 274,-1 0 0,1 3 0,-3 4 1,1 3-310,-1 0 1,2 2 476,-2-1 0,-1 3 0,-1 1 0</inkml:trace>
  <inkml:trace contextRef="#ctx0" brushRef="#br0" timeOffset="3630">2502 347 8027,'-3'-11'0,"0"1"-56,-1 1 0,-2-3 1,2 2-1,-2 0 329,-3 2 0,2 3 0,-2 1 0,-1 1 179,-3 2 1,0 5 0,-2 3 0,-1 3-210,-1 1 0,-2 4 1,0 2-1,0 2-113,2 0 0,2 0 0,3 1 0,1 1-191,2 0 1,5 1 0,3-1 0,3 0 5,4 0 1,6-1-1,3-2 1,2 0 217,3-3 1,0-2 0,3-1 0,0 0-152,0-2 0,-3-3 1,1 0-1,-2-4 81,-2-3 1,-3 0 0,1-1 0,-2-3 5,-3-5 0,0-3 0,-5-3 1,0-2-142,0-2 0,-3 0 0,1-1 0,0-1-175,-1-3 0,-5 1 1,-1-2-1,-2-1-149,0-1 1,-3 1-1,-1 4 1,-1 2-49,0 2 0,1 7 0,0 3 1,0 4-182,1 3 0,2 2 1,-1 2-1,3 3 595,3 1 0,1 5 0,1-2 0</inkml:trace>
  <inkml:trace contextRef="#ctx0" brushRef="#br0" timeOffset="4096">2720 347 8169,'4'-2'380,"-2"2"0,1 2 1,-1 5-1,-1 2 12,0 4 0,1 3 0,0 6 0,0 1-93,-2 2 0,0 2 0,0 0 0,1 0-44,1-2 0,-1-3 1,1-5-1,0-2 334,0-2-310,-2-6 1,4-2 0,-3-7-1,2-3-251,1-3 0,-2-1 0,2-5 0,1-1-241,1-2 1,0 0 0,1-2 0,-1-1-71,1 0 0,1-2 0,1-2 1,1-1-219,2-1 1,-2 4 0,0 3 0,0 3 202,0 3 1,0 4-1,0 2 1,-1 4 252,-2 3 0,-1 0 0,1 3 1,-1 4 101,1 3 0,-1 5 0,0 2 1,-1 1 73,-1 1 1,-2 4-1,0-1 1,-2 2 54,0-1 1,3 1 0,-1 1 0,0-2-393,1-1 1,0-4 0,4-2-1,0 0-401,1-2 0,-1-4 0,2-3 0,-2-3-972,0-1 1579,-1-1 0,0-7 0,1-3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3:39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32 309 8035,'-3'-3'0,"0"-1"0,2-1 0,0 0 216,-2 0 1,-1 1-1,1-2 128,0 2 1,1-2 0,-1 2-121,1-2 0,1 2 0,-1 0 23,1-1 0,2-1 1,1 0-1,2 0-17,2 2 0,1-2 0,1 2 1,1 1-64,1 1 1,1-1-1,4 1 1,0 0-142,2 2 0,-1 0 1,2 2-1,-1 1-10,1 3 1,-2 0-1,-1 4 1,-3 0-91,-1 0 0,-2 0 0,-5 3 1,-2 0 53,-1 0 0,-2 0 0,-1 0 0,-2-1 131,-2 1 0,-3 2 1,0-1-1,-1-1-2,-1-1-1,-1-2 1,1 1 0,0 0 21,0 0 0,2-2 1,0 0-1,2-2-46,0-1 0,1 0 1,0-2-1,0-1-32,2 0 0,0-2-19,2 1-73,1-1 0,-2-1-91,1 0-209,1 0 779,-2 0 1,3 3-298,0 1 0,0 2 1,0 1-1,0 0-105,0 2 1,1 2 0,0 0-1,1 1 19,0 1 0,-2 0 0,0 0 0,0 0-29,0-1 1,0-1 0,0-1 0,0-1-103,0-1 0,0-1-400,0 0 0,0-4-151,-2-1 0,1-4 1,-1-2-1,0-2-230,0 0 0,1-1 0,-1 1 0,2 0-789,0-1 1645,0 1 0,0-1 0,0 1 0</inkml:trace>
  <inkml:trace contextRef="#ctx0" brushRef="#br0" timeOffset="662">51 835 6378,'3'-4'927,"0"1"0,2 1-592,-1 0 0,-2 0 234,3 2-358,-1 0 0,0 0 0,0 1 15,-1 1 1,-1 1 0,-3 4-40,-1-1 1,1 0 0,-4-1-84,0-1 1,0 0 0,-2 1-117,1-1 1,-1-3-154,1 1 0,2-4 0,2-2-34,1-2 1,2 2-1,1 0 1,0-1-25,2-1 0,0 0 0,3 1 0,-1 2 159,1 0 1,-1-2 0,0 1 255,1 1 0,-1 0-65,1 3 1,-2 1-1,0 1 1,-3 2 165,-2 2 0,0-2 0,0 0 0,0 1-63,-2-2 0,0 2 0,-1-2 0,-1 0-229,0 0 0,0 1-221,-2-2 1,-1 0-1,1-2 1,0 0-379,2-3 0,-2 1 1,3-3-1,-2 0 598,1 0 0,3 0 0,-2-2 0</inkml:trace>
  <inkml:trace contextRef="#ctx0" brushRef="#br0" timeOffset="1379">404 97 8035,'-1'-6'-5,"-1"2"1,2-2 0,-3 3 661,0-1 388,2-1-793,-2 4 1,3-1 0,1 3 0,1 2 25,2 1 0,0 0 0,0 4 0,1 2-26,1 0 0,0 0 0,1 1 1,-1 0-155,1 0 1,-1 0 0,0 1 0,0-1-96,-2 0 1,2-1 0,-2 0 0,0-1-277,0-1 1,0-1 0,0 0 0,-1-2-1267,0 0 636,-3-3 0,3-2 183,-3-2 1,-3-2-1,0-2 720,-1-1 0,-1 1 0,1-1 0,-2 1 0</inkml:trace>
  <inkml:trace contextRef="#ctx0" brushRef="#br0" timeOffset="1763">513 1 8035,'4'1'-21,"-1"0"181,-1 1 1,-1 1 216,1-1 1,1-1 0,-1 4-72,0 0 0,1 0 0,1 3 0,0 0 12,0 3 1,1 2 0,3 2 0,1 2-96,1 1 0,-2 2 1,1-1-1,-2-1-220,-1-1 0,1 1 0,-2-4 0,0-1-121,-3-4 0,-1-2 0,-1-1-956,0 1 0,-1-4-234,-1-1 0,0-4 1308,-2-2 0,0-2 0,-3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1:36:23.09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4157 153 7890,'-16'0'222,"-4"-1"1,-1-1 0,-2-4-1,-2-1 1,-2 0 0,-3 1 0,-4 1 139,-4 2 1,-1-2 0,-2 1 0,-1 0-293,-1 1 0,-4-3 0,0 3 0,-3-1-156,0 1 0,-3-3 0,-1 0 1,-5-1-244,-5-1 0,0 0 0,-5 0 0,0 1 254,-4 1 1,-5-1 0,-1 3 0,-4-1 297,-2-1 0,-1 4 0,-2 0 0,-2 1 197,-4 1 1,4 0 0,-3 1-1,2 1-180,0 4 1,1-2-1,-2 2 1,3 0-237,4 1 1,-1 0 0,2-1 0,-3 0-48,-1 0 0,8 1 0,-3 2 0,2 2 7,2 2 1,-1 0 0,1 0 0,2 1 69,5 1 0,0-1 0,5 0 0,1 2 87,1 2 1,8 1-1,4-2 1,4 0-97,3 2 1,6 1 0,6-2 0,4 0-73,3 0 1,7 0 0,3 0-1,4 1-89,4 2 0,0-3 0,7 1 0,0 0-12,1 0 0,5 3 0,2-1 1,4 3 178,3 0 1,6 0 0,2 0 0,4 1 73,5 2 0,-1-2 0,7 1 0,-1-1 133,3-1 0,5 0 1,5 0-1,3 1 3,1-1 0,2 0 0,4 0 0,3 0 68,6 0 0,4 0 0,4-1 1,4-1-132,3 0 1,3-3 0,5 1 0,2 0-172,1-2 1,1-5-1,5-2 1,-47-7-1,0 1-11,2-1 1,1 0 0,-2-1 0,0 1-1,2-1 1,0 0 0,0-1 0,-1 0-19,1 0 1,0 0 0,1 0 0,1-1 0,0-1-1,1 0 1,0 0 0,0 0 30,-1 0 0,-1 0 0,0-1 0,0 1 0,0-1 1,0 0-1,1-1 0,-1 0-16,2 0 0,-1 0 1,-2 0-1,0-1 0,0-1 1,0 0-1,-2 0 1,1 0-12,-1 0 1,1 0-1,-1-2 1,0 0-1,0 0 1,1-1-1,-2 1 1,-1-1-112,47-6 1,-3-3 0,-2-3 0,-1 0 78,0 0 0,-10 1 0,-2-4 0,-6 0 5,-4-1 1,-3-1-1,-7 0 1,-4 0-47,-7 0 1,-3 0 0,-5-1-1,-2-1-7,-3-1 0,-6-2 1,-6 1-1,-5-1 44,-5-1 1,-6 1 0,-5 1 0,-2-1 85,-1 1 0,-8 2 0,-5-1 0,-8 2 301,-5 1 0,-2 0 1,-6 1-1,-4 1 29,-4 0 1,-6 4 0,-2-3 0,-4 1-206,-1 3 1,-5 0 0,-2 2-1,-3 0-139,-4 2 0,3 0 0,-5 0 1,3 3-180,-2 4 0,-2-1 1,0 2-1,1 1-277,5 1 1,4 2 0,1 1 0,4 0-329,3 0 1,8 0 0,4 1 0,6 2-1021,6 2 1786,2-1 0,4 3 0,0-3 0</inkml:trace>
  <inkml:trace contextRef="#ctx0" brushRef="#br0" timeOffset="1">5786 539 7967,'5'-1'798,"-3"-2"0,-1 1 1,-1-3-381,0-1 0,-1-2 0,-1 1 0,-4 1-95,-1 1 0,1 2 0,-1-1 0,-2 0-75,0 2 1,-1 1-1,0 1 1,-1 0-129,-2 0 1,2 4 0,-1 1-1,0 3-216,3 3 1,-3 1 0,1 5 0,2-1 35,3 0 0,0 3 1,3 3-1,1 1-11,2 1 1,3 0 0,3-1-1,4-1-77,4-4 1,1-3-1,1-4 1,0-1 2,0-3 1,3-5-1,0-2 1,1-5 139,-1-5 0,-1-3 0,-4-4 0,-4-1 111,-1 0 1,-2-5-1,-1 2 1,-4-1 18,-1 0 1,-1-1-1,-1 2 1,-1-2-197,-4-2 0,-1 4 1,-2 1-1,-1 4-43,0 3 0,-2 3 0,2 2 0,0 1-178,0 2 1,1 1 0,1 5-419,0 2 1,0 1 0,1 4 0,1 0-610,4 0 1,1 0 1318,1 0 0,0 0 0,0 0 0</inkml:trace>
  <inkml:trace contextRef="#ctx0" brushRef="#br0" timeOffset="2">5955 474 7971,'-8'0'43,"0"1"1,0 2 0,3 2 478,2 2 0,0 2 0,0 2 0,1 2-463,1 3 1,4 0 0,1 1-1,0 0 13,2 2 1,4 2 0,1-4-1,0-3-25,0-2 1,-2-1 0,3-3-1,-1-1-90,3-2 1,-3-1 0,0-5-1,-2-2 49,-1-2 1,3-6 0,-2-2 0,-1-2-9,-1-1 1,-3 0 0,2-1 0,-1-1-88,-2-1 1,3 1-1,-4 2 1,0 3 92,-1 2 1,-1 0 50,0 0 1,-1 4-1,-1 5-215,0 4 0,-1 1 0,3 4 0,0 2 171,0 0 1,0 0 0,0 2 0,1 2 97,2-1 1,-2 3 0,5-1 0,0 1 2,1 1 0,1 0 0,0 0 0,0 0-282,0 0 1,3-4 0,0-1 0,-2-3-171,0-2 0,-1-3 0,0-4 0,0-2-762,0-5 0,0-1 1102,-3-5 0,2-3 0,-2-3 0</inkml:trace>
  <inkml:trace contextRef="#ctx0" brushRef="#br0" timeOffset="3">6396 129 7971,'-3'6'291,"0"-1"-6,-2 1 0,3 1 0,0 3 0,1 4 48,1 4 0,0 6 1,1 7-1,1 6 12,0 7 1,1 3 0,-3 1 0,0-1-89,0-1 1,3-3 0,0-7 0,1-5-237,-1-6 0,3-4 0,-4-6 0,1-2-318,1-5 0,-4-5 0,3-6-386,-2-2 1,-1-5 0,0-1-1,0-2-829,0-1 1,0-4 1511,0-1 0,-4-3 0,0 2 0</inkml:trace>
  <inkml:trace contextRef="#ctx0" brushRef="#br0" timeOffset="4">6203 442 7971,'11'3'0,"0"0"482,-1-2 1,-2 0 0,1-1 0,2 0 189,2 0 1,3 0 0,1 0-1,1 0-346,4 0 0,0 0 0,0 0 0,0 0-436,0 0 1,0-2 0,1-2 0,-3 0-644,0 1 0,-5 0 1,-4 3 752,-3 0 0,0-3 0,1-2 0</inkml:trace>
  <inkml:trace contextRef="#ctx0" brushRef="#br0" timeOffset="5">6717 474 9155,'-4'-4'682,"3"7"1,-1 6-1,2 6-414,2 4 0,0 5 0,4 5 0,-1 4-164,-1 2 1,3 6 0,-5 1 0,0 0-163,-1-1 0,-1-4 0,0-3 0,0-5-537,0-5 1,0-3 0,0-6-313,0-2 0,-1-6 0,-1-9 92,0-5 1,-2-7 814,1 1 0,3-6 0,-4-1 0</inkml:trace>
  <inkml:trace contextRef="#ctx0" brushRef="#br0" timeOffset="6">6661 458 7971,'8'-16'0,"0"1"94,0 2 1,3 1 0,3 5-1,2 2 269,3 2 0,0 2 0,4 1 0,-2 2-149,1 3 1,-2 1-1,-1 8 1,-3 1-140,1 3 0,-2 0 1,-2 3-1,-2 0 1,-2 0 0,-5 1 0,-1-3 0,-3-1 65,-3-1 0,-1-2 1,-5-2-1,-1-3-52,-1-4 1,-3 1-1,1-5 1,-3 0-275,0-1 0,0-1 1,-1 0-1,0-1-318,-2-2 0,3-1 1,2-4-1,1 0-23,1 0 0,0 0 0,5 0 0,1 0 526,4 0 0,-3-4 0,1 0 0</inkml:trace>
  <inkml:trace contextRef="#ctx0" brushRef="#br0" timeOffset="7">7054 410 7971,'-4'8'89,"0"0"1,-1 0-1,0 0 1,2 0 277,1 0 0,1 3 1,1 1-1,0 0-212,0 2 1,0 1 0,0 2-1,1 1 126,1 1 0,3-1 0,3-4 0,0-1-114,0-2 1,0 2-1,1-4 1,1-3-109,0-2 0,2-1 1,-2-4-1,1-2-22,-2-2 1,0-6 0,-1-2 0,0-2-60,0-1 0,0-1 0,-2-1 1,-2-1-72,0 1 0,-2-1 0,-2-1 0,1 1 29,2 2 1,-2 1 0,2 5-1,-3 1 326,0 1-453,-3 5 0,1 1 0,-2 6 0,0 2 221,2 2 0,1 4 0,1 0 0,1 3 74,2 3 0,-1-1 0,2 3 0,1 0-21,-1 0 0,1 2 0,2-1 0,-1-1-210,0 1 1,3-2 0,-4-5-1,3-2-310,0-2 1,0-5 0,0-1 0,0-3-166,0-3 0,-3-2 1,0-6-1,-1-2 602,0-2 0,-2-1 0,2 0 0</inkml:trace>
  <inkml:trace contextRef="#ctx0" brushRef="#br0" timeOffset="8">7455 49 7971,'-8'0'47,"0"0"0,3 0 0,0 1 257,-2 2 1,4 5 0,0 6 0,2 5 163,1 5 0,1 5 0,1 8 1,1 4-145,2 2 0,-3 5 0,1 2 1,0-1-199,0-3 0,-1-8 0,-2-1 0,0-7-323,0-6 0,1-3 0,1-6-11,1-2 0,0-5 0,-1-6-228,1-4 1,-1 1 0,-2-5 0,0 0-161,0-1 0,0-1 0,0 0 0,0 0-830,0 0 1426,0 3 0,-3-5 0,-2 1 0</inkml:trace>
  <inkml:trace contextRef="#ctx0" brushRef="#br0" timeOffset="9">7255 418 7971,'18'-3'0,"1"-3"0,-1 0 377,-1 1 0,2-2 1,2 5-1,1-1 1,2-1 1,-1 4 0,2-3 0,-2 2-350,-4 1 1,-3 0 0,1 0 0,-2 1-597,-2 2 1,-4-2 0,-5 5 566,0 0 0,-1 1 0,-3 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1:37:37.37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2699 177 7831,'-7'-13'90,"-2"0"1,-2 0-1,-2 0 1,-1 0 0,-3 0-1,-2 2 1,-4 0 148,-1 2 1,-6-2 0,-3 2-1,-3 1-198,-2-2 1,-5 3-1,-3-1 1,-4 2 181,-3 2 1,-4 2 0,-3 0 0,-3 2 73,-1 0 0,-4 0 1,-6 2-1,-2 3 20,2 1 1,1 3-1,-2 2 1,-2 1-201,-3 1 0,7 0 1,-5 1-1,3 1-34,0 3 1,-2 1 0,-2 2 0,1 2 34,2 0 0,3 2 0,2 2 0,1 2 100,3 1 1,4 1-1,5 1 1,5 2-39,5 0 1,4 3 0,2 2 0,2 0-185,3 0 0,7 2 1,4 2-1,4-1-97,4 3 0,6-3 0,6 1 1,5-1 16,5-1 1,7-1 0,5 0-1,6 0 51,6-1 1,6-4 0,8 1 0,4 0 210,6-2 0,1-3-52,6 0 1,4-4 34,7 2 0,5-3 0,5 0 0,5-2 29,3-2 1,2-5-1,3-2 1,4-1-133,-46-7 0,0-1 0,46 4 1,-47-5-1,0-1 0,49 2-49,0-1 1,-48-4 0,0 1 0,0-2-1,1 0 1,-2-1 0,0 1-34,46-2 1,-1-3 0,-3-3 0,0-4-158,1-2 1,-10-2-1,0-3 1,-5-2 111,-3-1 0,-1-5 1,-5-4-1,-3-2-17,-8-2 0,-4-4 0,-4 0 1,-3-4-13,-5-2 0,-8 0 1,-8-1-1,-7 0 296,-5 1 1,-7-2-1,-5 1 1,-5-1 180,-6 2 1,-7 1 0,-8-2 0,-2 1-106,-5-1 0,-3 6 1,-7 2-1,-4 3-118,-5 0 1,-2 2 0,-7 4 0,-4 0-248,-3 4 0,-2 4 0,-6 4 0,-4 1-286,-6 2 1,2 5 0,-5 3 0,2 3-113,1 1 1,2 2 0,2 2 0,5 1-366,8 3 0,7-1 1,6 5-1,5 0-628,4 3 1,8 1 1481,7 3 0,2 0 0,2 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1:37:46.43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60 501 8311,'6'-10'1461,"-3"0"-818,-2 0 1,-1 10 0,0 7-1,0 8-273,0 3 0,0 7 0,0 2 0,0 2-167,0 1 0,1 3 1,2 1-1,0 1-138,-1-1 0,-1 3 0,-1-3 0,0-3-433,0-4 0,0 0 0,0-6 0,0-3-1336,0-2 815,0-7 0,0-7 889,0-9 0,-4-4 0,-2-9 0</inkml:trace>
  <inkml:trace contextRef="#ctx0" brushRef="#br0" timeOffset="196">40 261 9012,'-1'-10'301,"-2"0"0,-3 0-1016,-4 0 0,4 5 0,0 2 472,2 6 0,0-1 0,4 4 0,0 2 243,0 1 0,0 1 0,0 0 0,5 0 0,0 0 0</inkml:trace>
  <inkml:trace contextRef="#ctx0" brushRef="#br0" timeOffset="666">250 532 8311,'0'10'-198,"0"1"1,0 2 555,0 4 1,0-1-1,0 3 1,2 4-48,1 1 0,-1 3 0,4 3 0,-1-1-131,1-3 0,-3 1 0,3-6 1,-1-3 539,1-2-557,-4-3 0,6-13 1,-5-7-1,-1-7-116,0-5 0,-2-2 1,0-2-1,0-1-116,0-2 0,0 0 0,1-4 1,1 1-103,1 2 0,2-2 0,-2 4 1,3-2-82,-1 0 1,4 6 0,-2 0 0,2 4 35,1 3 0,0 2 1,0 5-1,0 3 228,0 3 0,1 1 0,1 3 0,1 3 112,0 8 0,-2 8 0,-2 5 1,-2 4 175,0 5 0,-1 1 0,0 7 0,-1-3-93,-1-1 0,-3-4 0,4 0 1,-2-1-394,0-3 1,4-6 0,-2-3 0,-1-5-1886,1-5 684,2-6 0,-6-11 1387,3-6 0,1-6 0,1 0 0</inkml:trace>
  <inkml:trace contextRef="#ctx0" brushRef="#br0" timeOffset="1030">721 572 8311,'-1'-9'398,"-1"1"10,-2 1 0,0 5 0,2 0 0,-2 4 2,2 5 0,1 6 1,1 5-1,0 4-198,0 5 1,0 3-1,0 3 1,0 5-33,0 4 1,0 4 0,0 4 0,0-1-185,0-2 0,0-3 0,0-5 0,0-3-427,0-6 0,1-6 1,1-7-278,2-4 0,-1-8 0,-3-8 21,0-6 0,0-4 0,0 0 0,0-4-74,0-2 0,0 2 761,0 1 0,0-5 0,0-5 0</inkml:trace>
  <inkml:trace contextRef="#ctx0" brushRef="#br0" timeOffset="1331">631 592 8311,'0'-14'9,"0"1"0,0 0 0,0 3 1,1 0 187,2-1 0,4 1 0,6 0 0,4 0 23,2 0 1,2 0-1,1 0 1,3 2-38,0 1 1,2 2-1,2 5 1,-1 3 18,-1 3 1,-5 5 0,0 11 0,-5 2-61,-7 6 1,-1 1 0,-6 6 0,-2 1 48,-3 1 0,0-5 0,-6-3 1,-2-4-8,-2-3 1,-3-1 0,2-7 0,-3-2-256,1-3 1,-3-2 0,3-3 0,0-2-427,-3-3 0,2-6 0,1-1 0,0-3-288,3-1 0,1-3 0,2-2 0,1 1-128,2-1 1,3 2 912,0 3 0,-2-5 0,-1 0 0</inkml:trace>
  <inkml:trace contextRef="#ctx0" brushRef="#br0" timeOffset="1831">1091 481 8311,'0'-10'160,"0"0"0,-1 0 187,-2 0 0,2 6 0,-4 4 1,2 7-133,0 5 0,-1 0 0,4 6 0,0 2-125,0 2 0,0 6 0,0-1 1,2 2-41,1 1 0,1-4 1,4 1-1,-1 1-99,1 1 0,0-7 0,2-2 0,-1-2-64,-2-3 0,2-3 0,-2-7 0,2 0 138,1-3 1,-4-7 0,0-5 0,-1-5-13,1-4 1,-3-1 0,3-1 0,-2-3-39,-2-2 0,3-1 0,-2-1 0,-1-1-65,0 1 1,-1 1-1,1-3 1,1-1 28,0 1 1,-2 8 0,-1 3 174,0 4 0,1 7-126,2 8 1,-1 5 0,4 9-1,-1 4 112,1 4 0,-3 3 1,3 6-1,-1-3 13,1-1 1,-3 2 0,4-2 0,1 1-242,1-2 1,1-1-1,0-5 1,0-1-287,0-3 0,-4-2 1,1-8-1,1-2-80,1-3 1,1-2 0,0-3-1,-1-2 494,-3-3 0,3-6 0,-3 0 0,4-5 0</inkml:trace>
  <inkml:trace contextRef="#ctx0" brushRef="#br0" timeOffset="2129">1612 1 8749,'0'15'0,"0"6"418,0 4 0,0 10 0,0 6 0,1 8-234,2 6 1,-1 3 0,1-1-1,-2-4-273,-1-2 1,0-5-1,0-4 1,1-5-88,3-7 1,-3-4 0,2-7 0,-1-3-1804,2-2 1384,-3-8 1,3-2-1,-5-8 595,-2-2 0,-3-3 0,-4-1 0</inkml:trace>
  <inkml:trace contextRef="#ctx0" brushRef="#br0" timeOffset="2363">1432 451 8311,'3'-10'300,"1"0"1,-1 0 221,1 0 1,3 4 0,6-1 0,5 0 13,4 2 0,5-3 0,5 5 1,2 0-110,-2 2 1,0 1 0,0 0-1,1 0-352,-4 0 1,-4 0-1,-5 0 1,0 0-728,0 0 1,-4 1 0,-3 2-1445,-2 0 1,-1 0 2095,0-3 0,5 0 0,0 0 0</inkml:trace>
  <inkml:trace contextRef="#ctx0" brushRef="#br0" timeOffset="3212">2283 752 8311,'-9'-16'500,"1"4"554,1 4 1,5 3-607,-1 1 1,2 4-1,2-1-169,2 3 0,3 6 0,5-2 0,1 0-34,1 1 1,9 0 0,-1 3 0,3 1 0,4 2 1,5-2 0,5 4-1,5-1-70,3 3 0,4-1 0,5 0 0,4 2-228,3 1 0,9 3 0,-2-1 0,0-2-19,-1 0 0,-6 0 0,3 0 0,-2-1 120,1-2 1,-4-2 0,-5 1-1,0 0 47,-3-3 0,-1-1 0,-2-1 0,-2 1 28,-4 3 0,-5-7 0,-2 3 1,-2-1-73,-1 0 1,-3-2-1,-4 0 1,-4-1-92,-4 0 1,0-1 0,-5-2-208,0 0-69,-7 0 0,-1-2 0,-6 2 8,-3 0 1,2 0-1,-5-3-242,0 0 0,-2 4 0,-1-1-579,0-1 0,0-1-366,0-1 1,0 0 1493,0 0 0,0 0 0,0 0 0</inkml:trace>
  <inkml:trace contextRef="#ctx0" brushRef="#br0" timeOffset="3680">3825 972 8292,'4'-10'613,"-3"0"783,2 0-912,-6 4 1,1 2-203,-5 4 0,5 1 1,0 1-110,4 2 1,2 3 0,4 0 0,-1 2-106,1 1 0,2 0 1,2 1-1,2 1-47,2 2 0,-3 0 0,3 0 1,-1 1 30,1 1 0,-4 3 1,2-3-1,-3 3 87,-1 1 1,-1 0 0,-2 0 0,-1 0 205,-2 0 0,-1-3 1,-7-1-1,-2-2 126,-3-2 1,-1-1 0,-1-1 0,-2 0-40,0 0 0,-5 3 1,2-2-1,-2-2-246,1 0 1,-1-1-1,4 1 1,-1-1-377,1-1 0,1-5-3851,3 1-1355,4-1 5396,2-2 0,8-5 0,2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1:25.2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 98 7912,'8'-9'1114,"-4"2"-571,-3 3 0,0-1-303,3 5 1,-1-4 0,5-1 0,2 3-41,1 1 0,7 1 1,1 0-1,6-2-88,4-1 1,-2 2 0,7-4 0,-1 3-102,4 2 1,-5 0-1,-1 0 1,-1-1-38,-3-3 0,-6 3 1,-4-4-731,-4 4 253,0 1 1,-8 0 0,-5 0 14,-7 0 1,-4 1-1,-1 3 1,-1 0-152,1-2 0,0-1 0,0-1 639,0 0 0,-1 7 0,1-1 0</inkml:trace>
  <inkml:trace contextRef="#ctx0" brushRef="#br0" timeOffset="452">591 23 7912,'1'-6'4,"3"2"0,-2 1 415,2-1 1,-4 3-226,-4-3 1,-2 8 0,-4 3-1,3 2-68,-3 3 0,-5 0 0,-2 7 1,-3 4-29,-2 0 1,-5 7 0,-4 3 0,-4 4-70,-3 4 1,-2-1 0,2 5 0,0-2-13,1-3 0,3 0 0,9-12 0,1-1-162,5-6 1,2-3-183,9-5 0,3-6-501,5 2 438,0-6 1,0 0-1,0-6-338,0-6 1,3-1 727,1-3 0,6-5 0,-4-1 0</inkml:trace>
  <inkml:trace contextRef="#ctx0" brushRef="#br0" timeOffset="850">702 73 7825,'11'-9'0,"-1"3"-81,-3 1 0,-3-3 285,5 4 1,-5-5-30,4 5 1,-5 2-1,-1 4 1,-4 3 25,-6 3 1,-3 1 0,-1 5 0,-2 5 16,-2 0 1,-2 2 0,-4 4-63,-4 5 1,-3-4 0,2 6 0,-3-1 0,-2 0-38,-2 4 1,-2 0 0,1 2 0,2-1-170,4-3 1,5-3 0,2-5-1,3-2-75,1-3 0,1 1 1,6-7-1,2-5-89,1-2 0,4 1-421,-5-3-27,7-2 0,-3-4 76,5-3 1,1 1-1,3-5 586,5-2 0,-5 5 0,8-6 0,-6 4 0</inkml:trace>
  <inkml:trace contextRef="#ctx0" brushRef="#br0" timeOffset="1185">0 775 7912,'9'0'-1543,"-1"0"1857,1 0 1,-1 0-1,-1 0 1,3 0 79,1 0 1,2 0 0,0 1-1,4 2-139,2 0 1,10 2-1,6-5 1,3 0-61,4 0 1,4 0-1,-2 0 1,5 0-85,-1 0 1,-4 0 0,-3 0 0,-4-2-131,-4-2 0,-3 2 0,-11-5-621,-2 1 0,-5 1-998,-3 0-141,-4 4 1779,-5-4 0,0 0 0,0-2 0</inkml:trace>
  <inkml:trace contextRef="#ctx0" brushRef="#br0" timeOffset="1733">862 688 7626,'-6'-6'325,"5"-6"0,-4 12-31,5 0 0,0 8 1,0 8-1,0 4-26,0 4 0,0 5 1,-1 6-1,-3 3-120,0 3 1,-3 1-1,0-2 1,2 1-244,-1-1 1,2-3-1,4-5 1,0-3-278,0-3 1,0-6-168,0-4 1,4-10-1,1-7 127,-2-10 1,-2-2 0,-1-4 0,0 0 411,0-4 0,0 3 0,-5-11 0,-3 3 0</inkml:trace>
  <inkml:trace contextRef="#ctx0" brushRef="#br0" timeOffset="2015">812 700 7912,'13'-5'-89,"-1"0"0,1-5 1,-1 2 33,1-1 0,-2 1 1,1 2-1,2-1 326,2 1 1,-2 2 0,5 0 0,-3 4 60,0 4 0,-1 3 0,-5 6 0,-4 0-100,0 4 0,-2 1 1,-5 6-1,-2-2-23,-2-2 0,-8-1 1,1 3-1,-1-3-269,-1 0 0,0-3 1,-1-4-1,-2 1-456,2-1 0,1-6 0,2-2 0,1-3-224,-2-1 1,2-1-1,1-3 740,3-4 0,3-2 0,-1-3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31:30.5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50 535 7004,'1'7'188,"3"-3"0,-2-3-144,7-1 0,-5 0 0,4 0 9,1 0 1,2 0-1,2 0 1,0-1 13,4-3 0,-4-2 0,3-3 1,-2 1-22,-1-2 1,-1 3-1,0-1 1,1 0-73,-1 1 1,-4-2 0,-1 3 0,-2 0-35,-1-4 0,-3 3 43,-1-1 1,-1 0 0,-4 1 1,-2 3 1,-1-2 0,1 2 0,-3 2 8,-2 0 1,-4 2 0,0 0 0,1 0 75,2 0 0,-1 2 1,-1 0-1,-3 3 15,4 3 1,0-1 0,1 4-1,2 0-29,-1 2 0,-1-3 0,2 6 0,1-2 45,3-2 0,3 4 0,0 2 0,3-1 56,1 2 1,0 2 0,1-1-1,3 0-54,5 1 1,2-2 0,1 0 0,1-1-37,-1-4 1,-1-4 0,2 0 0,1-3-55,2-2 1,0-1 0,4-4-1,1 0-213,-2 0 0,3-4 0,-5-1 0,1-2-266,-1-3 0,1 3 0,-7 0 0,0 1-329,-2-2 0,1 4 795,-7-3 0,7-2 0,-3-3 0</inkml:trace>
  <inkml:trace contextRef="#ctx0" brushRef="#br0" timeOffset="632">516 486 7912,'-1'-8'-301,"-3"0"1,2 4 0,-7 1 0,2 0 592,-1-1 0,-3 3 1,4-4-1,-5 4-174,0 1 0,0 4 0,-1 2 0,1-1-89,0 1 1,1 3-1,1-1 1,2 2 13,-1-2 1,1 3 0,2-2-1,0 1-33,3 2 0,2 1 0,1-1 0,0 1 5,0-1 1,6-1-1,2-2 1,3-2-5,2-2 1,-1-1 0,0-4 0,2 0 28,2 0 0,-2 0 0,2 0 0,-2-1-32,-2-3 1,1 2-1,-3-7 1,0 0-38,-2-2 1,0-1 0,3-1-1,-2 1-18,-6-1 0,2 1 0,0-1 86,-2 2 1,2-1 57,0-1 1,-3 6-95,-5 3 1,0 8 0,-1 4 0,2 4 102,-2 0 1,3 6 0,-4 3-1,4 6 64,1 7 1,-4 1 0,0 3 0,0 3-44,3 4 1,-2 2 0,-1-1 0,0-2-7,3-2 1,1-6-1,0-7 1,0-3-89,0-1 0,0-7-347,0-1 0,0-10-121,0-7 0,0-6 1,-1-7-193,-3 1 1,1 1-1,-4-2 1,2 1 626,2-1 0,-4-4 0,1-3 0</inkml:trace>
  <inkml:trace contextRef="#ctx0" brushRef="#br0" timeOffset="1249">689 486 7912,'-1'-7'-278,"-3"3"1,1-1 488,-5 0 0,6 3 1,-5 5-1,4 6-89,-1 2 1,-2 2 0,3 0 0,0 2-20,-1 1 0,3 7 0,1-3 0,0 2-45,0-2 0,0 2 0,1-4 0,3-1-129,-1 2 0,7-3 1,-2-3-1,3-3 28,1-2 0,1 2 0,-1-6 1,1-2 3,-2 0 1,1-4 0,1-1-1,-1-6-91,1-2 0,-2-3 1,-1-1-1,-3-2-4,3-2 0,-1 3 1,1-5-1,-3-2 31,-2 1 0,4 1 0,-5 2 1,-2 2 247,-1 2 1,4 1 76,-1 2 1,-1 4-126,-7 4 1,1 4 0,-4 4 45,2 5 1,0 2 0,5 0 0,0 2 54,0-1 0,0 2 0,0 1 0,0 2-74,0-2 1,0 0 0,0 0 0,0 1-193,0-1 0,1-1 0,3-2-289,0 1 1,6-2 0,-3-4-126,4-3 0,-2-1 0,-1-3 0,1 0 482,3 0 0,0 0 0,-1 0 0</inkml:trace>
  <inkml:trace contextRef="#ctx0" brushRef="#br0" timeOffset="1752">1181 474 7368,'-1'-11'-1069,"-2"1"1445,-1 2 1,-2 1 0,4-2-1,-3 2-147,-3 2 0,1 0 0,-6 7-83,1 2 0,-1-2 0,1 7 0,-1 0-31,1 2 0,5 3 1,-2 1-1,1 1-34,1-1 1,-2 3-1,4 0 1,3-1-80,1 2 1,1 1 0,0-4-1,1 0 23,2 3 1,5-6 0,4 4 0,1-4-37,-2 0 1,1-2-1,1-4 1,1-3-86,2-1 0,-6-3 1,2 0-1,-1-3 66,1-1 1,-1-2 0,0-6-1,-2-2-77,-6-2 0,4 1 0,-4-5 0,0 1-51,-2-1 1,-1 4 0,0-2 0,0 0 94,0 2 0,-4 2 0,-2 3-23,0-1 1,2 4 90,-5 4 1,7 4-1,-2 4 123,2 5 0,2 3 0,0 3 0,2 1 71,2-1 1,-2 3 0,7-1 0,0-1-111,2 2 1,-2-4 0,-2 2-1,3-3-278,1 0 0,1-1 0,-4-1 0,1-3-284,1-3 1,-4-4 0,3-1-240,0 0 1,1-6 711,-2-2 0,2-8 0,-2-4 0</inkml:trace>
  <inkml:trace contextRef="#ctx0" brushRef="#br0" timeOffset="2084">1440 18 7912,'6'-6'184,"-5"-5"1,4 11-1,-5 0 4,0 6 1,0 10 0,0 6 0,0 4-50,0 6 1,0 4-1,0 13 1,-1 5 14,-3 5 0,3 3 1,-5-2-1,2-3-284,0-3 1,-1-7 0,5-5 0,0-6-212,0-8 0,0-7 0,1-10 23,4-4 1,-3-3 0,1-8 0,-1-3 28,-2-4 1,0-3-1,0-1 1,0-4 288,0 1 0,-5-2 0,-3-5 0</inkml:trace>
  <inkml:trace contextRef="#ctx0" brushRef="#br0" timeOffset="2283">1243 412 7912,'12'0'119,"1"-4"0,-1 0 0,0 2 172,0 0 0,2-3 0,3 2 0,3 0-84,4 2 1,-1 1-1,2 0 1,0 0-275,0 0 0,-1 0 0,-3 0 0,-3 0-334,1 0 1,-3 0-1,-3 0 1,-1 0-352,1 0 1,-6 0 751,2 0 0,-2 0 0,6 0 0</inkml:trace>
  <inkml:trace contextRef="#ctx0" brushRef="#br0" timeOffset="2550">1711 388 7231,'0'12'0,"0"0"-155,0 0 0,0 0 0,0 1 1,0-1 646,0 1 1,0-1 0,-1 2 0,-3 1-272,0 1 0,0 6 1,3-3-1,-1 2-310,-3-1 0,1-4 0,4 4 0,0-2-549,0-3 1,0-5-916,0-3 1553,0-5 0,0 5 0</inkml:trace>
  <inkml:trace contextRef="#ctx0" brushRef="#br0" timeOffset="2699">1673 179 7912,'-3'-13'-681,"-2"1"676,2 0 1,2 3 52,1 1 1,0 7-1135,0 1 1086,0 5 0,6 8 0,0-1 0</inkml:trace>
  <inkml:trace contextRef="#ctx0" brushRef="#br0" timeOffset="3250">1957 424 7912,'-5'-7'0,"0"-2"-386,-2-1 0,3 0 1,-5-1-1,2 1 680,-1 2 0,-2 5 0,2-1 1,-3 3-51,-2 1 0,1 1 0,0 3 0,0 4-184,0 4 1,3 0 0,1 2-1,-2 2 25,-1 4 0,5 0 0,0 0 0,2 2 22,0 0 1,-1-1 0,5-1 0,2 2-31,3-4 0,1 5 1,7-6-1,2 0-59,2 2 0,6-6 1,1-7-1,3 1-157,1-1 0,-2-3 1,-4 1-1,1-7 69,-4-1 1,-4-9 0,3 0 0,-5-2-37,0-2 1,-7-3-1,-2-4 1,-3 0-98,-1-1 0,-1 0 0,-3 1 0,-2-1-109,-2 0 0,-6 0 0,1 3 132,-1 1 1,1 5-1,0 7 1,1 5 179,-1 3 0,6 1 0,-2 0 0,2 0 0,-6 0 0</inkml:trace>
  <inkml:trace contextRef="#ctx0" brushRef="#br0" timeOffset="3749">2227 412 6369,'9'6'254,"-2"1"0,-4 1 0,3 0 0,-2 1-159,0 2 1,0 2-1,-4-1 1,0 2 190,0 2 1,0 2-1,0 4 1,0-2-85,0 2 1,-4-4-1,-1-1 1,0 0 36,-2 0 1,4-1-302,3-4 0,0-7 1,0-5-14,0-6 0,1-6 0,3-3 0,3-3-100,-1-2 0,5 0 1,-2-4-1,2-3-126,1-1 1,0 2 0,0-3 0,1 3 35,-1 1 1,1 6-1,-1 2 1,1 0 225,-1 0 0,-1 7 0,0 4 1,-1 2 136,-2 1 0,1-1 0,2 9 0,-1 4 149,-3 6 1,-3 0 0,3 6 0,-2 2 61,-1 5 1,-1-2 0,-1 2-1,2 0-161,-2 0 1,1-1-1,-3 1 1,0-4-288,0-3 0,0-4 0,0-4 1,1-2-447,3-4 1,-3 2 16,3-9 1,-3-2 0,2-11 567,0 1 0,-1-6 0,2-1 0</inkml:trace>
  <inkml:trace contextRef="#ctx0" brushRef="#br0" timeOffset="4152">2732 338 7912,'-12'0'-145,"3"4"0,0 1 199,1-3 0,-3 3 1,-2 2-1,1-2 239,-1 0 1,1 3 0,1-3 0,-2 3-162,1 2 1,3 0 0,3 2-33,0 0 0,2 1-193,4-1 1,5 0-1,3-5 1,5-2 47,3-4 1,-1 0 0,6 2-1,-1 1 69,-1-1 1,3 0 0,-4-1 0,0 3 110,0 3 0,2-2 0,-3 4 0,-3 0 95,-6 4 1,2-1 0,-6 6 0,-1 0 62,-1 1 1,-2-2 0,-2 5 0,-2-5-125,-4 1 0,-3 1 0,-1-4 0,-1-1-126,1-1 0,-1-6 0,0-1 0,-2 0-347,-1-1 0,-1-2 0,5 0 0,-2-3-563,-2-1 1,1-4-1,-5-2 867,3 0 0,-6-8 0,5-6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1:41:49.9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859 9 7280,'5'-4'2710,"-2"3"-2471,-3-2 0,0 3-85,0 3 0,0 2 0,0 3-47,-3 0 0,2-3 0,-2 1 0,2 0-21,1 1 1,0 1 0,-1 0 0,0 0-120,-2 1 1,0 1 0,3 2-1,-1 0 28,-1-1 0,1 4 1,-2-2-1,2 3 90,1 0 0,-3-1 1,1 0-1,0 0 35,1-1 1,1 3 0,0-3 0,0 1-46,0 1 0,-3 3 0,1 0 0,0-1-71,1-1 0,0 0 0,-1 0 0,0 1-5,0 1 1,-2-1 0,1-1-1,2-1-12,0 0 1,-2 0 0,0 0 0,1 1 10,2-1 0,0 0 0,0 0 0,0 0-11,0 1 1,-3 2 0,0 0 0,0 1-1,0 0 0,1 3 0,-2-2 0,-1 2-12,1-2 0,2 3 0,-2-3 0,1 2 3,1-2 0,-4 2 0,4-4 0,0 0 21,1 0 1,-2 1-1,1 3 1,0-2 6,1 2 0,-2 0 0,0 2 0,-1-1-19,0 0 0,-1 1 1,1 2-1,0 0-30,-2-1 0,1 2 0,1-1 0,-1-1 6,1-1 1,-1-4 0,-1 2 0,0 1 33,0 2 1,0-1 0,-1-4-1,2 2 17,-1 0 1,-1 4 0,-2 1 0,1 0 79,0 0 1,-3 0 0,1-1-1,0 2-46,1-1 0,-2 3 0,0-3 0,1 0-72,1 0 1,1 2 0,0-1 0,0 0-10,0-2 1,0-1 0,0 0 0,0 1 11,-1-1 1,1 0-1,0 1 1,0 0 7,0-1 0,0 2 0,0-1 0,1-1 15,1-1 0,-1-1 0,2 1 0,-3 1 7,0 1 0,3 0 0,0-2 0,-2-1-15,0 0 0,2 0 0,-1-2 1,1-1-10,0-1 0,-2 1 1,3-1-1,-1 0 11,2 0 0,0-1 0,-1-3 1,1 0-38,-1 0 1,-1 2-1,1 0 1,-1-1 11,-1 1 1,2 0 0,-2-1-1,1-1-9,0 0 0,-1 0 1,2 0-1,1 1 4,-1-1 0,-1-1 0,2-1 1,1-3 19,1 1 0,-1-3 1,-1 3-1,1-1 4,1-1 0,0 1 0,0-2 0,-2 1 1,1 1 1,1 0 0,0-3-1,0 0 17,-2 0 0,0 0 0,2 0 1,-1 0-4,0 0 1,-1-2 0,3-1 22,0 2 0,-3 0 0,1 1-19,0 0 0,-2 0 1,2 0-1,-1 0-3,-1 0 0,3 0 0,-2 1-4,-1-1 1,3 0-22,-1 0 1,1-3-62,1 1-199,0-5-413,0 3-297,0-4 0,-4-7 1,0-2-1</inkml:trace>
  <inkml:trace contextRef="#ctx0" brushRef="#br0" timeOffset="558">25 3217 6455,'-8'-5'1269,"2"-1"203,1 3-1149,3 1 0,-1 3-189,3 1 1,2 3 0,2 3 0,-1 1-102,1 2 0,1-1 0,-1 2 0,0 1-81,-1-1 1,3 1 0,-3 1 0,2 0 7,1 0 0,-1-1 0,-1 0 0,1-2 60,-1-1 1,1-1-1,1-1 100,-1 0 1,1 0-1,2-3 140,0-2 0,0-3 0,0-3 0,0-3 97,0-4 1,3 0 0,1-4 0,0 0 62,3-1 1,-3-4 0,2 0 0,0 1-7,2 1 1,-3 1 0,0 2 0,-2 1-280,-1 2 0,-2 0 0,-1 4 1,-3 0-755,0 2-1090,-2 3 228,-2-1 1,4 10 0,1 2-1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50:53.2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4189 6421,'-4'3'1417,"2"-2"-886,0 1-137,1-1 177,-1 2-15,2-3-473,0 3 1,2-3 0,2 0-1,1 0 0,-2 0 0,1 0 0,0 1 6,0 1 1,2-1 0,0 1 0,0-1-21,1-1 1,2 0 0,-2 0 0,2 0-42,0 0 1,3 0 0,0 0 0,1 0 4,-1 0 0,0 0 0,2 0 1,0 0 8,-1 0 0,2-1 0,-2 0 0,0-2 9,2 2 1,0-2 0,0 0 0,0 0-4,-1 1 1,0-1-1,2 1 1,-1-1-34,2 0 1,-2 1 0,-1-2 0,0 1 9,1-1 0,1 0 1,-2-1-1,0 2 17,-1 0 0,0-1 1,-1 1-1,1 0 3,0 0 0,0-2 0,-3 1 0,0-2 39,1 0 0,0 2 0,-2-1 0,1 0-7,-1 0 0,-1-4 0,2 1 0,-2 0 54,-1 1 1,2-2 0,-2 0-1,0-1-23,1 1 1,-3-2 0,3 0-1,-3-1 0,0-1 0,1 0 0,0 0 0,0-1-25,1-1 0,0-3 1,-3 3-1,1-2 13,-1 0 1,-1-2 0,2 0 0,0 0 5,-2-1 0,1 1 0,-1-1 1,-1-1-34,1 0 1,0-1 0,-1 1-1,-1-3-83,2-1 0,-2-3 0,2 1 0,0-1-61,0 2 0,1-2 1,1-3-1,0-2 11,0-1 1,0-2 0,1 1-1,0-1 50,-1-1 1,2-1-1,-5 0 1,2 1 82,-3-2 0,2 2 1,-2-4-1,1 0 3,-2 1 0,0-3 1,0 1-1,0 0-50,0-1 1,0-3-1,0 1 1,0 1-9,0-1 1,0-2 0,0-2 0,0-1-20,0 1 0,0-2 0,0 2 1,1-1 0,1-2 1,-2 0 0,2 0-1,-1 0 15,-1 0 0,0 0 0,0-4 0,0 0 44,0 1 1,-1 1-1,0 2 1,-1 0 36,1-2 1,0-1 0,-1 3 0,0 2-11,0-1 0,0 0 0,-1-1 0,2 0-122,-1 1 1,0-1 0,2 5 0,0 0 9,0-1 0,1 1 0,0-1 0,1 3 12,-1 1 0,0 3 0,1 0 0,0 0 48,-2 0 1,1 4 0,-1 2 0,0 3 81,0 0 0,-1 0 0,1 2 0,-2 2-29,0 2 0,0 3 0,0 0 0,1 1-65,0 1 1,1 3 0,0 2-1,-1 0-15,-1 2 0,1 1 0,1 2 0,0 1-47,0 0 0,0 2 0,0 1 1,0 1-67,0 0 0,0 1-587,0 1-727,0 3-2694,0-2 2747,0 8 1,-1-2 466,-1 3 1,0-4 903,-1 0 0,0 2 0,-3-1 0</inkml:trace>
  <inkml:trace contextRef="#ctx0" brushRef="#br0" timeOffset="631">779 59 7914,'-1'-4'495,"-3"1"1,-1 4 0,1 1-313,1 2 1,0 2 0,-1 1-1,0 1 32,0 1 1,0 2 0,-2 0-1,1 1-99,0 1 1,0-1-1,-1-1 1,1 0-68,0 0 1,2-1-1,0-2-141,1-1 143,2-3 1,-2-2 0,3-4-1,2-3 8,-1-3 1,0 0 0,2-2 0,-1 0 36,0 0 0,1 0 0,0-1 1,-2 0 3,1 0 0,-1 1 1,1 0-1,1 0-40,-1 0 0,-1 1 1,0-1-1,0 1 24,-1 1 0,3 1 1,-3 1-1,1-1-75,0 1 1,1 2 0,1 0 0,-1 1 65,1 2 1,1 0 0,0 1-1,2 1 113,-1 1 0,1 1 0,1 5 0,0 0 155,1 3 1,0-1 0,0 1 0,2 2-74,0 1 0,-1 1 1,1-1-1,-1 0-84,-1 1 1,0 0-1,-2-3 1,1-1-281,-2 0 0,0-3 1,-3 1-426,2-2 0,-1-4-1668,-1-1 323,-1-1 0,0-2 1864,-2-1 0,0-1 0,0-4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50:55.9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39 488 7900,'0'-10'97,"0"0"0,0 3 0,0-2 281,0 1 1,0 3 0,0 1 202,0-1 1,0 2-383,-3 1 0,2 2 0,-3 3 0,1 2-28,-1 3 1,2 4-1,-2-1 1,0 3-60,0 1 0,-1 2 0,3 1 1,1 0-137,0 1 1,1 1-1,0-1 1,0-1-6,0-1 0,3 1 0,2-4 1,2-1-105,1-1 0,4-7 1,-2-1-1,0-3 77,1-1 1,0-1 0,1-3 0,-1-3 117,-3-2 1,1-2 0,-1-2-1,-1-1-14,-2-1 1,-2 0 0,2 2 0,-3 0-67,-2 0 0,2 0 0,1 0 0,-2 1-26,0 2 0,-1 0 1,0 4-8,0 0 1,0 3-9,0 3 0,0 5 1,0 4-1,0 1 69,0 1 0,2 1 0,1 1 0,1 0-62,3 0 1,0 0-1,3-1 1,0-1-60,0-3 0,2-1 0,2 0 0,1-2 275,-1 0 1,0-2 0,-2-4-1,2-1 18,1-3 0,-4-3 0,1-3 1,-1-1 22,-1-1 1,-2 0 0,0-2 0,-2 0 35,-2-2 0,-3 3 0,1-2 1,-2 1-167,-2 0 0,-1 0 0,-4 3 0,-1 1-252,-1 0 1,-2 3 0,1 0 0,-1 1-188,0 0 0,4 4 0,-2 0 0,2 1-560,0 0 1,1 0 0,0 2-152,2 2 0,1 2 1075,3 2 0,0 1 0,0-1 0</inkml:trace>
  <inkml:trace contextRef="#ctx0" brushRef="#br0" timeOffset="433">540 431 7900,'-6'-7'151,"1"1"1,1-1 13,-1 1 0,2 2 0,0 0 387,0 1 1,0 1-374,-4 2 1,1 0 0,0 1-1,0 1-78,0 2 1,1 3 0,-4 0 0,2 3-35,-2 0 0,2 3 0,-2 2 0,2 2-77,1 0 0,2 0 1,2 0-1,1 1-121,1 0 0,3 1 1,2-2-1,4-2 150,4-2 0,0 0 0,4-3 0,1-1 168,1-2 0,-2-4 0,0 0 0,1-3 43,0-3 1,-2-1 0,-1-4-1,-2-4 87,-2-2 1,-2 0 0,-3-3-1,-2-1-185,-2-1 0,-1 0 0,-2 0 1,-1 0-376,-2-1 1,-2 2 0,-1 1-1,-1 2 113,0 1 0,-3 4 1,2 2-1,2 1-882,0 3 1,0 1 0,1 4-428,-1 1 0,4 2 1439,1 2 0,1 3 0,1 1 0</inkml:trace>
  <inkml:trace contextRef="#ctx0" brushRef="#br0" timeOffset="801">764 424 7233,'-6'0'-110,"1"0"0,2 1 0,0 1 856,2 2 0,0 2 0,2 1 0,0 2-383,1 1 1,2 2-1,-1 2 1,1 0-84,1 1 1,-2 0 0,0-3 0,-1 0-32,0-2 1,0-2 0,-2 1 17,0-2 1,0-4-94,0-3 0,0-4 0,0-4 0,0-1-112,0-1 0,0-1 0,1-4 0,0 1-237,1-1 1,3 4-1,-1 0 1,0 0-102,0 2 1,3-3-1,1 4 1,1 0-257,0 1 1,0 0 0,3 1 0,-2-1 11,2 1 0,-1 2 1,1 2-1,-2 2-567,-1 0 1,0 2 1086,0 3 0,-2 3 0,2 2 0</inkml:trace>
  <inkml:trace contextRef="#ctx0" brushRef="#br0" timeOffset="1397">1021 116 7844,'-2'-3'298,"-1"3"1,1 6 0,2 6-1,1 3 56,1 4 1,0 3 0,2 4 0,1 3-128,1 3 1,2 3 0,1 3-1,-2-2-95,1-2 0,-3-5 0,0-4 0,-1-4-54,-1-3 1,1-7-231,-2 0 0,0-7 0,-2-5 46,0-4 1,2-2 0,1-4 0,0-1-186,0-3 0,2 2 0,-1-2 0,2 1 52,0 2 1,1-1 0,1 0 0,1 0 51,-1 0 1,-1 3 0,0 0 0,1 0-55,0 0 1,1 2 0,-2-1-1,1 0 7,0 0 0,1 1 0,-3 1 1,1 1-10,-1 0 1,-2-1 226,-2 1 0,-2 2 1,-2 2 17,-3 1 1,-1 6 0,-2 2 0,0 1 109,0 1 1,1 1 0,0 2-1,1-1 74,-1 0 1,1 1 0,0 2-1,1-2 189,1 0 1,3 1 0,-1 1 0,1 2 42,1 0 0,1-1 0,1 2 0,2 0 0,2 0 1,3 1 0,2-4-1,1 1-335,1-2 1,2-3-1,2-1 1,2-3-342,0-1 0,-2-3 0,0-4 0,-2-3-304,-1-3 0,-1-2 0,-2-3 1,-2 0-617,-2 0 1178,-1-2 0,1 1 0,-1-2 0</inkml:trace>
  <inkml:trace contextRef="#ctx0" brushRef="#br0" timeOffset="1814">1521 257 7900,'-6'0'35,"-1"0"0,1 0 159,-1 0 0,3 0 0,-1 0 0,-1 1 12,1 1 1,-3 1-1,4 2 1,-2-1 39,-1 1 0,2 1 0,0 0-130,0 1 1,4-1 0,0 1 0,2-1-109,3 1 1,3-2-1,1 0 1,4 0 31,2 0 0,2 0 0,3 2 0,-1 0-12,-1 1 1,-3 0 0,2 2-1,-2 0 210,-1 0 1,-2 1-1,-4 1 1,-2-1 238,0 0 1,-3-1 0,-3 1 0,-3-1-76,-2 0 0,-5-2 0,0-1 1,-3-1-413,-1 0 0,-2-1 1,2-2-1,0 0-366,0-1 1,-1-2-1,-1-3 1,2-2-452,1-2 0,4-1 1,2-2-1,1 0-366,0 0 1,4 0 0,1-2 1192,1 2 0,4-1 0,0-2 0</inkml:trace>
  <inkml:trace contextRef="#ctx0" brushRef="#br0" timeOffset="2134">1784 1 8102,'4'3'870,"-2"1"0,-2 2-437,0 0 0,0 6 0,0 3 0,0 4-128,0 2 1,0 5-1,0 4 1,0 0-342,0 0 0,0-2 0,0-4 0,1-2-567,1-2 0,-1-3 0,1-5 0,-1-2-829,-1-1 1,1-1 1431,1-4 0,-2 2 0,3-3 0</inkml:trace>
  <inkml:trace contextRef="#ctx0" brushRef="#br0" timeOffset="2316">1861 572 7900,'-2'4'457,"0"0"0,-1-2 0,1 1-136,0-1 1,-1 0-1162,1 2 1,1-2 839,-3 0 0,-1-4 0,-1-2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51:22.9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20 428 6579,'0'9'0,"0"2"233,0 4 0,0 4 0,0 7 0,-2 3 172,0 3 0,-1 0 1,2-1-1,-1 0-277,0-1 1,1-4-1,-1 0 1,0-5-198,1-3 0,0-2 0,1-4 0,1-2-750,1-4 1,-1-3 502,1-5 0,-2-5 0,0-3 0,0-2 316,0-1 0,0-3 0,0 0 0</inkml:trace>
  <inkml:trace contextRef="#ctx0" brushRef="#br0" timeOffset="368">1 421 7896,'6'-4'-341,"-2"0"0,2 0 0,-2-1 1,2 2 468,0 0 1,0-2 0,2 3 0,0-1 164,3 0 1,1 1 0,1 2 0,0 0-153,2 0 0,-1 3 0,1 2 0,0 2-40,0 1 0,0 6 0,-2-1 0,-4 3 2,-2 2 0,-1 0 0,-4 2 0,-2-1-33,-1 0 1,-5 0 0,-5 1 0,-1-3-101,-1-2 1,0 0-1,0-7 1,-2 0-74,0-1 0,0-1 0,3-2 0,-1-2-96,0-1 0,2-2 1,1-1-1,1-3-184,1-3 1,2-1 0,1-2 0,3 0-620,2 0 1002,0-2 0,-3 1 0,-1-1 0</inkml:trace>
  <inkml:trace contextRef="#ctx0" brushRef="#br0" timeOffset="918">373 11 8067,'2'-5'1,"0"1"0,3 3 1,0 0 209,0 5 1,4 1 0,-1 8 0,1 3 225,0 2 1,-1 4-1,3 5 1,0 4-47,1 5 1,-1 7 0,-1 2 0,-1 3-200,-1 2 0,-4-1 0,-2-3 0,-2-4-49,-5-5 0,1-6 1,-5 0-1,0-4 27,1-1 1,-3-4 0,3-5 0,0-2-337,1 0 1,0-3-1,1-1-1014,-1-2 1,1-5 0,-1-2-1688,1-1 2867,2-7 0,-1 2 0,1-6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51:20.5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77 103 7720,'2'-10'-197,"0"1"1,0 2 0,-2 1 2029,0-1-1296,0 4 0,0 0-388,-3 3 1,2 3 0,-3 1 0,1 2 44,-1 0 0,1 1 0,-2 2 0,0 2-49,0 3 1,0 3-1,-2 5 1,2 2-107,0 3 0,0 3 0,0 4 1,0 3-69,1 0 1,1 2 0,1-1 0,0-1-63,1-1 1,2-6 0,2-2-1,0-6-89,2-4 1,1-1 0,1-2-1,-1-2 39,0-2 1,3-3 0,-1 0 0,1-1-282,0 0 0,-1-1 0,2-1 0,-1-2-1387,-1 0 1809,-1-1 0,0-2 0,-1 0 0</inkml:trace>
  <inkml:trace contextRef="#ctx0" brushRef="#br0" timeOffset="850">295 398 7896,'4'0'176,"0"0"0,-2 3 0,0 2 1,-1 2-21,-1 4 0,0 2 1,0 1-1,0 2-32,0 0 0,0 1 1,0 0-1,0-2 12,0-2 0,0 0 0,0-1 0,0-1-11,0-3 0,0-3-32,3-3 0,-3-2 0,2-3 1,-1-3-57,-1-2 1,0-4-1,0 0 1,1-3-21,1-1 0,-1-1 0,1-3 0,-1 1-61,1-3 1,0 3 0,2 0 0,0 3 73,0 2 1,2 2-1,-3 2 1,2 2-57,-1 3 0,-2 0 0,2 3 0,-1 3-21,1 3 1,-1 2 0,2 3-1,-1 1 41,-1 2 0,1 2 1,-1 1-1,0 1-12,-1 1 1,1 1 0,-1-3 0,0 1 12,-1 0 0,2-2 1,-1-3-1,0-1 40,1-3 0,-2 0 0,2-3 5,0 0 1,-2-2 0,3-4 0,-1-3-49,1-3 1,0-2 0,2-4 0,1 0-33,-1-1 1,1-3 0,-1 1-1,1-1-36,-1 1 0,0 2 1,1 2-1,-1 1 68,1 1 0,-1 2 0,0 3 4,1 2 1,-3 1 0,0 4 0,-1 3 46,1 2 0,-3 5 0,1 0 0,-1 3 2,-1 1 1,0 0 0,0 0-1,0 0-130,0-1 0,1-1 1,0 0-1,1-1-88,0-1 1,-1 1 0,-1-4 0,0-1-772,2-2 0,0 0-787,2-3 1731,0 0 0,3-7 0,-1-2 0</inkml:trace>
  <inkml:trace contextRef="#ctx0" brushRef="#br0" timeOffset="1253">725 366 7229,'-7'-3'-135,"1"-2"0,2 3 0,-1-1 0,0 1 678,0 0 1,0-1 0,0 3 0,-1 0-359,-2 0 0,0 4 0,1 2 0,1 2-151,-1 2 1,2 1-1,0 2 1,1 0-188,1 2 0,1-1 0,2 3 0,0-1 149,0-2 0,3-1 1,1-2-1,2-1 115,0-1 0,3 0 0,0-3 1,1-2 51,2 1 1,-3-4 0,1 1-1,0-1 3,0-1 0,-2-4 0,0-1 1,-2-4-78,-2-1 1,0 0-1,0-3 1,-2-1-185,-1-1 1,-1 1-1,0-2 1,-1-1-324,-1 1 0,0 4 1,-2 0-1,-1 2-345,0 2 0,-2 3 1,1 3 762,-1 2 0,1 0 0,-1 0 0</inkml:trace>
  <inkml:trace contextRef="#ctx0" brushRef="#br0" timeOffset="1653">949 366 7896,'-3'-4'-2,"0"-1"0,-3 2 1,0 0 64,0 1 1,1-3 0,-4 2-1,2 1 48,1-1 0,-3 1 0,-1 2 0,0 0-5,1 2 0,0 2 1,0 3-1,1 1-120,1 0 0,2 4 0,0-1 0,1 1 28,1 1 1,1-1 0,3 1 0,1 0 54,2 0 1,3 2 0,1-1 0,3 0-99,1-1 0,1-4 0,-1 1 1,-1-2-180,0-1 0,0-4 1,2-1-1,-1-1-16,-2-1 0,2-1 1,-3-2-1,0-3-24,1-4 0,-2-3 0,-2-1 0,1-2 248,-1 0 0,1-1 0,-1-5 0,1-1 0</inkml:trace>
  <inkml:trace contextRef="#ctx0" brushRef="#br0" timeOffset="1885">1013 0 7896,'-4'0'97,"0"0"-18,-1 0 1,0 1-1,0 2 1,1 3 213,1 4 0,1 8 0,2 6 1,0 6 186,0 6 0,3 1 0,1 5 0,2 0-390,0 0 0,-2-6 1,-2-2-1,0-5-263,0-5 1,-2-2-1,3-4 1,-3-3-901,0-4 1,0-6-918,0 0 1990,3-7 0,-2 1 0,2-5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9:51:17.1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160 128 7896,'3'-7'28,"-1"1"1,1 0 0,-2-1-1,2 1 297,0-1 1,-1 1 0,0 0 148,-1-1 0,-1 1 0,-1 0-210,-1 2 0,-2-1 0,-3 3 0,-1 0-54,0 1 0,-1 1 1,1 0-1,-2 1-51,0 1 1,0 2 0,-3 3 0,0 2-142,0 1 0,3 4 0,-1 2 1,0 1-174,1 3 0,1-1 1,3 4-1,2-1 17,2 1 0,1 0 0,2 0 1,1 1-23,2-1 0,5-1 0,1-4 0,3 0 99,-1-1 1,3-5 0,1 1 0,0-4 91,-1-3 0,4-3 0,-1-3 0,2-1 29,-1-1 1,0-2 0,-2-5-1,0-2 98,0-3 1,-3-2-1,1-2 1,-2 1-84,-2-1 0,0-3 0,-2-2 0,-2 0-42,0 2 1,-3-2-1,-2 0 1,-1 0-52,-1-1 1,-3 4 0,-1-2 0,-2 3-5,0 2 1,-4 1-1,0 4 1,-2 1-26,-1 3 0,0 1 0,0 1 0,0 1-38,-2 1 0,3 2 0,-1 0 0,2 2-249,1 2 1,-1 0-1,2 2 1,2 1-99,2 1 1,0 0 0,2 0 0,0-1-1471,0-1 1902,1 0 0,-1 3 0,0-1 0</inkml:trace>
  <inkml:trace contextRef="#ctx0" brushRef="#br0" timeOffset="763">526 89 7797,'-1'-3'2026,"-1"1"-1586,2 1 0,-3 1-225,6 0 1,0 0 0,3 0 0,2 0-18,0 0 1,0 0 0,3 0 0,-1 0-211,0 0 1,2 0 0,-1 0 0,1 0-155,1 0 0,-2 0 0,-1 0 1,-1 0-285,-1 0 1,-1 0 0,-1 0-1130,1 0 94,-1 0 1111,-2 0 0,-4 0 1,-4 0 373,-2 0 0,-1 0 0,1 0 0,0 3 0,-1 0 0</inkml:trace>
  <inkml:trace contextRef="#ctx0" brushRef="#br0" timeOffset="1164">494 173 7234,'4'0'332,"1"0"0,-3 0 144,2 0 1,0 0-202,3 0 0,-3 0 0,0 0 0,1 0-75,1 0 0,0 0 0,1 0 0,0 0-101,1 0 1,2 0 0,1 0 0,0 0-68,0 0 1,1 0-1,1 0 1,-1 0-244,-1 0 0,-2 0 1,-2 0-1,1-1-489,1-1 0,-3 1-1072,-2-1 614,1 1 1158,-2 1 0,0 0 0</inkml:trace>
  <inkml:trace contextRef="#ctx0" brushRef="#br0" timeOffset="1692">462 275 7896,'-1'5'73,"-1"-1"1,1-2 655,-1 2-501,2-2 1,2 1 0,3-3 0,0 0 21,2 0 0,2 0 0,2 0 0,1 0-83,1 0 0,2-3 0,2 1 0,0 1-116,0 0 1,0 0 0,2 0 0,-2-1-118,1 0 0,-5 2 0,1 0 0,-3 0-152,0 0 0,-1 0 0,-2 0-901,-1 0 633,-3 0 1,-1-1-1,-3-1-99,0-2 1,0 0 0,-1 1 584,-1 0 0,-2-5 0,-2 1 0</inkml:trace>
  <inkml:trace contextRef="#ctx0" brushRef="#br0" timeOffset="2346">1103 109 7896,'3'-7'44,"-2"-1"0,1-1 425,-1 1 1,-1 3-42,0 1 1,0 3 0,0 1-178,0 4 0,0 2 0,0 3 0,0 4 16,0 4 1,0 3 0,-1 2-1,0 5-7,-2 1 0,-1 2 0,2 3 0,0 1-216,-1 0 1,2 4 0,-1-4 0,2-1-93,0-4 1,0-1-1,0-6 1,0-2-131,2-5 0,-1-4 1,1-2 1,-1-6 0,-1-3 0,0-3-377,0-3 1,0-3 0,0 0 0,0 0-165,0-1 1,0-1-1,0 1 1,0-1 716,0 1 0,0-1 0,-3-2 0,0 0 0</inkml:trace>
  <inkml:trace contextRef="#ctx0" brushRef="#br0" timeOffset="2783">1078 121 7896,'4'-8'-834,"0"-1"0,1 1 1110,-2 1 1,3 1 0,-2 0-1,2-1-9,0 1 0,1-1 0,1 1 1,1-1-152,1 1 1,3 0-1,2 0 1,0 1-40,1 1 0,-2 0 0,3 0 1,1 2-39,1 1 0,-1 1 0,-1 1 0,-2 2-11,-1 3 1,-2 3 0,-2 5 0,-3 1 20,-2 2 1,-4 3 0,1 3 0,-3-1 41,-1 0 0,-3-1 0,0-2 0,-2 1 221,-2-1 1,-2-3-1,0-1 1,-1-1-188,-1-1 0,0-3 1,-2-1-1,-2-1-68,1-2 1,0 1-1,3-5 1,0 0-257,-2-2 0,1-2 0,0-3 0,2-2-486,1-2 1,3-2 0,0 0 0,1-1-1269,3 2 1953,1 1 0,1-1 0,-2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1 113 7975,'0'4'-434,"0"3"0,0-6 1294,0 4-403,0-3 0,0 2 355,0-1-537,0-3 0,0 3-187,0-6 1,0-1 0,0-3 0,0-1-55,0 1 0,2-1 0,1 1 0,2-1 30,0 1 0,0-1 0,0-2 0,0 0-11,2 1 1,0 1-1,1 0 1,-1 2-17,1 1 1,-1-1-1,1 3-94,-1 2 1,1 0-1,-1 2-16,1 1 1,-1 5 0,-2 3-1,0-1-80,1-1 0,-1 2 1,1 0-1,1 0 35,-2-2 0,1-1 1,2 1-1,-1-2 85,1-1 1,-1 1-1,2-3 1,0-2 167,1 0 0,0-1 0,-3 0 0,1-1 63,-1-1 1,3-2 0,0-4 0,0 0 10,1-2 1,-3 2 0,2-3 0,-2 1-111,0 0 1,-3 0 0,0 2 0,0 1-156,-1-1 1,-1 3 0,-2 1-1243,2 1 359,-2 0 0,-1 3 1,-5 1-856,1 2 1794,-2-2 0,1 5 0,-2-2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15 135 7975,'0'4'78,"0"0"1,0-2 747,-3 0-710,2 1 1,-3-3 0,2-1-29,0-1 1,-1 0 0,3-3 0,0-1-26,0-1 1,3 0-1,0-1 1,1-2 7,2 0 1,0 0-1,1 2 1,-1-1-43,3-1 1,0 0 0,-1 3 0,1-1-66,1 1 0,4-1 0,-3 1 0,1 2-92,-2 3 1,-2 1 0,0 1 0,-1 0 146,1 0 0,-2 3 1,0 2-1,-2 2 38,0 1 0,1 2 1,0 0-1,0-1 25,0-1 0,0-3 1,2 0 29,0 1 1,1 0 0,-1-1 0,1-3 57,-1-1 1,1-1-1,-1 0 1,1-1-51,-1-1 1,1-2-1,-1-2 1,1 1-62,-1 0 1,-2-2 0,0 0-216,1-1 0,0 1 1,-1-1-680,-3 1 0,2 2-2039,-2 0 2874,1 3 0,-7-5 0,0 3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7 8037,'0'-4'883,"0"1"0,-1 6-722,-1 2 1,0 2-1,-2 2 1,0 2-54,0 1 0,1-2 1,-1 2-1,1 1-302,1-2 1,-1 0-1,0-3 1,1-1-1830,-2 1 1169,3-1 0,-2-4 854,3-3 0,3-6 0,2-6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9758,'-2'5'325,"-1"0"1,0 2 0,1 3 0,-1 0-193,-1 1 0,1 1 1,-1 2-1,1-1-409,1 0 1,1-4 0,1 1 0,0-2-996,0 0 0,0-3 1271,0 0 0,3-4 0,2 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20"/>
    </inkml:context>
    <inkml:brush xml:id="br0">
      <inkml:brushProperty name="width" value="0.08571" units="cm"/>
      <inkml:brushProperty name="height" value="0.08571" units="cm"/>
      <inkml:brushProperty name="color" value="#E97132"/>
    </inkml:brush>
  </inkml:definitions>
  <inkml:trace contextRef="#ctx0" brushRef="#br0">186 430 8027,'6'-3'283,"-2"-1"-46,-2-2 1,-1 2 0,-1 0 0,-1-1 144,-1-1 1,-1 0 0,-4 1 0,1 2-79,-1 0 0,0-1 0,-1 1 1,0 2-62,0 0 0,-1 1 0,0 0 1,-1 1-69,1 1 0,-2 2 1,1 3-1,-1 1-125,0 0 0,1 4 1,-1-2-1,1 0-212,1 1 1,2-3-1,4 0 1,0-1-41,1 0 0,2-1 0,3-2 0,4-2 175,3-1 0,2-1 0,3 0 0,0 0 62,2 0 1,0 0 0,2 0 0,0 2 40,1 0 0,-1 2 1,-1 0-1,0 1-112,-1 2 0,-2 1 0,-1 1 0,-3 2 48,-2 1 1,-3 1 0,-2 2 0,-1 0 200,-3-1 0,-3-3 1,-2 0-1,-2 0 55,-4-1 1,-1 1 0,-2-2 0,0-2-151,-1 1 0,-3-2 1,1 0-1,-1-1-271,-2-1 1,1-3 0,0 1-1,0-2-281,2-2 1,1-1 0,2-4 0,2-1-71,2-1 0,4 0 0,2 1 1,1 0-211,2 0 1,1 1-1,2 2 1,3 1-82,3-1 0,0 2 795,2-2 0,1 1 0,2-2 0</inkml:trace>
  <inkml:trace contextRef="#ctx0" brushRef="#br0" timeOffset="1">488 430 8027,'0'-6'0,"0"-1"-137,0 1 1,-2-1 0,-1 2 0,0 0 518,0 0 0,-2 3 1,1-1-1,-2 0-62,0 1 1,-1 2 0,0 0-1,-1 3-125,0 4 0,-3 0 0,2 3 0,0 2-83,-1 0 1,-1 4 0,1 0 0,1 1-199,2 0 0,2 0 0,2 3 1,2 0-101,0 1 0,4-2 0,2 1 0,4-3 289,3-1 0,4-3 0,3-4 0,1-2-13,-1-3 0,2-3 1,1-2-1,-1-1-11,1-2 0,-5-5 1,0-1-1,-3-3 155,-3-2 1,-4 0-1,-4-3 1,0 0-248,-2 0 1,-1-2 0,-2-2 0,-5 1-352,-3-1 0,-2 2 0,-1-1 0,0 4-155,1 2 1,-1 1-1,1 3 1,1 2-199,2 5 0,2 2 1,0 2 716,-1 0 0,1 3 0,-3 1 0</inkml:trace>
  <inkml:trace contextRef="#ctx0" brushRef="#br0" timeOffset="2">674 45 8027,'3'-8'-716,"-1"-1"1014,-1 1 0,0 4 326,1 2 0,-1 5 1,1 4-1,-1 5-276,1 4 1,0 6 0,1 4-1,1 4-74,0 3 1,-2 6 0,1 4-1,1 2 86,-1 2 0,-1-3 0,0-1 0,-1-6-234,2-4 1,-2-6 0,3-2-1,0-3-261,0-6 1,-1-1-1,-3-7-1159,0 0 802,0-3 0,0-5 0,0-5 1,0 0-643,0-2 0,2 1 0,0-1 1134,0 1 0,1-1 0,1 1 0</inkml:trace>
  <inkml:trace contextRef="#ctx0" brushRef="#br0" timeOffset="3">879 385 8027,'-4'0'385,"-1"0"0,3 0-194,-2 0 1,0 3 0,0 2 0,0 3-75,1 2 0,0 3 0,2 0 0,-1 3 30,0 3 0,2 1 1,0 3-1,2-1-29,3-1 0,0-2 0,2 0 1,0-2-87,1-2 0,0-4 1,2-3-1,0-3-35,0 0 1,-2-5-1,1 0 1,0-6 28,-1-4 1,3-2-1,-2-2 1,-1-1-11,1-2 1,-1-1 0,0-2-1,-1 0-179,0-1 0,-2 1 0,0-1 0,0 0-23,0 0 1,-2 3 0,-1-1-1,-1 4 335,1 5-118,-1 1 0,2 10 0,-4 0 1,0 6-41,-1 2 0,-1 2 1,3 1-1,0 1 90,0 0 1,1 1 0,1 1 0,0 2 192,2 1 1,-2-1 0,2 0 0,1-1-121,1 1 1,-2-2-1,1 1 1,0 0-377,0-2 0,2-3 1,-1-3-1,1-1-201,-1-3 0,0-1 0,1-4 1,-1-2-387,1-3 0,-1-4 0,0-3 809,1-2 0,-1-2 0,1-2 0</inkml:trace>
  <inkml:trace contextRef="#ctx0" brushRef="#br0" timeOffset="4">1290 0 8988,'2'10'273,"0"3"1,0 4-1,-2 7 1,1 7 100,1 6 1,-1 5-1,3 5 1,-1 1-158,-2-2 1,0 0 0,-2-8 0,-1-2-89,-2-3 1,1-3-1,1-4 1,1-3-114,1-4 1,0-4 0,0-1 0,0-2-332,0-4 1,-1-3 0,0-4-327,-1-2 1,0-4 0,2-3 0,0-3-339,0-1 1,-1-1-1,-1 0 979,0-2 0,-6-2 0,1-2 0</inkml:trace>
  <inkml:trace contextRef="#ctx0" brushRef="#br0" timeOffset="5">1148 359 8027,'3'-6'453,"-1"2"1,2 0-1,2 1-4,2 2 0,2 0 0,5 1 0,2 1-165,2 1 0,0 1 0,1 2 0,1-2-197,0 0 0,-2 2 0,-2-3 1,-2 1-417,-3 0 1,1-1 0,-3-2 0,0 1-511,-2 1 0,-1-1 0,0 1 839,2-1 0,1-1 0,3 0 0</inkml:trace>
  <inkml:trace contextRef="#ctx0" brushRef="#br0" timeOffset="6">1540 366 8260,'0'13'0,"0"-1"264,0 1 0,0 3 0,-1 1 0,0 2 244,-2 0 0,-1 1 0,1 1 1,0 1-384,1-1 0,-1 0 0,3-6 1,-2 0-678,0-1 1,0-1 0,2-4-617,0-1 1,0-5 1167,0-3 0,0-5 0,0-5 0</inkml:trace>
  <inkml:trace contextRef="#ctx0" brushRef="#br0" timeOffset="7">1495 186 8027,'-4'-3'1200,"-1"-1"-1367,4-2 1,-2 4-544,3 2 1,0 2 0,0 6 709,0 0 0,3-1 0,0 2 0</inkml:trace>
  <inkml:trace contextRef="#ctx0" brushRef="#br0" timeOffset="8">1815 424 8027,'4'-3'0,"-2"-2"43,-1 0 1,-1-2 0,0 1 0,-1-1 339,-1 1 0,-2 0 0,-2 1 0,-1 2-31,-2 0 0,-1 1 0,-2 2 1,-1 1-162,0 1 1,-2 2-1,0 4 1,1 2-128,3 2 0,0-1 1,2 5-1,1 0-222,1 1 0,4 1 0,0 2 1,3 1 54,3 0 0,1 3 0,4-4 0,3 0 211,1-2 1,2-4-1,0 0 1,1-3 11,-1-2 1,2-3 0,0-1 0,-1-4-28,1-2 1,1-3 0,-3-3-1,-1-2 11,-1-4 1,-5-1 0,3-3 0,-3-2-117,0 0 0,1-2 0,-5 3 0,1-3-149,-2 0 1,-2-2 0,-2 1-1,-3-2-89,-3 1 1,-1 5-1,-3 1 1,2 3 106,-2 3 0,1 5 1,-1 4-1,2 3-169,1 3 1,-1 1 0,1 6 0,1-1-297,1 0 1,3 2-1,2-1 1,2 1 607,0 1 0,0-3 0,0-1 0</inkml:trace>
  <inkml:trace contextRef="#ctx0" brushRef="#br0" timeOffset="9">2066 353 8983,'2'9'305,"0"2"1,0 5 0,-2 3 0,0 4 4,0 4 0,1 3 0,0 2 0,1-1-15,0-1 1,-2-5 0,0-6 0,0-3 50,0-3 0,1-1-216,1-4 0,0-3 0,1-7 1,1-4-132,-1-2 0,2-6 0,0 2 0,0-3-103,0 0 1,0-2-1,3-2 1,0 0-330,0 0 0,-1-1 0,0 0 1,2 0 33,1 1 0,3-1 0,-1 6 0,1 2 225,0 3 1,0 1-1,-1 3 1,-1 1 204,0 1 1,-3 6 0,1 1 0,0 4 188,-1 3 1,-1 2-1,-3 2 1,1 2 228,1 1 0,-2 2 1,0-1-1,0 0 21,0 0 1,2 1 0,-2-1 0,1 0-563,-1 0 0,2-2 1,-2-2-1,2-2-573,0-3 0,-1 0-916,-1-4 1,-3-3 1580,1-3 0,-4-3 0,-1-3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103 224 8357,'3'3'568,"1"-2"-192,-2 1 1,-1 1 0,4-1-185,0 0 0,0-2 1,2 0-1,0-3 16,1-1 1,0 0 0,2-2 0,-1-1-16,-1 0 0,2-3 0,-2-1 0,0 0-74,-1 0 0,-1-1 0,-1 1 0,-2-1-130,0-1 1,-1 1 0,-2-1 0,-3 0-62,-4 0 0,0 1 1,-3 1-1,-2 1 60,0 0 1,-1 3 0,0 2-1,1 1 76,-1 1 0,0 1 0,0 3 0,0 1-18,0 2 0,1 5 0,0 1 0,1 2-72,-1 1 1,2 2-1,3 1 1,1 0 68,-1 2 1,4 3 0,1 0 0,2 1 58,2 0 0,2 0 0,5 3 0,1-1 109,2 0 0,3-2 0,0-6 0,0 0 24,1-2 1,0-1-1,1-3 1,-1-3-149,-1-2 0,-1-4 0,4 1 0,-1-1-236,-1-1 0,0-3 0,-4-3 1,-1-2-194,0 0 0,-3-2 0,0-1 0,-1 0-342,0 0 0,-1 0 0,-1 2 1,-1-1-168,1 1 1,0 1-1,0 1 1,-2 0 850,0-1 0,2 0 0,-1-1 0</inkml:trace>
  <inkml:trace contextRef="#ctx0" brushRef="#br0" timeOffset="1">404 38 9636,'4'8'0,"0"0"328,-1 3 0,4 4 0,0 3 0,2 2-159,0 4 0,2 4 0,0 2 1,1 0 54,1 0 1,0-4 0,-1-5 0,-1-2 108,0-4 0,-1-2 0,1-6-47,-3-4 0,-1-2 0,0-4 0,1-4-206,1-5 0,-1-2 1,-1-4-1,-1-1-252,1-1 1,-1-5 0,0 2 0,-2-2-268,-2-1 0,1 3 0,0 0 1,0 1-613,0 4 1,-1 2-57,-2 6 0,0 4 808,0 6 1,-3 8 0,-1 6-1</inkml:trace>
  <inkml:trace contextRef="#ctx0" brushRef="#br0" timeOffset="2">898 205 7975,'6'-3'-16,"-1"2"1,-2-3 300,0-1 1,2 1-72,-1 0 1,0 0-1,-1-1 1,1 2-26,0 0 1,-1-2 0,2 1-1,-1-2 3,-1 0 1,1-1-1,-1 1 1,0-1-112,-1 1 1,1-3 0,-3 0-1,0 0-47,0 0 1,-3-2 0,-2 2 0,0 1 2,-2-2 0,-1 3 0,-2-1 0,1 1 63,0 0 1,-2 4 0,2 0 0,-1 1-54,-1 0 1,-2 0-1,1 4 1,1 3 9,0 3 0,3 2 0,-2 3 0,0 0 45,3 2 0,2 0 0,1 2 0,1 1 85,2 0 1,1 3-1,2 1 1,3-1 93,3-2 0,2 3 0,3-1 1,2-1-45,2-2 1,0-2-1,0-4 1,0-1-306,-1-3 1,3-1-1,-3-1 1,1-2-218,-2-2 0,-2-2 0,0-2 0,0-3-4,0-3 1,-3 1-1,-1-3 1,-1 0-445,1 0 0,0-1 1,-3-2-1,0 0-308,1 0 1,-1 3 0,1-1 1040,-1 0 0,0-2 0,1 1 0</inkml:trace>
  <inkml:trace contextRef="#ctx0" brushRef="#br0" timeOffset="3">1148 19 7989,'4'3'0,"-2"1"117,-1 2 0,1 1 0,0 2 1,0 1 153,1 3 0,-2 2 0,3 3 0,-1 2 142,1 1 0,0 1 1,3-1-1,-1 1-98,0-2 1,-1-3 0,-2-2 0,0-3 16,-1-2 1,-1-3 0,0 1-52,2-3 0,-1-5 0,-3 0-52,-1-3 0,1-6 0,-1-1 0,1-3-270,1 1 1,0-4-1,-2-1 1,0-2-144,1-3 0,0 2 0,1-1 0,1 1-31,1 1 0,-1 2 0,3 2 1,1 2 30,1 3 1,1-2 0,1 4-1,1 1-199,1 2 1,1 2 0,2 3 0,0 1-57,-1 1 0,1 1 0,-1 4 0,0 0-21,-1 1 0,-1 2 0,2 1 1,-1 0-6,-2 0 1,-3-2 0,-1 1 464,-1-1 0,-2-2 0,1 2 0</inkml:trace>
  <inkml:trace contextRef="#ctx0" brushRef="#br0" timeOffset="4">1527 64 7975,'-7'0'123,"3"2"0,0 1 0,-1 1 191,2 1 0,-2-1 1,3 2-1,0 1-147,1 0 0,1 3 1,1 1-1,1 1-59,3 3 0,1 0 0,3 1 0,1 0 34,2 1 1,1-3-1,0 1 1,0-2-149,0-2 0,0-2 1,-1-3-1,1 0-28,0-2 0,-3-1 1,-1-4-1,-2-1-7,-1-2 0,1-5 0,-1-1 0,0 0-82,1-1 0,-4-2 0,0-2 1,-1 1 32,0 0 0,1-1 1,-3 0-1,0 1-4,0 1 0,0 1 0,0 1 0,0 2 354,0 2-292,0 4 1,0 3 0,0 6 0,0 3 36,0 3 0,0 1 1,2 4-1,3 3 239,0 0 1,2 5 0,-1-1 0,1 4 169,2 4 0,0 3 1,3 3-1,-2 1 110,-1 2 0,-1-1 0,-4 1 0,-3-2-536,-2-6 1,-3-3-1,-3-5 1,-1-1 43,0 0 1,-4-4-1,1-1 1,-2-4-204,-2-4 0,-4-1 0,0-5 1,-1 0-263,-1-3 0,1-4 0,1-3 0,-1-2-98,-1-4 0,3 1 0,-1-6 0,3 0-47,2-1 1,0-1 0,2 1-1,1 2-866,3 2 1444,1 0 0,-3 0 0,0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77 154 7975,'1'-6'495,"0"1"0,0-1 520,1 1 1,-1 1 70,1 0-759,-1 3 1,1 2 0,-1 4 0,0 4 43,1 1 0,0 4 1,0 2-1,1 4-166,0 1 1,2 4-1,-2 3 1,2 3-76,1 3 0,-1 3 0,-1 4 0,-1 1 140,-1 0 1,1-1-1,-2 0 1,1-2 38,-1-3 1,-2-2-1,-2-7 1,1-2-271,0-3 0,0-3 0,2-3 0,0-2-352,0-3 0,0-2 0,0-4-138,0 1 1,-1-3-462,-1-2 0,2-1 1,-2-1 23,1-3 0,1-1 0,0 0 0,0-1-632,0-2 0,0 2 1520,0-4 0,3-1 0,0-3 0</inkml:trace>
  <inkml:trace contextRef="#ctx0" brushRef="#br0" timeOffset="1">33 104 7975,'-7'-2'53,"0"-1"0,0-1 135,1 0 1,3 3-1,1-3 1,1 0-65,1-1 1,5-1 0,2 0-1,4 0 111,2-2 0,1-1 1,3 2-1,2 0-12,2-1 1,2 2 0,3-1 0,1 3-150,2 2 0,3 1 1,0 2-1,0 3-83,-1 3 0,-3 6 0,0 2 1,-1 3-209,0 4 0,-2 0 1,-1 4-1,-2 0-90,-2 1 0,-3 3 1,-3 3-1,-3 1 413,-2 0 1,-5 1 0,-2 0 0,-2-1 464,0 2 0,0-3 1,0 1-1,-2-1 5,-2-2 1,-3-3-1,-3 1 1,-1-1-228,-2-3 0,-5 0 0,0-4 0,-3 0-153,-3-1 0,-2-3 1,-3 1-1,-2-3-138,-1-2 0,-2-1 0,1-2 0,1-1-190,3-2 0,3-1 0,5-3 0,1-1-360,2-1 0,3-2 0,3-1 0,2-2-260,1-2 1,2-3 0,0-1 0,1 0-407,2 1 0,2 1 1,3 0 1157,0 0 0,3-4 0,1 0 0</inkml:trace>
  <inkml:trace contextRef="#ctx0" brushRef="#br0" timeOffset="2">942 477 7975,'0'-11'57,"-2"0"0,-1 2 193,0 0 0,-3 0 1,1-1-1,-1 2 171,-1 0 1,1 1-1,0 1 1,-1 1-91,0 2 1,-2-2 0,1 3 0,-1 2-70,0 1 1,-4 5 0,0 3-1,-2 2-7,-2 4 1,1 0 0,-2 5 0,1 1-106,3 3 0,0 1 1,4 4-1,1 1-433,4 0 1,3 1-1,4 2 1,3-1 54,4-1 1,3-2 0,2-6 0,0-2 223,1-4 0,2-2 0,2-2 0,1-3 113,0-3 1,2-5 0,0-1 0,0-2 0,2-3 0,-2-4 1,0-2-1,-3-4 122,-2-2 1,-3-3 0,-2-1 0,-1-2-167,-2 1 0,-2-2 1,-4-1-1,-1-2-121,-1-2 1,-1 0-1,-4-2 1,-3 0-92,-3-1 1,-3 0-1,-2 2 1,0 1-117,0 5 0,2 6 0,1 6 0,0 3 68,-1 2 0,1 3 0,2 2 1,2 2-346,0 3 0,-1 2 0,1 2 0,0-2-170,0 1 0,3-2 0,1 0 709,2 1 0,0 2 0,2 0 0</inkml:trace>
  <inkml:trace contextRef="#ctx0" brushRef="#br0" timeOffset="3">1233 625 7975,'2'3'369,"-1"-1"1,2 0-16,-1 0 1,1-1 0,2-1-83,1 0 1,-2 0-1,1 0 1,1 0-65,0 0 0,2-1 0,1-2 1,2 0-69,0-1 1,0-2-1,1 0 1,1-2-80,-1-1 1,-1 2 0,-1-2 0,-1-1-192,-1 0 0,-1 1 0,-2 0 0,0-1 28,-1-1 0,-2 1 1,-2-1-1,0 0 66,-2 0 1,-1 0-1,-3 2 1,-1-1 66,0 1 0,-3 0 0,1 1 1,-1 0 78,1 4 1,-1-1 0,1 3-1,-2 1-37,0 0 1,0 4 0,0 2 0,0 3-30,0 2 0,0 1 1,1 3-1,-1 1-17,0-1 1,2 3 0,2 0 0,3 0 6,0 2 1,3 0 0,-1 2 0,2-1 45,2 1 1,3 0-1,2 0 1,2-1 88,1-1 0,0-2 1,1-2-1,1 0-50,0-2 1,1-4 0,1-2-1,-1-3-20,1 0 1,2-3-1,1 1 1,2-2-32,-2-2 0,0-1 0,0-3 1,-1 0-111,1-2 1,-3 0-1,-2 2 1,-1-2-150,-2 2 0,-1-2 0,-2 0 0,-1 2-30,-2 0 0,2 0 0,-4 1 0,1-1-393,1 1 0,-3 1 1,2 0-796,-1 0 1,-1 1-619,0-1 2027,0 3 0,-3-4 0,0 2 0</inkml:trace>
  <inkml:trace contextRef="#ctx0" brushRef="#br0" timeOffset="4">1753 455 7975,'0'-6'-107,"-1"1"0,-1 0 255,-1 1 1,-2 0 0,-1 2 0,0 1 34,-1 0 0,-1 1 1,-2 0-1,1 0 16,0 0 0,0 5 1,1 0-1,-1 2-135,0 1 0,3 0 0,-1 1 1,2 0-67,2-1 1,1-1 0,1-1 0,1-1 65,1 1 0,5-2 1,3 0-1,1-2 12,1 1 0,3-2 0,0 2 0,3 0 23,1-2 1,0 1-1,2 1 1,2 0-75,-1 1 1,2 1-1,-4 1 1,1 1 10,-2 0 1,-1 3 0,-3 1-1,-3 1-56,-3 2 1,-3-1 0,-1 2 0,-3-1 106,0 0 0,-2-1 0,-1-3 1,-3-1 205,-2 1 0,-2 0 0,0-1 0,-2-1-129,-2-1 1,1 0 0,-3 0-1,0-1-94,-1-1 1,0-2 0,1-1-1,0-1-220,0-1 0,2 0 0,0-1 0,2-1-315,2-1 1,1 0 0,3-1 0,0 0-139,1-1 0,2 1 0,2 1 0,0-2-553,2 1 0,1-2 1156,3 1 0,-1-1 0,1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225 134 8027,'3'-6'19,"-2"-1"0,2 1 0,-1-1 293,0 1 1,2 0 0,-2-1 82,0 1 1,-1-1 0,-2 2-89,-1 0 0,-1 2 0,-2 1 0,0 0-55,-2-2 0,0 3 0,-2-2 0,0 3-83,-2 0 0,1 0 1,-3 3-1,0 2-27,-1 2 0,-2 2 0,-1 4 0,-1 3-185,1 1 1,-1 3 0,4 1 0,2 1-183,2 1 0,4-2 0,2 2 0,2-2 15,1-2 1,7-3 0,3-4 0,4 0 113,5-1 0,0-6 0,2-1 0,1-3 148,0-1 1,1-3-1,-1-3 1,-1-2 15,-1 0 1,-3-2-1,-3 0 1,0-3-26,0-2 0,-3 1 1,-2-4-1,0 1-41,-2 1 0,0-3 1,0 1-1,-2-1-16,-2 0 1,-1 4 0,-1 0 0,0 2 89,0 0 1,0 5-12,0 2 0,-1 4 0,0 2 0,-1 4-62,0 4 1,2 2 0,0 4 0,-1 1 79,-1 2 1,1 1 0,-1 2 0,1-2 46,1-1 1,1 2-1,1-2 1,2 1-334,-1-1 1,3-2 0,-2-4 0,3-1-250,1-1 1,-1-3 0,2-4 0,-2-1-180,0-1 0,1-1 0,1 0 0,-2-3-784,1-1 1415,-2 0 0,0-8 0,1 4 0</inkml:trace>
  <inkml:trace contextRef="#ctx0" brushRef="#br0" timeOffset="1">488 70 7272,'-3'1'620,"1"1"0,1 2 0,1 4 0,0 1-387,0 1 0,2 4 1,1 3-1,1 2 23,1 2 0,-3 2 0,0 1 0,-1-1-30,-1-1 1,2-3 0,0-3-1,0 0 110,-1-2 0,-1-3-212,2-2 0,0-6 0,1-4 1,1-4-36,0-5 0,0-2 0,2-2 1,0-1-254,-2-2 0,2-2 0,-2 0 1,2-1-229,0-1 0,0 0 0,-1-2 0,-1 1 86,1-1 0,2 2 0,1 0 0,0 1 85,0 3 0,0 5 0,0 4 1,1 2 145,1 2 1,-2 2-1,2 1 1,0 3 208,0 4 0,-2 2 1,1 4-1,-2 3-24,-1 0 1,1 2 0,-2 3-1,0 0 44,0 1 1,-4 0-1,1 1 1,0 1 10,0-3 1,-1 0 0,3-1 0,-1-2-226,1-2 1,0-2 0,2-3 0,-1-1-591,-1-2 0,0-3 1,3-3-1072,-1-2 1721,-2-3 0,2-5 0,-3-1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97 539 6952,'0'4'3660,"0"0"-3168,0-2 1,0-1-298,0 3 1,3-2-1,1 0 1,2-2-104,3-2 1,1 0-1,5-2 1,0-2-207,2-1 1,-3-1-1,2-3 1,-1 0 61,0-1 0,-1-1 0,-3 0 0,-3 0 39,-1 0 0,-3 0 0,-2 1 0,-1-1 72,-1 0 1,-3 0-1,-1 1 1,-3 1 62,-1 0 0,-2 4 0,-1 0 1,0 2 55,0 0 0,-2 2 0,-1 1 1,-1 1-88,1 1 0,0 0 0,0 1 0,0 1-53,-1 2 1,0 4-1,1 1 1,0 2-30,2 2 0,2 1 0,-1 3 0,2 1-71,2 0 1,2 2 0,0 0 0,3 1 69,1 2 1,2 0 0,2-2 0,3-2 138,2-2 1,3 2 0,0-3 0,1-2-16,1-1 0,2-4 0,0-1 0,2 0 9,0-2 1,4-2-1,1-2 1,-2-2-47,0-2 0,-1-2 1,0-2-1,-2-2-155,-2 0 1,-4 0 0,-1-2 0,0 0-242,-3 0 0,-2 2 0,-2-2 0,-1 0-333,0 0 0,0 1 0,-2-1 0,0 1-745,0 1 1,0 0 0,1 1 1378,1 1 0,-1-5 0,1 4 0</inkml:trace>
  <inkml:trace contextRef="#ctx0" brushRef="#br0" timeOffset="1">449 315 7947,'0'-6'127,"0"-1"380,0 4 0,0 0 0,0 6 1,1 2-191,1 2 0,-1 4 0,2 4 0,-1 3-77,0 3 0,2 1 1,-1 3-1,0-1 10,0 3 1,1 1-1,-1-1 1,0 0-100,0-2 1,0-3 0,-2-5-1,1-1-81,0-1 0,-1-5 21,1-1 1,-1-6-1,1-5 102,-1-2 1,1-5-1,0-1 1,0-3-202,1-2 0,-2 1 0,2-3 0,-1-1-269,0-1 0,2-1 0,-1-1 0,0-3-115,0-1 0,1 2 0,-1 0 0,1 0 6,3 1 1,0 2 0,2 1 0,-1 5 50,1 2 1,2 7 0,0-1 0,1 2 233,1 3 0,-1 2 0,0 3 0,-2 5 257,2 2 0,-1 2 0,0 3 0,-3 3-54,-1 1 1,0 5-1,-1-2 1,0 2 127,-2 1 0,1-3 1,-3-2-1,0-1-14,-1-1 0,-1-3 0,0-1 0,0-4-279,0-2 0,0-4-337,0-1 1,0-3-1,0-1-91,0-4 0,0-2 0,0 0 491,0 0 0,0-4 0,0 0 0</inkml:trace>
  <inkml:trace contextRef="#ctx0" brushRef="#br0" timeOffset="2">1084 373 8027,'-4'-9'-111,"1"0"0,-1 0 56,1-1 0,0 2 1,-1 1-1,-1 1 494,-1 0 0,0 0 1,0 2-1,-1 1 0,1 3 0,-1 0 0,-2 3 0,-2 3-158,-1 2 0,-1 3 0,1 0 0,-2 2-36,-1 2 1,4 1 0,-1 3-1,2 1-114,2-1 1,3 1-1,1 0 1,2 2 35,3-2 0,4 0 1,6 0-1,1-1 108,1 0 1,1-2 0,0-2 0,2-3-112,0-1 0,1-2 0,2-3 1,1-2-250,-1-2 1,0-1 0,0-2 0,-2-1-526,-2-2 1,-2-5 0,-1-1 0,-2-2-237,-3-1 0,-2-1 1,-2 0-1,-1-2-2140,1 0 2986,-3 2 0,3-5 0,-3 3 0</inkml:trace>
  <inkml:trace contextRef="#ctx0" brushRef="#br0" timeOffset="3">1514 373 8027,'0'-7'-111,"0"1"-74,-3-1 0,2 4 0,-3 0 534,-1 0 0,-1 2 0,0-1 1,-2 2-112,0 2 0,0 2 1,-3 2-1,-2 2 19,-1 0 0,-2 0 1,2 3-1,-2 0-48,0 1 0,1 3 0,1 0 0,3 0-71,2 1 1,3-2 0,1 3 0,3 0-36,2 0 1,2-1 0,3-2 0,3-1-30,3-1 1,1-3-1,2-1 1,0-1-92,1-3 0,0-1 1,-2-3-1,2-1-42,0-1 0,-1-2 0,-3-4 0,-1-1-49,-1-1 1,2-1-1,-3-3 1,-2 0-66,-1-1 0,-3 0 1,0 2-1,-1-2-258,-1 0 0,0 3 1,0 2-1,-1 0-194,-1 3 0,0 0 1,-1 2-1,-1 2-686,1 0 1311,1 1 0,-3 4 0,1 2 0</inkml:trace>
  <inkml:trace contextRef="#ctx0" brushRef="#br0" timeOffset="4">1841 366 7794,'0'-7'0,"0"-1"-1,0 0 0,0-1 0,-2 3 0,-1-1 473,0-2 1,-1 2 0,-4-1 0,1 2-132,-2 2 1,0 3 0,0-1 0,-2 2-110,-1 2 1,0 1-1,-1 4 1,0 2-53,0 2 0,0 3 0,0 2 1,1 0-135,2 2 0,0 0 1,4 2-1,0 1-144,2 0 1,1 1 0,5-3 0,2 0 67,4 0 1,4 0 0,3-2 0,0-2-71,2-1 1,0-4 0,3-3 0,1-2-126,0-2 1,0-3 0,-4 0 0,0 0-162,-2-3 1,0-2-1,-5-5 1,-1 0-43,-2-1 0,-1-1 1,1-2-1,-1-1-431,1-2 1,-2 1 858,0-1 0,0 0 0,-1-3 0</inkml:trace>
  <inkml:trace contextRef="#ctx0" brushRef="#br0" timeOffset="5">1873 1 8027,'-3'0'837,"1"2"-418,1 3 1,1 6 0,1 4 0,1 4-56,2 5 0,2 4 0,0 8 0,1 5-108,-1 2 1,0 3 0,0 0 0,-2 1-267,-1-1 0,-3-2 0,0-5 1,0-6-286,-3-5 1,3-4-1,-2-6 1,1-1-567,1-4 1,0-3 0,1-5-18,1 0 0,-1-3 1,3-5 877,-1-4 0,4-5 0,1-4 0</inkml:trace>
  <inkml:trace contextRef="#ctx0" brushRef="#br0" timeOffset="6">2162 495 8027,'10'-7'-266,"-1"-1"1,-2-1-1,-1 0 439,1 0 1,-1 2 0,0-2 0,-1 0 39,-1 1 0,-1-3 1,2 2-1,-3-1-107,-1 1 1,-1-2 0,0 0 0,0 0 31,0 0 1,-1 0-1,-1 2 1,-3 1 67,0 1 0,-2 1 0,-1 0 0,-1 2-21,1 2 0,1 1 0,-1 1 0,-2 1-11,0 1 1,0 3-1,-3 5 1,0 0-43,0 4 0,0 1 0,1 3 0,0 1-9,1 1 1,-1 3 0,4-1 0,0 1 105,1 1 0,3-1 0,2-1 0,2 1 193,2-3 1,3 2 0,3-3 0,3-3-40,1-2 1,4-3 0,1-1-1,1-1-271,2-1 0,1-3 0,1-3 0,1-2-377,1 0 0,3 0 1,0-2-1,-1-3-484,-2-3 1,-3-2 0,0-3 0,-2 0-216,-1 0 1,-4 3 0,-3-1 0,-2 0 963,-2 1 0,-1-5 0,1 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49"/>
    </inkml:context>
    <inkml:brush xml:id="br0">
      <inkml:brushProperty name="width" value="0.08571" units="cm"/>
      <inkml:brushProperty name="height" value="0.08571" units="cm"/>
      <inkml:brushProperty name="color" value="#196B24"/>
    </inkml:brush>
  </inkml:definitions>
  <inkml:trace contextRef="#ctx0" brushRef="#br0">52 520 8027,'3'0'504,"1"0"338,-2 0 441,-1 0-674,2 0 0,-1-1-288,0-1 0,3 1 0,-1-2-191,2 1 1,0 0 0,2-2 0,-1-1-177,2-1 0,2-1 0,-1-1 1,1-1-69,0-1 0,-3 0 0,0-1 1,-1 0 15,-3 0 1,-1-2-1,-3 0 1,0-1 70,0 2 1,-3-3 0,-2 5 0,-2 0 77,-2 2 1,-2-1 0,2 2-1,-1 2 81,-1 2 0,1 0 0,-1 3 0,0 1-131,1 1 0,0 4 1,2 3-1,-2 1-29,0 2 0,-1 3 0,2 1 0,2 1 49,2 0 1,0 0-1,3 2 1,0 1 80,2-1 0,2-2 1,3 0-1,3 1 83,3 1 0,1-1 0,1-1 0,0-2-4,0-1 0,2-4 1,0 0-1,1 0-98,0-3 0,-1 0 0,0-3 0,-1-2-202,1-1 0,-2-1 0,-1-1 0,-1-1-406,-2-2 0,-2-3 1,-1 0-1,1-3-213,-1 0 1,-2 2-1,0-3 1,-1 0-665,1 1 1,-2-3 1401,2 2 0,1-5 0,1 2 0</inkml:trace>
  <inkml:trace contextRef="#ctx0" brushRef="#br0" timeOffset="1">276 340 8027,'-2'-6'1079,"1"-1"-1649,-1 1 1171,1 0 0,4 5 0,2 3 0,3 4-204,2 2 1,3 2 0,2 3-1,2 1-123,2 1 0,0 3 1,0 4-1,-2-2-214,1 0 1,-4-1 0,1 1-1,-2-2-180,0-1 1,-3-1-1,-1-4 1,0-1-295,-1-3 1,1-1-1,-3-1-245,1-2 0,-1-1 211,1-3 1,-4-3 0,-1-1-1,-1-2-86,-1 0 1,0 0 0,0-1 0,0 0 533,0-1 0,-2 0 0,0 0 0,0-2 0,2 0 0</inkml:trace>
  <inkml:trace contextRef="#ctx0" brushRef="#br0" timeOffset="2">546 302 8027,'-7'0'106,"1"2"1,0 0-1,-1-1 171,1 0 0,-1 2 0,1 2 0,0 2 64,-1 2 1,1 5 0,-1 1-1,-1 3 104,-1 4 1,0 1 0,1 2 0,0 1-148,0 0 0,1-4 1,1-3-1,1-3-376,1-3 0,1-1 0,0-1-596,0-2 0,-2-3-23,1-2 1,-2-1-1,0-4-37,2-1 1,1 1 0,3-3-1,-2-1 734,0-1 0,-3-1 0,1 1 0</inkml:trace>
  <inkml:trace contextRef="#ctx0" brushRef="#br0" timeOffset="3">802 507 8027,'-6'0'697,"0"0"1,3 0-421,3 0 1,0-2-1,5-1 1,0-1-73,3 0 1,0-2-1,3-1 1,-1-1-74,0-1 0,2-2 1,-4 1-1,1-1-125,0 1 1,-2 0-1,1-2 1,-3 1-38,-3 0 0,-1 0 0,-1-1 0,-1 2 43,-1-2 1,-4 2 0,-3 0-1,-1 1 56,-1 1 0,-1 1 0,1 1 0,0 2-3,0 2 0,0 2 1,-1 2-1,1 3-4,0 3 1,0 2-1,-1 3 1,2 0 79,1 2 1,-1 2 0,3 2-1,2 0 100,1 0 1,2 1 0,2 1 0,2 0-27,2 0 0,1-1 1,5-2-1,0 0-5,0-4 0,0-1 0,1-2 1,0-3-233,0-3 0,1-2 1,2-3-1,0 0-326,1 0 0,-1-3 0,-2-1 0,-2-2-117,2-1 0,-1-1 0,1-1 0,-2 1-420,-1-1 0,0 1 1,-1 0-1,1 1 884,-2 0 0,1 1 0,-2-1 0</inkml:trace>
  <inkml:trace contextRef="#ctx0" brushRef="#br0" timeOffset="4">1213 340 8027,'-1'-6'284,"-1"-1"1,-2 4 0,-2 0 0,0 1 112,-1 0 1,1 0 0,-1 4 0,-1 3-61,-1 0 0,-2 5 1,0 0-1,-1 3-82,-1 2 0,3 2 1,0 2-1,0 1-190,2 1 0,4 0 0,2 2 1,1-1-63,1-2 1,4 0 0,2-2 0,4-2-101,2-3 0,1-5 0,1-1 0,0-3-319,1-1 0,2-1 0,-2-3 0,-1-1-289,0-2 1,-1-2 0,-1 0 0,-1-1-7,0-2 0,-3 1 0,1-3 711,0 0 0,-2-1 0,3-1 0</inkml:trace>
  <inkml:trace contextRef="#ctx0" brushRef="#br0" timeOffset="5">1348 321 8027,'-7'2'114,"1"0"1,0 1 0,1-1 0,1 0 47,-1 2 1,2 0-1,0 3 1,1 2 162,0 2 0,0 1 1,2 1-1,0 2-98,3 2 1,0 2 0,4 0-1,-1 0 3,0-2 0,1 1 0,1-3 0,2-2-82,0-1 0,-2-3 1,2-3-1,-1 0-298,-1-2 0,0-1 0,0-4 1,0-3 33,0-2 0,0-5 0,0 0 0,0-2 3,0-2 1,-1 1 0,0-3 0,-1-1-50,1 0 0,-3 1 0,0 0 1,1-1 63,-2-1 0,1 3 1,-3 1-1,1 2 151,0 2 1,-2 2 14,0 3 1,0 6 0,0 3 0,-2 5-16,0 2 1,0 3 0,2 3 0,0 0 96,0 2 0,1 0 1,0 1-1,2 1 99,0-1 0,2 0 1,3 0-1,1 1-264,-1-1 1,1-3-1,0-1 1,1-4-266,-1-2 0,1-3 1,-1-2-1,0-2-18,0-1 1,-2-2 0,2-3 0,-2-3-1015,2-2 1,-2-1 1311,2-1 0,-2-4 0,-1 2 0</inkml:trace>
  <inkml:trace contextRef="#ctx0" brushRef="#br0" timeOffset="6">1822 0 7842,'0'7'-294,"0"0"0,0 2 836,0 4 0,0 6 0,0 8 0,0 5-106,0 8 1,0 4 0,0 6-1,-3-3-133,-1-2 1,1-5 0,-1-3 0,0-6-230,1-6 1,1-7 0,0-3-1,2-1-495,0-1 1,0-3-509,0-2 1,0-4 0,0-4 189,0-4 0,0-4 0,0-1 739,0-1 0,-3-1 0,-1-1 0</inkml:trace>
  <inkml:trace contextRef="#ctx0" brushRef="#br0" timeOffset="7">1630 315 8027,'3'-4'1392,"1"2"-919,2 1 1,0 1 0,2 0 0,2 0 71,3 0 0,6 0 0,2 0 0,2 0-434,3 0 1,4 0 0,0 0 0,-2 0-472,-2 0 1,-3 0 0,-6 0 0,-1 0-218,-3 0 0,-2 0 0,-1 0 0,-2 1-2260,-3 1 2837,1-1 0,0 2 0,4-3 0</inkml:trace>
  <inkml:trace contextRef="#ctx0" brushRef="#br0" timeOffset="8">2098 308 8027,'0'7'43,"0"-1"0,0 1 1,0 2-1,0 1 514,0 3 0,0 2 1,-1 3-1,-1 3 23,-2 2 1,0 1 0,1 1 0,0-3-550,2 1 0,-2-3 1,1-3-1,0-2-494,1-4 0,1-2 1,1-3-42,1-2 1,1-2 0,2-4-1,-1-4-1970,-2-2 2474,1-3 0,-1-2 0,2-4 0</inkml:trace>
  <inkml:trace contextRef="#ctx0" brushRef="#br0" timeOffset="9">2104 154 8027,'0'-19'238,"0"3"0,0 1 0,-2 4-680,0 2 1,0 2-1,1 2 274,-1 0 0,1 3 0,-3 4 1,1 3-310,-1 0 1,2 2 476,-2-1 0,-1 3 0,-1 1 0</inkml:trace>
  <inkml:trace contextRef="#ctx0" brushRef="#br0" timeOffset="10">2502 347 8027,'-3'-11'0,"0"1"-56,-1 1 0,-2-3 1,2 2-1,-2 0 329,-3 2 0,2 3 0,-2 1 0,-1 1 179,-3 2 1,0 5 0,-2 3 0,-1 3-210,-1 1 0,-2 4 1,0 2-1,0 2-113,2 0 0,2 0 0,3 1 0,1 1-191,2 0 1,5 1 0,3-1 0,3 0 5,4 0 1,6-1-1,3-2 1,2 0 217,3-3 1,0-2 0,3-1 0,0 0-152,0-2 0,-3-3 1,1 0-1,-2-4 81,-2-3 1,-3 0 0,1-1 0,-2-3 5,-3-5 0,0-3 0,-5-3 1,0-2-142,0-2 0,-3 0 0,1-1 0,0-1-175,-1-3 0,-5 1 1,-1-2-1,-2-1-149,0-1 1,-3 1-1,-1 4 1,-1 2-49,0 2 0,1 7 0,0 3 1,0 4-182,1 3 0,2 2 1,-1 2-1,3 3 595,3 1 0,1 5 0,1-2 0</inkml:trace>
  <inkml:trace contextRef="#ctx0" brushRef="#br0" timeOffset="11">2720 347 8169,'4'-2'380,"-2"2"0,1 2 1,-1 5-1,-1 2 12,0 4 0,1 3 0,0 6 0,0 1-93,-2 2 0,0 2 0,0 0 0,1 0-44,1-2 0,-1-3 1,1-5-1,0-2 334,0-2-310,-2-6 1,4-2 0,-3-7-1,2-3-251,1-3 0,-2-1 0,2-5 0,1-1-241,1-2 1,0 0 0,1-2 0,-1-1-71,1 0 0,1-2 0,1-2 1,1-1-219,2-1 1,-2 4 0,0 3 0,0 3 202,0 3 1,0 4-1,0 2 1,-1 4 252,-2 3 0,-1 0 0,1 3 1,-1 4 101,1 3 0,-1 5 0,0 2 1,-1 1 73,-1 1 1,-2 4-1,0-1 1,-2 2 54,0-1 1,3 1 0,-1 1 0,0-2-393,1-1 1,0-4 0,4-2-1,0 0-401,1-2 0,-1-4 0,2-3 0,-2-3-972,0-1 1579,-1-1 0,0-7 0,1-3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25:15.5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32 309 8035,'-3'-3'0,"0"-1"0,2-1 0,0 0 216,-2 0 1,-1 1-1,1-2 128,0 2 1,1-2 0,-1 2-121,1-2 0,1 2 0,-1 0 23,1-1 0,2-1 1,1 0-1,2 0-17,2 2 0,1-2 0,1 2 1,1 1-64,1 1 1,1-1-1,4 1 1,0 0-142,2 2 0,-1 0 1,2 2-1,-1 1-10,1 3 1,-2 0-1,-1 4 1,-3 0-91,-1 0 0,-2 0 0,-5 3 1,-2 0 53,-1 0 0,-2 0 0,-1 0 0,-2-1 131,-2 1 0,-3 2 1,0-1-1,-1-1-2,-1-1-1,-1-2 1,1 1 0,0 0 21,0 0 0,2-2 1,0 0-1,2-2-46,0-1 0,1 0 1,0-2-1,0-1-32,2 0 0,0-2-19,2 1-73,1-1 0,-2-1-91,1 0-209,1 0 779,-2 0 1,3 3-298,0 1 0,0 2 1,0 1-1,0 0-105,0 2 1,1 2 0,0 0-1,1 1 19,0 1 0,-2 0 0,0 0 0,0 0-29,0-1 1,0-1 0,0-1 0,0-1-103,0-1 0,0-1-400,0 0 0,0-4-151,-2-1 0,1-4 1,-1-2-1,0-2-230,0 0 0,1-1 0,-1 1 0,2 0-789,0-1 1645,0 1 0,0-1 0,0 1 0</inkml:trace>
  <inkml:trace contextRef="#ctx0" brushRef="#br0" timeOffset="1">51 835 6378,'3'-4'927,"0"1"0,2 1-592,-1 0 0,-2 0 234,3 2-358,-1 0 0,0 0 0,0 1 15,-1 1 1,-1 1 0,-3 4-40,-1-1 1,1 0 0,-4-1-84,0-1 1,0 0 0,-2 1-117,1-1 1,-1-3-154,1 1 0,2-4 0,2-2-34,1-2 1,2 2-1,1 0 1,0-1-25,2-1 0,0 0 0,3 1 0,-1 2 159,1 0 1,-1-2 0,0 1 255,1 1 0,-1 0-65,1 3 1,-2 1-1,0 1 1,-3 2 165,-2 2 0,0-2 0,0 0 0,0 1-63,-2-2 0,0 2 0,-1-2 0,-1 0-229,0 0 0,0 1-221,-2-2 1,-1 0-1,1-2 1,0 0-379,2-3 0,-2 1 1,3-3-1,-2 0 598,1 0 0,3 0 0,-2-2 0</inkml:trace>
  <inkml:trace contextRef="#ctx0" brushRef="#br0" timeOffset="2">404 97 8035,'-1'-6'-5,"-1"2"1,2-2 0,-3 3 661,0-1 388,2-1-793,-2 4 1,3-1 0,1 3 0,1 2 25,2 1 0,0 0 0,0 4 0,1 2-26,1 0 0,0 0 0,1 1 1,-1 0-155,1 0 1,-1 0 0,0 1 0,0-1-96,-2 0 1,2-1 0,-2 0 0,0-1-277,0-1 1,0-1 0,0 0 0,-1-2-1267,0 0 636,-3-3 0,3-2 183,-3-2 1,-3-2-1,0-2 720,-1-1 0,-1 1 0,1-1 0,-2 1 0</inkml:trace>
  <inkml:trace contextRef="#ctx0" brushRef="#br0" timeOffset="3">513 1 8035,'4'1'-21,"-1"0"181,-1 1 1,-1 1 216,1-1 1,1-1 0,-1 4-72,0 0 0,1 0 0,1 3 0,0 0 12,0 3 1,1 2 0,3 2 0,1 2-96,1 1 0,-2 2 1,1-1-1,-2-1-220,-1-1 0,1 1 0,-2-4 0,0-1-121,-3-4 0,-1-2 0,-1-1-956,0 1 0,-1-4-234,-1-1 0,0-4 1308,-2-2 0,0-2 0,-3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37:32.6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33 109 7697,'-1'-6'60,"0"-1"0,-1 1 307,0 0 1,2 1-127,0 1 1,0 3 0,0 2-1,0 5-20,0 4 0,2 7 0,2 3 0,0 5-42,1 3 1,-2 6 0,2 1 0,-1 2 39,-1-1 0,-1 0 0,-2 2 0,0-1-116,0-1 0,-3-8 0,-1-2 0,-1-5-385,0-4 0,0-4 1,0-3-2305,0-1 1985,1-3 0,1-6 0,4-4 0,0-2 601,1-3 0,3-1 0,-1-3 0</inkml:trace>
  <inkml:trace contextRef="#ctx0" brushRef="#br0" timeOffset="469">1 77 7720,'0'-6'-4,"1"0"0,0 1 0,2 1 49,0-1 1,0-1-1,3 0 1,1-1-38,0 1 1,3-1 0,2 2 0,2 0 169,3 0 1,-1 4-1,2-1 1,-1 2-62,2 2 1,0 5 0,0 5-1,-2 3-37,-2 2 1,-5 0-1,-1 4 1,-2 0-54,-1 0 1,-2-2 0,-3-2 0,-3-2 0,-4-1 0,-2-1 0,-4-1 0,-2-1-34,-2-3 1,1 1 0,-2-2 0,0-1-119,0-1 0,0 0 1,2-1-1,1-1-366,3-3 0,-1 0-360,4 0 1,2-3 849,4-1 0,4-1 0,2-2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37:30.2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61 7697,'0'-6'-24,"0"-1"335,0 1 0,0-1 117,0 1 0,0 3-276,0 3 0,2 6 1,0 5-1,0 4 1,-1 2 0,-1 7 0,2 4 0,0 3-17,-1 3 1,2 4 0,-1 3 0,0 1-75,-2-1 0,0-4 1,0-5-1,0-4-227,0-4 0,0-2 1,0-6-1,0-3-319,0-4 0,0-2 68,0 0 0,0-5 0,0-2-143,0-3 0,0-5 1,-2-1 558,-3-1 0,0-1 0,-2-2 0</inkml:trace>
  <inkml:trace contextRef="#ctx0" brushRef="#br0" timeOffset="250">0 330 7697,'7'0'52,"-1"-2"1,1-2 100,-1 0 1,3 1-1,2 2 1,2-2 163,2 2 1,3-2 0,4 0 0,1 0-355,1-2 0,1 1 1,-1 0-1,-1-1-336,-1-1 0,-2 0 0,-2-1 0,-4 1-214,0 0 1,-3-1-1,-1 1 587,-1-1 0,0-2 0,-3-1 0</inkml:trace>
  <inkml:trace contextRef="#ctx0" brushRef="#br0" timeOffset="834">411 3 7697,'6'7'-109,"-2"-1"0,-1 1 1,-1 3-1,0 2 1,-1 6-1,0 3 207,-1 5 0,0 5 1,0 5-1,0 2 193,0 1 0,-1-4 0,0-1 0,-1-4-151,0-2 0,2-5 0,0-4 0,0-3-121,0-3 0,0-3 0,0-1-75,0-2 0,0-3-15,3-2 0,-3-4 0,3-3 0,0 0-38,1-2 0,0-2 0,0-2 0,1 0-24,1 0 1,-1-3-1,0 1 1,0-1-30,3-2 1,-2 0-1,2-3 1,0 1 6,-2 1 1,1 2-1,1-1 1,1 1 103,1 3 1,-2 0-1,1 4 1,0 2 215,-1 3 1,1 3-1,-2 0 1,1 3 85,1 4 1,-1 3 0,-2 4 0,0 1 62,-2 2 1,1 0-1,-2 2 1,-1 0-114,1-2 1,-3 1 0,2-3 0,-1-2-253,-1-1 0,2-1 1,0-2-1,0-2-915,-1 1 0,-1-5 417,2-1 1,-1-2 0,1-2 548,-1-2 0,2-2 0,0 0 0</inkml:trace>
  <inkml:trace contextRef="#ctx0" brushRef="#br0" timeOffset="1100">764 221 7697,'0'8'16,"0"-1"1,0 2 168,0-1 1,0 2-1,0 0 1,0 4 137,0 3 1,0 0 0,0 5 0,0 0-94,0-1 0,-1 1 1,-1-2-1,0-1-271,1-2 0,0-3 0,1-2 1,0-1-761,0-3 1,1-3 4,1-3 0,-1-5 0,3-3 796,-1-2 0,-1-6 0,-2 1 0</inkml:trace>
  <inkml:trace contextRef="#ctx0" brushRef="#br0" timeOffset="1284">770 29 7697,'-1'-9'152,"-1"1"0,1 1-159,-1 3 1,2 4 0,0 0 0,0 5-678,0 3 0,2 1 684,0 0 0,3 1 0,-2 3 0</inkml:trace>
  <inkml:trace contextRef="#ctx0" brushRef="#br0" timeOffset="1833">1046 215 7697,'-11'-1'0,"0"0"-91,0-1 0,1 0 1,0 2-1,0 0 164,0 0 0,-1 0 0,-1 2 0,0 1 54,1 0 1,-1 4-1,4 2 1,-1 0-44,0 0 0,3 3 0,-2-2 0,4 0-7,1 1 1,1-1 0,2 1-1,1-3-36,1-1 0,2-2 0,4-2 0,1 0-44,1-1 0,1-2 0,2 0 0,1 0-15,0 0 0,3 1 0,2 0 1,0 2 46,-2-2 0,1 2 0,-3 0 0,1 0 43,0 2 0,-1 1 0,-3 1 0,-2 2 80,-1 1 0,-5 2 0,-2 1 0,-2 0 107,-2 0 1,-4-1-1,-5-1 1,-2 0-136,-2 1 0,-1-3 0,-3-1 1,2-1-252,-1 0 0,1-1 1,-1 0-1,0-2-297,1-2 1,3-2-1,-1-2 1,3-2-98,2-2 0,2-1 1,-1-1 520,2 0 0,3-4 0,2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37:27.2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279 313 7697,'4'-3'0,"-1"0"55,-1-1 0,-1-2 0,1 2 315,-1-1 1,-1-2-1,-1 1-193,-1-1 0,-1 3 0,-4 0 1,1 1-62,-1-1 0,-2 3 0,-1-1 0,-1 1-53,-2 1 1,1 0 0,-3 0 0,-1 1-93,-1 1 1,-2 4-1,0 3 1,1 1-31,1 1 1,-2 4 0,3 2 0,1 3 60,3 1 0,3 2 0,1 2 0,2 2-28,2 1 0,3-3 0,2 1 1,5-4-36,4-2 1,3-4-1,1-1 1,2-5-122,3-3 1,-1-4-1,4-3 1,0 0 18,1 0 1,0-5-1,-2-2 1,-2-2-185,-2-3 1,2-2-1,-3-2 1,0 1-192,-3-1 1,-1 0 537,-4 1 0,1-1 0,-3-3 0</inkml:trace>
  <inkml:trace contextRef="#ctx0" brushRef="#br0" timeOffset="316">330 5 7743,'5'-2'181,"-1"0"1,-2 1 260,2 6 0,-1 3 0,0 9 0,0 5 11,-2 5 1,2 6 0,-1 7 0,0 4-126,-1 2 1,-1 0 0,0-3 0,0-2-209,0-2 0,0-11 0,0-5 0,0-6-435,2-6 0,2-2 0,2-2 1,-1-2-748,-1 0 0,-2-3 0,2-2-1510,-2-2 2572,3-2 0,-4-5 0,2-1 0</inkml:trace>
  <inkml:trace contextRef="#ctx0" brushRef="#br0" timeOffset="1016">581 332 7697,'0'-5'-111,"2"0"1,-1 0 350,1 0 0,0 0 0,-1 0 166,1 1 1,0 3-245,-2 1 0,3 6 0,-1 5 0,-1 2 0,0 2 0,-1 1 0,1 3 0,0 1-66,1 2 0,0-2 0,-1 1 0,0-1 4,2-1 0,-1-2 1,-2-1-1,0-2-114,0-2 1,0-5 38,0-1 1,0-4 0,0-3-48,0-5 0,0-1 0,-1-4 0,0-1-7,-2-2 0,1 0 1,2-3-1,-2-2-19,0-2 1,0 1 0,2-1 0,0 1-61,0 1 0,3 0 0,1 0 0,2 2-43,0 2 0,3 2 1,2 3-1,2 0-25,2 1 0,-2 5 1,2-1-1,0 4-25,0 1 1,-2 0 0,2 1 0,-2 1-150,-2 2 1,-2 4 0,-3 1 0,-1-2-91,-1 1 0,-2 0 440,2 1 0,-2-1 0,1-1 0</inkml:trace>
  <inkml:trace contextRef="#ctx0" brushRef="#br0" timeOffset="1503">1030 326 7697,'-10'-2'-11,"1"0"1,0-1 0,0 1 0,1 0 98,1 1 0,-1 0 1,-1 1-1,1 0 55,-2 0 0,0 1 1,-2 1-1,-1 2-74,0 2 0,1 1 0,0 1 1,2 1-2,1 1 1,1 1-1,2 2 1,2 2-42,1 0 0,3 2 1,3-2-1,2 2 11,2 1 1,3-3-1,3 0 1,1-1 28,1-1 1,0-1-1,3-2 1,-1-2-49,-2-3 0,2-2 0,-1-3 0,1-1 11,0-1 0,-1-2 0,-1-5 0,-2-2-19,-3-3 0,2-2 0,-4-2 1,-3 1-103,-2-1 0,-2 2 0,-1-1 0,-1-1-135,-1 0 1,-4-1 0,-3 1 0,-1 3-77,-1 1 1,-1 0-1,0 7 1,0 1-8,1 3 1,1 2-1,-1 1 1,1 1 308,1 1 0,0 2 0,0 5 0,-1 1 0</inkml:trace>
  <inkml:trace contextRef="#ctx0" brushRef="#br0" timeOffset="2050">1286 352 7697,'-3'1'376,"0"3"0,3 3 0,0 7 0,0 2-234,0 3 1,2 5 0,0 5-1,0 1-5,1 1 1,-2 1 0,1-4 0,-1-1-135,-1-1 0,0-1 0,0-4 1,0-4-231,0-3 1,0-4-1,0-1-1049,2 1 735,-1-6 0,2 1 0,-2-6 102,1-2 1,-1-2 438,1 1 0,-2-4 0,0-2 0</inkml:trace>
  <inkml:trace contextRef="#ctx0" brushRef="#br0" timeOffset="2383">1254 352 7697,'7'-10'-66,"-1"0"0,1 4 1,1 0 195,0-1 0,4 1 0,-1 1 0,1 2 88,3 0 1,0 1 0,1 2 0,0 1-123,1 1 0,-1 2 0,1 5 0,-2 1-21,-4 2 1,0 4 0,-2 1 0,-1 1 4,-1-1 0,-4 1 0,0-3 0,-3-1 21,0 0 0,-3 0 0,-1-1 0,-2-3-80,-3-2 1,1-2 0,-2 0 0,-2 1-281,0-1 1,-1-2-1,0-2 1,0-1-186,-2-1 0,1 0 0,-1 0 0,2 0 39,0 0 0,1-2 0,1-1 405,3-1 0,1 0 0,0-3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37:35.1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193 417 7697,'0'-6'0,"-1"-1"70,-1 1 1,1-2 0,-1-1-1,1 1 173,1 1 1,-1 1-1,0-1 1,-2 1-75,0-1 1,0 2 0,-1 0 0,-2 1 17,-1 1 1,-1 1-1,-3 2 1,0 0-80,-1 0 1,-1 1 0,1 1 0,0 3-208,2 3 1,0 0 0,-1 2 0,2 2 63,2 3 0,1 1 1,-1 4-1,1 1 31,0 3 0,2-1 0,2 0 1,1-1-127,1-2 1,4-3-1,2-2 1,4-5 12,2-3 0,1-4 0,1-3 1,0 0 84,1-3 1,-1-1 0,-3-4 0,-1-3 36,0-1 0,0-1 0,-1 0 0,-1 0-3,-1-2 0,-3-1 0,0-2 0,1 1-7,-2-1 0,0 2 0,-3-1 1,0 2 26,0 1 0,-1 1 0,-1 2 150,-2 2 0,0 6-81,0 3 1,3 3-1,-1 4 1,1 1 23,1 3 0,1 3 0,1 2 0,2 0 33,2 2 0,1 0 1,1 0-1,0-2-140,0 0 1,1-1 0,1-3 0,-1-1-406,0-3 1,0-1 0,-3-1-119,0-2 0,-1-1 1,-2-3-1429,0-3 1943,-1 0 0,1-6 0,1-1 0</inkml:trace>
  <inkml:trace contextRef="#ctx0" brushRef="#br0" timeOffset="400">379 366 7697,'0'4'0,"0"1"89,2 0 1,-1 0-1,1 2 173,-1 2 1,1-1 0,1 3-1,0 2-78,0 1 0,1 4 0,-1 0 0,0 1-2,-1 0 0,1 1 0,-1-5 1,0-3 94,-1 0 1,0-4-261,-1 0 0,0-4 0,0-5 0,0-5-37,0-4 1,2-2 0,0-1 0,0-2-51,-2-2 0,3-2 1,-1 0-1,0 0-9,1-1 1,0 2 0,4 0 0,-1 2 70,0 0 0,2 1 0,-1 3 0,3 0-113,0 2 0,3 2 0,1 0 0,1 3-325,-2 3 1,-1-1 0,0 1 0,-1 1-460,0 3 0,-2 1 905,0 1 0,-2 2 0,-1-3 0</inkml:trace>
  <inkml:trace contextRef="#ctx0" brushRef="#br0" timeOffset="848">821 0 6437,'0'7'487,"0"1"1,0 2 0,0 7-230,0 8 1,1 8-1,0 13 1,1 4-35,0 2 1,1 3 0,-1-6 0,0-6-60,1-4 1,0-10-1,3-5 1,-1-3-257,-1-4 0,-2-1 0,2-7 0,-1-1-1011,-2-1 522,0-1 1,-2-4 0,0-3 0,-2-3 579,-1-3 0,0 1 0,-2-6 0,-1 2 0</inkml:trace>
  <inkml:trace contextRef="#ctx0" brushRef="#br0" timeOffset="1097">699 353 7697,'19'-3'62,"1"0"1,0-2 0,1 1 315,3-1 0,0 2 1,-1 1-1,-1-1-230,-2 1 0,-1 0 1,-1 2-1,-1-1-384,-4-1 0,-1 2 0,-4-3 0,1 2 236,0-1 0,-2-2 0,3-2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2:37:50.1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1713 981 8048,'4'1'506,"-2"1"0,2-1 1,0 1-1,2-1-201,0-1 0,1-2-1,-1-1 1,0-1-256,1-1 0,2 0 0,1-2 0,1 0-8,-1-2 1,1 2 0,1-5 0,0-1-38,-2-1 0,0-2 0,2 1 1,-2-2-34,-1-1 1,-1-4-1,-1 1 1,-1 0-19,-2-1 1,1 1 0,-3-2 0,-1 0-56,0 1 1,-4 1 0,-3-1 0,-3 0 32,-1 1 0,-3-3 0,-4 2 1,-2 0 16,0 0 0,-4 0 0,-3 1 0,-3-2-13,-2 0 1,-2 1 0,-1 3 0,-3 0 48,-3-1 0,-4 1 0,-3 1 0,0 0 131,2 3 1,-3 3-1,-3 0 1,-2 2 92,-3 1 0,0 0 1,3 4-1,-3 0-20,-1 0 0,-2 3 1,0-1-1,2 0-140,0 2 0,0 0 1,-1 2-1,0 0 95,3 1 1,2 2-1,9-1 1,1 0 59,2 0 1,6 1-1,3-2 1,6 0-65,4 1 1,5-2 0,5 2 0,2-1 281,3 0-726,4 0 0,1-2-114,4 0 0,1 0 33,4 0 1,-1 0 0,0 0 0,-1-2-393,-1 0 1,-2-3 0,2 1-1,1 0-1213,-2 0 1991,0 2 0,0-6 0,1 1 0</inkml:trace>
  <inkml:trace contextRef="#ctx0" brushRef="#br0" timeOffset="663">168 26 8001,'0'-6'-138,"2"1"582,0 1 1,1 0 1105,-1 0-1262,-1 1 1,1 6-1,-4 1 1,-3 3-76,0 1 0,-4 2 0,0 3 1,0 0-77,-1 0 1,-1-1 0,0 2 0,0 0-32,0 1 1,-1 0-1,1-2 1,0 0-140,0 0 1,1-1 0,2-1-1,1-1 29,1-1 1,0-2 0,4-3 74,1 1 1,0-1 0,2 0 34,1 1 0,1-2 1,4 1-1,1 0 29,1-1 0,3 1 1,1 1-1,2-1 212,2 1 1,3-1-1,0-1 1,0 1-120,0-1 0,-1 1 0,0 2 0,0-1-221,1-1 0,-5-1 0,-1 0 0,-3 1-365,-2-1 1,-1-1 0,-2 1-1674,-2-1 1,2-1-1592,-2 1 3622,2-1 0,0 2 0,1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3:18.8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72 318 7933,'0'-7'192,"0"-2"0,-1 2 108,-2-1 1,2 3-1,-4 1 1,0 2 78,2 0 0,-3-1 1,-1 6-202,-2-1 0,4 4 1,-1 0-1,2 1-115,-1 4 0,0-1 1,4 3-1,-2 0-84,1 0 0,2 2 0,0-2 0,0 2-31,0 5 0,2-4 1,4 2-1,2-3-47,-1-2 0,5-1 0,0 1 0,1-2 87,0-1 0,-3-7 0,2 0 0,-1-2 202,-1-1 0,0-1 0,0-2 1,-2-3-128,0-3 1,2-1 0,-5-2 0,0-1-47,0 1 0,-3 1 1,0-1-1,0 0-139,1 2 0,-3 2 0,4 0-1000,-4 0 894,3 4 0,0 0 0,0 5 0,2 2 203,0 1 0,0 4 1,3 1-1,-1 1 114,2 1 0,-1-2 1,3 1-1,0 0 103,1 0 0,-1-2 0,2-2 0,1-2 148,2 1 1,-3-1 0,0-5 0,0-2-133,-1-3 0,3-1 1,-4-1-1,-2-2-119,0-1 1,-5-2 0,0 2 0,-2-2-223,1 0 0,-2-3 0,-2 2 0,-3-1-336,-1 2 0,1 3 0,-4 0 1,2 0-158,2 3 0,-2 2 0,-3 1-158,2 1 0,1 3 0,1-3 784,-1 6 0,-1 0 0,-1 6 0</inkml:trace>
  <inkml:trace contextRef="#ctx0" brushRef="#br0" timeOffset="283">573 295 7929,'0'7'47,"0"3"0,0 0 0,0-1 156,0 2 1,0 1 0,0 0 0,0 2-31,0 2 1,0-4 0,1 4 0,0-2-255,3-2 1,-2 3-1,0-5 1,1 0-106,-1-2 0,-1 0-594,2-4 1,-1 0 779,3-8 0,1-3 0,1-6 0</inkml:trace>
  <inkml:trace contextRef="#ctx0" brushRef="#br0" timeOffset="434">597 111 7929,'-5'-7'-1509,"1"1"1180,1 1 1,3 3 328,0 0 0,3 0 0</inkml:trace>
  <inkml:trace contextRef="#ctx0" brushRef="#br0" timeOffset="736">779 1 7929,'3'5'-36,"0"0"1,0 2 117,0 0 1,-2 4 0,2 3-1,-3 4 108,0 6 0,0 4 1,0 4-1,0 3-74,0 2 0,-3-3 0,0 0 1,-1-6-250,1 0 1,0-2-1,3-4 1,0-3-612,0-2 1,0-7-470,0 0 1213,0-4 0,-3-6 0,-1-4 0</inkml:trace>
  <inkml:trace contextRef="#ctx0" brushRef="#br0" timeOffset="952">700 278 7929,'5'0'-304,"1"-2"631,0 0 0,1-2 0,1 3 0,-1-3-164,2 3 0,-1-1 1,3 0-1,2 0-347,2 0 0,2 0 1,-2 0-1,1 0-206,-1 0 1,2-1 0,-1-1-1,-1 1-943,1-1 1333,-3-2 0,5 1 0,-1-3 0</inkml:trace>
  <inkml:trace contextRef="#ctx0" brushRef="#br0" timeOffset="1385">1042 1 7929,'0'5'-57,"0"0"0,0 2 131,0 0 0,0 3 0,0 3 0,0 0 181,0 4 0,0 7 1,0 1-1,0 3-48,0 2 1,-4 0 0,2 0-1,-2-3-46,1 1 1,-3-2 0,3-3-1,2-1-50,0-4 1,1-5 0,1-2 62,2-3 1,-2-3-1,4-3-78,-2-4 0,3-3 1,-1-2-1,0-1-156,1 0 0,-1-2 0,3-1 0,-1 1 9,2 2 0,-2-3 0,1 0 0,1 2-408,-2-1 1,1 5 0,1 0 99,-2 2 1,1-2-1,0 3 404,0-1 1,-1 7 0,-1 1 0,-1 2 266,2 0 0,-1 5 0,0 1 0,-1 3 122,-3 3 1,4 1 0,-3 3 0,-1-1-467,-2 0 0,0-4 1,0 1-1,0-2-144,0-1 1,0-2 0,0-6 0,0-1-2113,-3-2 2288,3-1 0,-8-4 0,4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3:17.4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175 51 7929,'5'-4'-2,"-3"-2"1,0 0 194,-2-2 1,0 4 0,0-1 372,0-2 0,0 3 96,0-2 1,0 6-456,0 0 0,0 4 1,0 6-1,-2 5 40,0 3 1,1 2 0,-5 7-1,0 3-34,-1 0 0,-1 5 1,0-1-1,-1 2-83,2-1 0,-4 4 0,2-3 0,0-2-184,3-1 1,2-6-1,-1-6 1,2-2-735,2-2 287,1-5 1,0-5-1,0-7 85,0-5 1,0-2-1,0 0 1,0-3-214,0 1 0,0-1 0,0-1 1,0 3 628,0-1 0,0-1 0,0-2 0</inkml:trace>
  <inkml:trace contextRef="#ctx0" brushRef="#br0" timeOffset="503">135 155 7862,'0'-8'3,"-2"2"1,-2 3 262,0-1 1,1-2 0,-2 4 0,-1 1-66,-1-1 1,-1 2 0,1 0 0,-2 0-7,1 0 1,1 4 0,-2 1 0,1 3-64,1 3 1,-2 0 0,2 3 0,0 0-95,1 0 0,0 0 1,3 3-1,2 1 39,0 0 1,5 4-1,0-3 1,5 0-69,2 2 0,-2-3 1,7-3-1,1 1-93,-1-3 0,1-2 0,0-5 0,1-3 77,0 1 0,4-2 0,-4-5 1,0-6 136,-1-3 0,-1-3 1,1-1-1,-1-3-62,-4-3 0,-3 3 1,-1-2-1,-2-2 15,0 0 1,-5 3 0,1-1 0,-4 2-205,-3 1 0,-5 4 0,-2 1 1,0 3-155,-2 2 0,2 1 1,-1 5-1,0 1-173,-1-1 1,1 2 0,2 2-715,2 0 1,-1-1 1161,3 5 0,-1-5 0,0 3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3:13.6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215 342 7929,'8'-4'2,"0"0"0,-1-4 0,-1 1 361,-4-1 1,-1 3 0,-1-1-15,0 0 1,-3-1-1,-3 0-122,-1 2 1,-1-1 0,0 2 0,0 2-61,0-2 1,-2 4-1,-1-3 1,0 3 3,0 0 0,1 0 1,-3 0-1,0 3-14,0 2 1,-2 3 0,2 2-1,-1 1-41,1 2 1,-2 0 0,4 5-1,2 0-97,0 0 0,5 1 0,1 1 0,2-2-123,1 1 1,4 1-1,2 1 1,1-2 135,4-2 1,1-2-1,1 0 1,0-2-11,1-2 0,0-2 1,-2-1-1,0-2-161,0-2 1,1-1-1,0-1 1,0-1-285,-2-1 1,0-3 0,-3-3 0,0-1-431,0-4 1,0 1 0,0-3 0,-1 2-940,-1 2 1792,0-5 0,-5 6 0,3-4 0</inkml:trace>
  <inkml:trace contextRef="#ctx0" brushRef="#br0" timeOffset="483">470 335 7929,'-9'-1'0,"2"-1"-509,-2-1 1,1-2-1,1 3 835,-2-1 0,2 3 1,-1 0-1,-1 4 51,2 1 1,-2 2-1,-1 0 1,3 3-176,0 0 0,1 0 1,-2 3-1,2 2-97,4-1 0,1 2 1,1-1-1,1 2-150,1-1 1,4 2 0,4 1 0,1-1-60,2-1 0,0-4 0,3-1 0,-1-1 100,1 0 1,1-5 0,-1-3-1,-2 1 74,-1-2 0,2-4 0,-3-2 0,-2-3 97,2-5 1,-2 1-1,-4-3 1,-1-2-247,-2-2 1,2-1 0,-2 0-1,-1-2-271,-1 1 1,-4-2 0,-3 4 0,-2-1-24,1 0 1,-2 6 0,-1-1 0,-1 5 11,2 0 0,-1 6 0,0-1 0,0 4 361,0 0 0,2 4 0,-1-1 0,2 6 0</inkml:trace>
  <inkml:trace contextRef="#ctx0" brushRef="#br0" timeOffset="852">628 366 7929,'1'-4'62,"2"1"1,-2 0 265,1 3 1,1 3 0,-2 8 0,1 3-116,1 4 1,0 2 0,0 7 0,-2 3-42,0 4 0,0-1 0,0 1 1,3-2-124,-3-3 0,0 0 0,-1-5 0,3-1-215,-1-5 0,1-5 0,-2-6-217,1-2 0,-1-2 1,2-6-50,-2-2 0,-2-2 1,0-2-1,-2 1 46,1-3 1,1 2 0,-2-3 0,1 0 385,-1-2 0,3 5 0,-3-6 0,-2 2 0</inkml:trace>
  <inkml:trace contextRef="#ctx0" brushRef="#br0" timeOffset="1203">636 326 7929,'8'-3'-495,"-2"-1"0,-2-2 1,2 1 795,2 3 1,0-4 0,0 4 0,2-1-36,1 3 1,6 0 0,-2 0-1,3 0-74,2 0 0,-4 0 0,5 4 0,-4 3-65,-2 3 0,2 5 0,-6 0 0,-2 4-68,-3 1 1,-2 1 0,-4-1 0,0-1-38,0 2 1,-1-4 0,-2 1 0,-3-3-40,-3-2 0,-1-1 0,-1-4 0,1-2-46,-1-2 0,-2-1 0,1-1 0,0-1-161,-3-1 1,3 0 0,-1 0 0,-2-1-132,1-1 1,1-3 0,3-2 0,1-2-174,1 1 0,1-3 0,1 2 528,4-1 0,-3 0 0,1 3 0</inkml:trace>
  <inkml:trace contextRef="#ctx0" brushRef="#br0" timeOffset="1636">979 350 8029,'4'-1'419,"1"-1"0,-1 1 1,-1-1-1,2 4-163,0 4 0,-3 1 1,3 1-1,1 3-53,1 2 0,2 2 1,-2 1-1,1 2-227,1 2 0,-2 0 1,-1-1-1,-2-2-296,-1 0 0,3-4 1,-2-3-1,0-1-730,-1-1 1,1-4 253,-2-1 1,-2-3 795,4-3 0,-1-5 0,2-4 0</inkml:trace>
  <inkml:trace contextRef="#ctx0" brushRef="#br0" timeOffset="1950">1201 295 8082,'0'5'990,"0"1"-665,0 0 1,0 1 0,0 4 0,-1 3 32,-2 4 0,-2 4 1,-5 7-1,-1 3-28,-1 3 1,-1 5-1,-4 2 1,1-4-136,1-2 1,3-5 0,1-2 0,2-2-356,4-6 0,2-5 0,3-5-1041,0-2 464,0-5 0,0-4 0,0-5 45,0-2 1,0-2 0,0 2 0,0-2 691,0-2 0,0 2 0,0-1 0</inkml:trace>
  <inkml:trace contextRef="#ctx0" brushRef="#br0" timeOffset="2582">1750 374 7929,'-4'-8'19,"3"1"1,-3 0 273,1 1 1,1 0-1,-2 2 135,0 0 1,-2 0 0,0-1-75,0 1 0,-2 4 0,-1 0-135,2 4 1,-2-1-1,1 6 1,1-2-123,-2 1 1,2 3 0,1 0 0,1 0-195,3 0 0,-2 1 0,4 1 1,0 0-24,0 1 0,0 2 0,2 0 0,0-2 62,4 1 0,1-2 0,3-2 1,2-2 13,0 1 0,1-4 0,4 0 0,-1-4 85,-1-1 0,1-1 0,-3-1 0,0-1 166,-2-4 0,-1-1 0,-4-3 1,-2-2-126,0 0 1,1-1 0,-2-3 0,-1-1-152,-1 2-1,-5-1 1,-2-1 0,0-1-266,-2 0 0,-1 3 0,0 1 0,-2 4-93,1 0 0,-2 0 0,2 3 0,0 2-293,2 3 0,-1 1 0,2 1 721,-1 0 0,3 0 0,1-4 0,4-1 0</inkml:trace>
  <inkml:trace contextRef="#ctx0" brushRef="#br0" timeOffset="3034">2107 72 7915,'-8'-7'0,"0"-2"-16,0 2 1,0-1-1,0-1 1,0 2-356,0-1 0,1 3 0,-2 0 595,1 1 0,1 2 0,-2 3 0,2 2-94,2 1 1,-1 7 0,3 2 0,1 3-75,1 3 1,1 2 0,0 1 0,0 4-33,0 0 0,1-1 0,2 5 0,2-1 4,-1 0 0,2-1 0,-3-3 1,-1 1-33,2-3 0,-3 2 1,2-3-1,-2-4-105,-1-3 1,2 0 0,1-5-1,-1-1-708,-2 1 332,0-5 1,0-3 484,0-4 0,0-3 0,-2-4 0,-1 2 0,1 2 0,-5-2 0,-3 2 0</inkml:trace>
  <inkml:trace contextRef="#ctx0" brushRef="#br0" timeOffset="3216">1908 398 7739,'4'-7'544,"0"1"0,5 0 0,0 4-351,2 1 1,2-2-1,-1 2 1,0-1-383,3-1 0,2 0 1,2-1-1,-2 0-718,-4 1 0,3-2 0,-4 1 907,1 0 0,1-5 0,-2-3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3:21.2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56 397 9400,'0'-3'723,"0"4"1,0 6-376,0 5 0,0 10 0,0 6 0,0 4-111,0 5 1,0 5 0,1 0 0,2 0-154,-1-1 1,1-4 0,-3-2 0,0-7-477,0-4 1,2-6-1,0-5-655,1-2 0,-2-6 447,-1-5 0,0-4 1,0-6-1,0 1 91,0-2 1,0-2-1,0 0 509,0-3 0,-4-3 0,0-2 0</inkml:trace>
  <inkml:trace contextRef="#ctx0" brushRef="#br0" timeOffset="334">1 349 7929,'8'-4'0,"0"-1"76,0-2 1,0 3 0,2-1 0,2 0 190,0 2 1,2 0-1,4 1 1,0 1-39,0 1 1,3 5-1,-1 2 1,1 4-23,0 1 0,-3 3 1,-1 4-1,-2 2-28,-5 2 0,-1-1 1,-4 1-1,-3-1-138,-1-4 0,-3-1 1,-3-2-1,-1 1-62,-2 1 0,-3-5 1,0-3-1,-1-1-48,-1-4 0,-4 1 0,0 0 0,0-1-263,1-4 1,0 0 0,0-4 0,1-1-302,1-2 1,1 0 0,2-2 0,4 1 632,1 1 0,0-5 0,-1 0 0</inkml:trace>
  <inkml:trace contextRef="#ctx0" brushRef="#br0" timeOffset="836">493 406 7929,'0'7'87,"0"1"1,2 1-1,0-2 183,0 1 0,3 1 0,-2 1 0,0 2 20,1 0 1,-4 0 0,3 2 0,-1-1-25,0 2 0,-1-5 0,2 1 1,-2-1 776,-1-3-865,0 1 0,-3-4 0,0-5 1,2-5-64,-1-4 0,2-5 0,0 0 1,0-4-87,0 0 0,2-2 0,-1 0 1,2 1-92,2 5 0,0-2 0,3 1 0,1 2-165,-2 1 0,1 1 1,1 5-1,0 2-233,2 1 0,2 4 0,-1 0 0,-1 0-31,1 4 1,0-1-1,-2 7 1,-1 0-17,2 0 1,-4 0-1,-1-2 1,0 1 506,0-2 0,-2 1 0,3 1 0,-3-2 0</inkml:trace>
  <inkml:trace contextRef="#ctx0" brushRef="#br0" timeOffset="1120">868 358 7929,'0'8'156,"0"-1"0,0 3 0,0 0 0,0 0 215,0 2 1,0 5 0,-1 2 0,-2 2-204,1 1 0,0-2 0,2 0 0,0 0-309,0-2 1,0-2 0,0-1-587,0-2 0,1-2 0,1-6-490,3-5 1217,-1-4 0,3-8 0,-2 0 0</inkml:trace>
  <inkml:trace contextRef="#ctx0" brushRef="#br0" timeOffset="1251">860 127 7929,'-6'-7'-219,"2"1"-545,0 1 1,1 3 763,0-1 0,2 3 0,-1 3 0,1 2 0,4 2 0,2 1 0</inkml:trace>
  <inkml:trace contextRef="#ctx0" brushRef="#br0" timeOffset="2000">1026 349 7929,'5'14'0,"-2"-5"0,-2 1 0,-1-3 0,0 1 115,0 1 1,0 0 0,0 3 0,0 0 213,0-1 0,2 3 1,1-4-1,-2 1-322,0 0 0,1-1 1,2 0 144,-3-1 0,0-4-17,3-3 0,-4-2 1,4-2-145,-4-4 0,0-2 1,0-1-1,0-3-66,0 0 0,1-1 1,1-4-1,1 1-19,-2 0 1,2 1 0,1-2 0,0 3 33,-1 0 1,3 2 0,-1 3 0,0-2-42,1 1 0,-1 3 1,3 4 10,-1-1 1,1 2 0,-2 5 0,-2 6 80,0 3 1,1 3 0,-2 2 0,-1 0 75,-1 2 1,-1 1 0,0 0-1,0-2 6,0-1 0,0-3 1,0-1-1,0-2 72,0-3-86,0 1 0,0-6 1,0-3-1,1-4-125,1-4 1,0-2-1,4-4 1,0 1-38,1 0 1,-2 0-1,1-3 1,0 0-79,1 1 1,0-2-1,1 3 1,0-1 69,0 2 1,0 3 0,0 0-1,0 2 51,-1 2 0,2 3 0,-1 3 162,-1 0 1,-2 7 0,-3 4-1,1 3 158,-1 2 0,-1 3 0,2 1 1,-2 2-150,-1-2 1,0 1 0,0 2 0,0-3-398,0-1 1,0-2-1,2-4 1,2-2-217,0-1 1,-1-7 0,2 1 0,1-4 501,1 0 0,-2-4 0,2-3 0,-3-6 0</inkml:trace>
  <inkml:trace contextRef="#ctx0" brushRef="#br0" timeOffset="2417">1488 445 7889,'3'4'93,"-2"0"0,4-4 1,0-3 10,-1 1 0,-2-4 0,3 0 0,0 0-53,-1-3 0,-2 1 0,1 1 0,0-2-4,-1 1 1,2-2 0,-4-2 0,0 0 24,0 2 1,0-1-1,0 2 1,0 2 18,0-1 0,-2 4 0,0 1 0,-2-1 93,1 2 0,-3 0 1,-1 5-1,-2 3-117,1 3 1,3 3 0,0 3 0,-1-2-112,3 0 0,-5 4 1,6 0-1,1 2-133,0-2 0,1 0 0,1 0 0,1-2-150,3 1 0,2-1 0,3-1 0,-1-5-135,1 1 0,4-7 0,0 1 0,2-4 462,2 0 0,-1 0 0,1-4 0,-1-2 0,0-3 0,-2-3 0,1-4 0</inkml:trace>
  <inkml:trace contextRef="#ctx0" brushRef="#br0" timeOffset="2687">1773 349 7929,'-12'-2'-102,"2"0"1,1-1 0,1 3-1,-1 0 295,2 0 1,-1 0-1,1 0 1,-2 4 1,4-1 0,0 7 0,2 0 21,0 0 0,3 4 0,0-4 0,0 2-78,0 3 0,4 0 1,1 1-1,3 0-161,3-3 0,-1 0 0,2-2 0,-1-3-156,-1 0 1,2-2-1,0-4 1,0-1-128,-1 0 1,1-2-1,-1 0 1,-1-4-148,2-2 1,-4 1 0,3-7 0,-2-2 452,-1 0 0,4-5 0,0 0 0</inkml:trace>
  <inkml:trace contextRef="#ctx0" brushRef="#br0" timeOffset="2917">1916 0 7929,'-5'4'0,"1"0"0,0 4 0,-1 0 0,3 4 0,-1 4 0,2 5 730,1 4 0,0 9 1,0 5-1,0 3-159,0-2 0,0 0 0,0-3 0,0-2-503,0-3 1,0-4-1,0-4 1,0-6-544,0-3 1,0-5-379,0-1 1,4-6-1,-1-3-482,1-4 0,-2-6 1335,1-1 0,2-2 0,-2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3:26.5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9 334 7929,'-1'-7'-45,"-1"1"458,-1 1 0,1 2-95,2-3 0,0 6 0,0 0-114,0 4 1,2 6 0,2 2 0,1 1-68,1 4 1,1 2 0,0 5 0,2 0-134,-1 0 1,-1 0-1,-1-1 1,1 1-7,3 0 1,0 0-1,-3-3 1,1 0 27,1-6 0,-3-4 1,1-1-1,-2-4 62,1-4 1,0-2-1,0-2 1,0-4-3,0-4 1,1-3 0,0-4 0,-1-1-63,-1-3 1,1 0 0,1 1 0,2-3-99,-1 0 1,-1 0 0,2 2 0,-1 0-134,-1 4 1,-1-2-1,-2 6-283,-1 2 1,1 4-262,-2 1 1,0 6 104,0 0 0,-1 4 0,-1 3 646,0 1 0,4-3 0,1 5 0,2-1 0</inkml:trace>
  <inkml:trace contextRef="#ctx0" brushRef="#br0" timeOffset="514">493 373 7929,'0'-7'-104,"0"-1"0,0 1 324,0-2 0,0 1 0,-3 1 32,-2-2 0,-2 4 0,-2 1 0,2 0-37,-1 3 0,0 0 1,-1 2-1,-1 1-67,-1 3 1,-2 5 0,2 2 0,2 0-68,0 2 0,1 0 1,1 3-1,0-1-48,2-1 0,1 1 1,4 1-1,0 1-206,4 1 1,1 2 0,4-3 0,3-3 76,0 0 1,1-6 0,3 2 0,0-4 89,-3-1 0,0-2 0,-1-4 0,0-1 34,-1-2 0,0-3 1,-3-3-1,-1-5-10,2-1 1,-2-2-1,-1-1 1,-1 0 10,-3 0 0,2 1 1,-4 1-1,0 1-23,0-1 1,0 1 0,0 0 0,0 3-27,0 0 0,-1 5-2,-2 1 0,1 5 1,-2-2-13,1 6 1,-1 2 0,4 5 0,0 2-19,0 2 0,0 0 0,0-1 0,0 3-221,0-1 1,1 1-1,2 0 1,0-2-211,1-1 1,1-1 0,1 2 0,-2-4 191,4-1 1,-1-2 0,0-2 0,1-2 290,0-3 0,4 0 0,0 0 0</inkml:trace>
  <inkml:trace contextRef="#ctx0" brushRef="#br0" timeOffset="881">717 366 7929,'0'7'-385,"0"-1"1,0-1-1,0 1 714,0 1 0,0 5 1,0 2-1,0 0 97,0 3 0,2 1 0,0 1 0,1 0-74,-3 2 0,3-3 0,0-3 0,-1 1 62,2-3 1,-3-2-224,1-3 1,0-6 0,0-5 0,0-4-130,0-4 1,0-2 0,-1-5 0,3-1-327,-3-2 0,1 1 0,0-2 0,0 1 22,0-1 1,2 3 0,1 0 0,0 2-60,1 1 1,-1 4-1,3 1 1,0 2 82,0 2 0,0 2 0,0 2 0,2 2 51,1 1 1,1 4 0,-3 1 0,1 2-16,1 1 0,-3 3 1,1 0-1,-1 1-77,3 0 1,-3-1 0,3-2 0,-3 2 258,1-1 0,-1-2 0,-1 0 0,2 1 0</inkml:trace>
  <inkml:trace contextRef="#ctx0" brushRef="#br0" timeOffset="1134">1082 366 7929,'0'11'94,"-2"-1"0,1 0 1,-1 2 245,-1 2 0,0-2 1,0 1-1,2 1-105,0 2 0,-1 0 1,-1-1-1,1 1-292,1-1 1,2-1 0,1-4 0,1-1-1046,-2-1 0,4-4 264,-1-2 0,2-2 838,1-2 0,0-5 0,-4-7 0</inkml:trace>
  <inkml:trace contextRef="#ctx0" brushRef="#br0" timeOffset="1281">1114 96 7929,'-6'-7'416,"1"1"1,3 2 0,-2 2-737,1-1 0,3 2-580,-3 4 0,3 1 900,3 4 0,0 4 0,6 0 0</inkml:trace>
  <inkml:trace contextRef="#ctx0" brushRef="#br0" timeOffset="1834">1400 366 7929,'-7'-8'0,"1"1"-128,1-2 1,-1 4 0,-1 1 0,-2-1 463,1 1 0,1 1 1,-2-1-1,1 0-65,1 2 0,-3 2 0,0 2 0,1 4-180,-2 2 1,3 2 0,0 1-1,2 1-61,2 3 0,-1 0 1,0 1-1,1-1-71,4 1 0,0 1 0,4-1 1,1-2 31,2-1 1,1 3 0,2-4 0,2 1 37,0-3 0,-1-2 0,1-3 0,1-2 18,-1-3 0,-2 0 0,0 0 0,-1 0-1,-1 0 0,0-3 1,-2-4-1,-2-3-86,2 0 0,-2-3 0,-2 1 0,0 0-1,-2 1 0,2-1 1,2 2-9,-3 0 0,0 1-113,-1 1 1,0 4-1,0 4 81,0 5 0,0 2 0,0 2 0,0-2-71,0 2 1,0 1 0,1 1 0,0-1-227,2-2 1,0 1 0,0-2 0,0 0-135,1-1 1,2-2 511,1-2 0,2-1 0,-1 3 0</inkml:trace>
  <inkml:trace contextRef="#ctx0" brushRef="#br0" timeOffset="2374">1646 0 7929,'0'8'-76,"-1"1"0,0-2 1,-2 3 223,1-1 0,2 4 0,0 8 0,0 2 64,0 5 0,-1 6 1,-2 1-1,1 2-47,1 0 1,-2 3-1,2-3 1,-1-3 34,-1-8 1,2-5-1,1-8 1,0-2-111,0-3-260,0-3 0,4-5 0,-2-5 63,-1-2 0,3-4 0,-1 0 0,1 2-120,0 0 0,0-2 0,0 1 1,1 0 8,1 0 1,1 3 0,0-1-1,-1 1 32,-1 2 1,1-2-1,3 2 1,-2-2 68,1 2 1,-1-1-1,2 3 1,-1 1 146,-1 2 1,2 0-1,-2 0 1,1 4 108,1 4 0,-2 3 1,-2 6-1,-3-1 20,-1 2 0,-1 3 1,0 2-1,-1-2 52,-1-3 0,-3 0 0,-2-1 1,-3-1 27,1-4 0,-1-3 0,-1-1 0,2-2-223,-2-4 1,1-1 0,-2-1 0,0-1-230,2-1 1,1-3-1,-1-4 1,1 0-186,1-2 0,1-3 1,5 0-1,1 0-320,-1-3 0,2 1 718,0 1 0,0-1 0,0-1 0</inkml:trace>
  <inkml:trace contextRef="#ctx0" brushRef="#br0" timeOffset="2647">1885 96 7929,'4'8'0,"-1"3"-6,-3 2 0,0 2 1,0 2-1,0 0 315,0 1 1,0 6 0,0 4 0,-3 4 66,-2 0 0,-2-2 0,-1 0 0,0-1-410,0-2 1,4-4 0,0-5-1,4-2-584,0-3 1,0-1 0,0-5 159,4-2 1,-3-1 0,4-8 457,-1-1 0,2-5 0,-2-2 0</inkml:trace>
  <inkml:trace contextRef="#ctx0" brushRef="#br0" timeOffset="3198">1988 437 7929,'1'7'-48,"2"-1"0,-2-2 0,5-4 149,0 0 0,1-1 1,1-2-16,0-3 1,0-1 0,-2 0 0,2-3-35,-4 1 1,-1-1-1,2-1 1,-2 3 1,-2-1 1,3 0 0,-2-2 0,1 1 0,-2 1 0,-1 2 0,0-2 0,-1 2 27,-2-1 0,1 2 1,-3 2-1,-1-1-23,-1 0 0,1 4 1,1-1-1,-2 2 29,-3 2 1,2 3 0,-3 2 0,1 2 45,3-1 0,-1 3 1,1 1-1,-2 1 15,1 0 0,1 0 0,2 4 0,2-1-46,2-1 1,1 1 0,0 0-1,1-2-117,2-1 1,2-1 0,3 2 0,2-4-317,0-1 0,5-2 1,-2-1-1,2-4-36,1 2 1,1-3 0,0 2-1,2-2 26,-2-1 0,0-4 0,0-1 0,1-3 340,1-3 0,2-1 0,0-3 0</inkml:trace>
  <inkml:trace contextRef="#ctx0" brushRef="#br0" timeOffset="3497">2306 255 7895,'-8'6'0,"0"-3"74,0 1 1,0 2 0,1-3 0,-2 1 180,1-2 1,1 6-1,2-4-65,3 4 1,0 0 0,4-1-52,0 2 0,3-2 1,3 0-1,3-1-108,2 0 1,-1-1 0,1 3 0,2-1 113,-1 2 1,1-1 0,-3 1-1,0 0 140,0 2 1,-3 0 0,0-3 0,-3 2 74,0 1 1,-3 2 0,1-2 0,-4-2-76,-4 0 0,1 0 0,-7 1 0,1 0-181,-6-3 0,3 0 0,-1-3 0,-1-1-459,-1 1 0,-1-2 0,3-2 0,0 0-619,2 0 0,-1-1 1,4-1-1,-2-3-1928,4 0 2902,-1-1 0,0 1 0,-2-3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09.0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1887 8160,'6'0'13,"-1"0"1,-3 1 441,1 4-266,2-2 0,-1 4-95,2-2 1,1-3 73,-1 2 0,-2 1-109,3-1 1,-2-2-1,4 2 4,-1-2 0,0 2 0,1 2 0,-1-3-96,1-1 1,0-2 0,0 1-1,2 3 64,0 0 1,3 2 0,-1-6 0,0 2 38,2 2 1,0-2-1,0 2 1,0-2 1,0-2 1,1 0 0,1 0 0,0 1-5,0 5 0,3-4 1,0 3-1,0-4 3,1-1 1,0 0 0,2 0-1,-4 0 45,0 0 1,0 0 0,2 0 0,0 0-40,-1 0 1,1 0 0,-3-1 0,1-3 5,1 0 0,3-2 1,-3 6-1,1 0 11,0 0 1,3 0 0,-2 0 0,0 0-71,1 0 0,-4-2 0,1-1 0,-2-1-54,-1 1 1,1 0 0,-3-2 0,0 1 114,-1 0 0,-2-2 0,3 0 0,-1 3-71,-1 2 1,3-4 0,-3 1 0,1-1-48,1-2 0,-3 5 1,1-4-1,0 1 40,0-1 1,-1-3 0,2 3 0,1-3-10,1-2 1,-1 2 0,-1 0-1,1-3 16,0 0 1,3 1-1,-1 2 1,0-3-21,0 0 1,0-2-1,0 2 1,0 3 34,1-3 1,-2 0 0,1-4 0,0 1 89,-3 1 1,2-1 0,-3 0-1,1 1-66,1-1 1,-2 0 0,2-2 0,-1 1-44,1-4 0,2-1 1,0 2-1,0 0 14,0 0 1,0-2-1,0 0 1,0 0-12,0-1 1,-2-2 0,-1 3 0,0-1 17,-1 1 1,2 0 0,-2 3-1,-1-4 5,0 0 1,3 2-1,-4-3 1,0 0-21,1-1 0,-1 7 1,3-4-1,2 1-23,0 1 1,-2-6 0,-1 5-1,0 1 47,0-3 1,2 4-1,-1-5 0,-3 1 51,-2-1 0,0 5 1,0-4-1,1 3-1,-2-1 0,3-4 0,-5 2 0,1 1-65,2 0 0,-2-5 1,0 8-1,-1-2-47,0-1 0,2 4 0,0-4 0,1 1-11,-1 0 0,1-1 0,-1 3 1,1-2 15,0 2 1,-1-3 0,0 1 0,0 2 16,-2 2 1,2 1 0,-4-2 0,2-1 21,-1-2 0,-2 7 0,2 2 0,-1 1-5,-2-4 1,2-1 0,-1 1-37,-2-1 0,3 6-69,-1-2 0,1 3-163,-1-2 1,-2 2-762,1 4 229,-1 2 1,-1-4-1694,0 12 1529,0-4 0,-1 5 947,-1-2 0,-3-4 0,-4 7 0</inkml:trace>
  <inkml:trace contextRef="#ctx0" brushRef="#br0" timeOffset="583">2220 30 8160,'9'0'-261,"-4"-4"656,1-2-184,-4 1 0,-2 5 1,-5 2-106,-3 4 1,2-3-1,0 6 1,-1 2 18,0-4 0,-2 7 0,0-5 1,-2 5-67,1-1 0,1 2 1,3-1-1,0-3-40,-2-1 1,1 0 0,0 3 0,2-2-1,1-1 1,1-5 91,3 6-109,0-8 0,4-3 0,2-9 0,1-1 6,2 0 0,-1 1 0,-2-6 0,0-1 31,0 3 0,1-3 0,-1 1 0,0 2 18,-3-3 0,3 7 1,-2-1-36,0-1 0,0-1 0,0 0-13,0 3 1,0 6-12,-1-2 0,-2 2 0,5 3 71,1 0 1,-3 3 0,2 0 0,0 3 95,-1 2 0,2 1 0,-1 1 0,1 1 103,2 0 1,0 4 0,-1 3-1,0 2-194,1-2 1,0-3 0,0 1-1,1 0-132,2 4 1,-2-3 0,-3 2 0,-1-3-371,1-1 0,-1-5 1,1-2-1,-3 0-2326,0 1 2754,-1-6 0,1 3 0,0-6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17.9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230 16 7988,'8'0'474,"-4"-3"357,1 0 1,-4-2-419,-1 3 1,-4 0 0,-2 2-204,-2 0 1,-1 0-1,-2 0 1,1 0-34,-1 0 1,-1 1 0,0 0 0,-2 3-69,0-1 1,-1 3-1,1 1 1,-3 2-14,0 0 0,0 5 0,4-3 0,2 2-98,0 2 1,1 0 0,4 0 0,1 1-99,4 1 1,2 0 0,1-3-1,4 2 80,3-2 1,2 1-1,4-5 1,0-1 76,2-1 1,3-4-1,-3 1 1,1-3-16,0 0 0,-1-2 1,-3-2-1,2-1-4,-2-4 1,1 0 0,-5-4 0,-1 0-95,1 1 0,-1-2 0,-1-2 0,-1 1-13,-2 1 0,-3 0 1,2-4-1,0 1-185,-3-2 1,2 0 0,-1 2 0,1 2-12,-3 2 0,0-3 0,0 5 757,0 0-256,-3 4 1,2 4 0,-1 5-1,1 4 27,1 2 1,0 5 0,0 2-1,0-1-16,0 1 1,1 0-1,1 2 1,2 0-118,0-1 1,3 0-1,-3-3 1,3-2-454,0-1 1,3 0 0,-1-5 0,0-1-546,-1-2 1,-1-1 0,0-4 0,0-1-389,1 0 0,-4-3 1256,1 0 0,-3-5 0,1-1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18.7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368 252 8014,'4'-2'-606,"0"-1"0,0-2 745,1 0 1,-4 1 0,2 0-120,0-2 0,1-1 0,0 0 0,-2 0 182,0 0 0,-2-1 1,0-1-1,0-2 5,0 0 1,-2 0 0,-1-2 0,-4 1-18,0-4 1,-7 2-1,3-3 1,-1 2 6,0 1 0,0 0 0,-1 2 0,0 3-16,1 3 1,1 3 0,-2 3 0,2 2-103,0 3 1,0 3 0,1 7 0,1 2-36,1 2 1,1 6-1,0 4 1,2 3 46,0 3 1,3 2 0,0 1-1,1 0-49,1 3 1,3-1 0,-1 1-1,3-3-23,0-5 0,-1 1 0,0-4 0,1-3 45,-2-1 1,2-4 0,0-3-1,-2-2-154,1-1 0,0-4 0,0-2-155,-3 1 1,0-4-519,-1-2 1,-1-4 113,-1-1 1,-3-4 0,-2-2 0,1-2 238,1 1 1,-2 3-1,4-1 1,-3 0 409,2-2 0,-1-1 0,-2 1 0</inkml:trace>
  <inkml:trace contextRef="#ctx0" brushRef="#br0" timeOffset="183">0 562 7314,'4'-4'-128,"2"3"0,-3-3 1,1-1 843,1 2 0,4 1 0,3-1 0,-1 0-512,5 1 1,-2-2 0,3 3 0,0-1-261,0 0 1,-1 2 0,0 0 0,0-1-288,1-2 0,-1 2 0,-1-1 0,0 1-720,-2 1 1,2 0 1062,-1 0 0,1-3 0,-1-1 0</inkml:trace>
  <inkml:trace contextRef="#ctx0" brushRef="#br0" timeOffset="585">490 482 8014,'-3'-3'36,"0"-1"0,0 3 1,-2 0 234,2-1 1,1-2-1,-4 2-200,1 0 0,-1 0 0,-3 2 0,1 0 65,-2 0 0,-2 3 0,2 2 0,-2 1 2,0 1 1,1 3-1,1 2 1,1 2-227,-1 1-1,3 1 1,3 2 0,0 0 1,3 2 1,3 1 0,4-1 0,3-2 140,2 0 1,4-2 0,-2-2-1,3-3 68,1-1 0,-2-2 0,4-1 1,-2-3-10,-1-2 0,2-4 1,-1-2-1,-2-4-66,1-1 0,-5-2 0,-1-4 0,0 1-90,-1-1 0,0-4 0,-3-1 1,-2 1-207,0-3 0,-2 2 0,-2-2 0,-1 2-96,-1 1 0,-3 2 1,-1 4-1,-2 4-17,1 0 0,0 6 0,-2 1 0,1 1-721,-2 1 1083,1 0 0,2 3 0,0 0 0</inkml:trace>
  <inkml:trace contextRef="#ctx0" brushRef="#br0" timeOffset="1050">777 568 8014,'0'12'-66,"1"-2"1,0 1 123,1 0 1,2 0 0,-2 2 0,0-1 195,-1-1 0,2 2 1,-2-3-1,1-1 281,0-2 0,-2-2-60,0-1 1,0-2-1,0-2-198,0-5 0,0-2 1,0-2-1,0-2-232,-2-2 1,1 0 0,-1-5 0,0 2 43,2-1 0,4-1 0,-1 3 0,3 0-124,-2 1 1,1 2-1,3 1 1,1 0-122,1 4 1,1 0 0,0 1 0,0 3-264,2 0 1,0 0-1,2 4 1,-1 2-102,1 1 1,-4 3 0,-2 0 0,-1-1-1408,0 2 1927,-2-1 0,2 1 0,-1-1 0</inkml:trace>
  <inkml:trace contextRef="#ctx0" brushRef="#br0" timeOffset="1799">1151 490 8014,'0'7'28,"0"-1"1,0 2 0,0-1-1,0 1 250,0 2 1,0 1 0,3 4-1,-1-1-64,-1 0 0,2 0 0,0 1 0,0-1 92,-1 1 0,-1-4 0,3 0-8,-1 1 1,-2-3-217,5-5 0,-4-4 1,1-6-1,2-1-152,-2-3 0,2-3 1,0 0-1,-1-2-129,-1-2 0,3-1 0,-2 2 0,1-3-19,-1-2 1,2 2-1,-1 2 1,1 3-16,-1-1 1,0 1-1,2 0 1,-1 2 192,-1 3 0,0 3 0,-1 2 0,-1 2 47,1 3 0,0 2 0,-2 6 0,1 1 151,0 1 0,-2 4 0,2 2 1,0-1-39,-1-1 0,1 0 1,-2-2-1,3 0-20,0-1 1,-3-3 0,2 0-1,-1-1 64,0 0 1,-1-4 0,1 0-34,2 0 1,-2-5 0,3-4 0,0-1-214,2-2 0,-3 0 1,1-1-1,2-3-73,2-2 1,-1 0 0,4-1 0,-2 1 75,-1 2 0,1 2 0,0 1 1,-1 0 75,1 2 0,-1 1 1,0 3-1,-1 2 46,0 0 0,-4 1 1,1 1-1,-1 2-5,1 1 1,-1 5-1,-3 1 1,1 1-59,1 3 1,-3-2-1,1 2 1,0-3-183,2 2 0,-1-2 0,-2 1 0,0-2-433,0-1 1,0-1 0,0-2 0,0 2 634,0-1 0,4 1 0,-1-2 0</inkml:trace>
  <inkml:trace contextRef="#ctx0" brushRef="#br0" timeOffset="2310">1619 418 7916,'-6'0'14,"2"0"0,1 1 0,-1 3 1,2 5 315,0 1 1,0 2 0,2 5 0,0 2-119,0 2 1,0-1 0,2 1 0,0-2-42,3-1 1,2-3 0,2-4 0,0 0-43,0-4 1,1-3 0,1-1 0,-1-3-60,0 0 1,1-3 0,-2-2 0,1-4-106,-1-3 0,-2-1 0,0-2 1,1-1 20,-1 1 0,1-1 1,-2-2-1,1 1-128,-2 0 1,0 0 0,-2 1 0,1 0 126,-2 3 1,1 1 92,-3 6 0,3 2 1,-1 4-54,-1 4 1,0 6 0,-1 2-1,1 1 105,2 2 1,-2 2 0,1 0 0,1 2-3,0 0 1,1-1-1,-1 0 1,1-2-461,1 1 1,2-2-1,0-2 1,1 0-256,-2-3 0,2-2 0,-1-3 1,1-3-73,-2 0 0,1-4 0,0 0 659,-3-3 0,7-4 0,-4-3 0</inkml:trace>
  <inkml:trace contextRef="#ctx0" brushRef="#br0" timeOffset="2751">2078 101 8014,'0'-5'315,"0"1"270,0-2 1,0 4-313,0 2 0,3 7 0,-1 9 1,1 4 30,0 5 1,-2 7 0,1 1 0,-1 7-78,-1 2 1,0 2-1,0 3 1,-1-4-143,-1-5 1,-2-6 0,-1-6 0,1-3 49,1-4 1,1-6 0,2-2-2035,0-2 1,0-4 1006,3-3 0,0-4 0,4-4 892,-2-3 0,5-2 0,-2-4 0</inkml:trace>
  <inkml:trace contextRef="#ctx0" brushRef="#br0" timeOffset="3219">2344 418 8014,'-5'-8'-7,"-1"2"0,0-2 1,2 1-1,-1-1 134,1 1 1,-2 3 0,0 2-1,-2 2 124,-2 0 0,2 2 1,-2 4-1,0 3-61,1 3 0,-1 1 0,3 2 0,-1-1-97,1 1 1,3 2-1,-1 0 1,2-2-91,2 3 0,0-2 0,2 1 0,2-4 121,4 0 0,1-2 0,4-3 0,0-1-41,2-3 1,-2-2 0,0-2 0,2 0-15,2 0 0,-3-1 0,1-1 1,-3-4-26,0-3 0,-1 0 0,1-3 0,-1 0-83,-1-2 0,-3-3 0,-2 0 0,0 1-51,0-2 1,-3 3-1,2-2 1,-2 2 46,-1 1 1,0 3 25,0 1 0,-1 5 0,-1 4 0,0 5 51,0 2 0,2 7 0,0-1 0,0 4 52,0 1 1,0 2 0,2-1 0,2-2-114,-1 2 0,-1-1 0,4-2 1,-1-1-489,1 0 1,0 0-1,-2-3 1,2-2-2164,0-3 2678,-2 1 0,3-7 0,-4 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28.6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29 149 8014,'0'-8'-105,"0"2"0,0-2 165,0 1 0,-1 0 1,0 2 1728,-1 0-1316,-1 1 1,0 3 0,1 4-1,1 4-60,0 3 0,1 6 0,0 1 0,0 6-125,0 3 1,2 2-1,1 1 1,1 0-205,-1-1 1,1 1-1,-1-1 1,-1 0-244,-2-1 0,3-4 0,-1-6 0,0-1-551,-1-2 0,-1-5 243,0 1 1,0-9-1,0-3 1,0-4-127,0-4 0,0 1 0,0-3 0,0-3 593,0-1 0,-4-7 0,0 0 0</inkml:trace>
  <inkml:trace contextRef="#ctx0" brushRef="#br0" timeOffset="551">0 91 6816,'6'0'1237,"-2"0"1,-2 0-1072,3 0 0,0-2 0,2-2 0,0 1-10,1 1 0,0-4 1,2 4-1,1-2-126,2 1 0,3-1 0,0 0 0,1 3-73,-2 0 0,1 2 1,-2 3-1,0 2 4,-2 2 1,-2 6-1,-4-3 1,0 3 52,-1 0 1,-4 0-1,2 1 1,-5-1 16,0 1 0,-3-1 0,-1-2 0,-2-1 5,-2-1 1,1 0 0,1-3 0,1 0 72,0-3 0,2 2-208,1-3 1,1-2-161,1-3 1,8 0 0,3-2 175,1 1 1,3 1 0,-1 2 0,0 0 40,0 0 1,-1 1 0,4 1 0,-3 5 55,1 2 1,-6 3 0,4 1-1,-5 1 86,0 3 0,-3-2 0,-3 2 1,0 0 104,0 0 0,-4 0 0,-3-3 1,-2 1-11,-2-2 0,-3-1 1,-1-1-1,-3-2-141,0 1 0,2-1 1,-1-5-1,2-1-288,0-2 0,2-2 0,-1-3 0,2-2-414,2-6 0,2-1 0,1-3 1,2-1 647,0-2 0,4-1 0,-2-2 0</inkml:trace>
  <inkml:trace contextRef="#ctx0" brushRef="#br0" timeOffset="1000">562 293 8014,'-6'-3'-808,"2"1"1,-1 0 1053,-3 2 1,2 0 0,-1 0 0,-1 0 174,1 0 0,-3 0 1,0 0-1,0 2-263,-1 4 0,1-1 0,1 3 0,0 0-91,0 1 0,1 0 0,0 3 0,2 1-39,1 0 0,3 4 0,2 1 0,2 0-160,3-1 1,4 1-1,1-3 1,2 0 70,3-2 0,0-3 1,2-1-1,-3-3 131,1-4 1,2-1 0,0-2 0,-2-1 0,-2-4 0,-3 0 0,-2-4 0,-3-2-91,1-1 0,-1-4 0,-2-1 1,-2 0-373,0-2 1,-5 1 0,0 0 0,-3 0-134,1-2 0,-2 3 0,0 1 1,-1 4 524,0 3 0,-1-1 0,3 0 0</inkml:trace>
  <inkml:trace contextRef="#ctx0" brushRef="#br0" timeOffset="1559">849 286 8014,'-8'-3'0,"-1"-2"35,0 2 1,-3-1-1,1 4 1,2 0 239,-1 0 1,1 0 0,-2 4 0,1 0-64,1 3 1,1 1 0,0 1 0,2 2-28,-2 0 1,2 3 0,1-2 0,2 1-171,3 2 1,0 0 0,3-1-1,2 0-35,1-3 0,5 2 0,0-3 0,3 0 104,0 2 1,-1-4 0,-1-3 0,0-3 11,2-1 1,0-1 0,1 0 0,-2-1-62,0-1 1,-1-2 0,-2-4-1,-2-2-160,-2-2 0,-1-1 0,-3-2 1,0 0-205,-1-2 1,-4 1 0,0-2 0,-1 0-275,-2 3 1,0-1 0,-1 3 0,1 0-88,0 4 1,1 1 689,-1 4 0,0-3 0,-1 4 0</inkml:trace>
  <inkml:trace contextRef="#ctx0" brushRef="#br0" timeOffset="1850">950 34 7961,'6'-5'196,"0"3"66,-2 2 0,-3 0 1,3 3-1,-4 5-48,0 3 1,1 6-1,0 2 1,2 6-99,-1 3 0,-1 4 1,-1 5-1,0 0-14,0 2 0,0-1 1,0-5-1,0-2-763,3-4 1,-2-6-1,4-4 1,-2-5-13,1-2 0,-1-5 0,0-4 673,0-2 0,3-4 0,-1-2 0</inkml:trace>
  <inkml:trace contextRef="#ctx0" brushRef="#br0" timeOffset="2419">1173 364 7825,'6'0'-533,"2"0"0,-1 0 679,1 0 1,-4 0-1,1-1 1,0-1-88,2-2 1,-2-3-1,-1 0 1,2-1 28,0 2 0,-1-1 1,-1-1-1,0 0 16,-3-2 0,0 2 0,-1-1 1,-1 0 22,-1-1 1,-2 2 0,-3-1 0,2 2 39,-3 2 1,-1-1 0,1 4 0,-1 0 23,-1 2 1,0 0 0,1 0 0,0 3-41,0 2 1,1 2 0,0 3 0,2 2-96,-2 1 0,2 2 0,1-2 1,2 2-59,3 0 1,0 1 0,0 1 0,0-1 10,3 0 1,0-2-1,4 0 1,0-1-121,0-1 1,2-2 0,1-2 0,2-1-222,-1 1 1,2-4 0,-2 1 0,2-3-183,-2 0 1,1-1 0,3-2 0,0-1-937,-2 0 1450,-2-4 0,6 0 0,-1-6 0</inkml:trace>
  <inkml:trace contextRef="#ctx0" brushRef="#br0" timeOffset="2850">1446 293 8014,'-7'-7'0,"2"-1"-81,0 1 1,0 0 0,-2 1 214,0 0 0,-1 3 1,2 3-1,-2 0 76,1 0 0,0 6 0,2 1 1,0 2-100,0 1 0,0 2 0,2 2 0,0 1-91,1-2 0,1 2 1,1-1-1,1 2-61,2 1 1,0-5 0,5 3-1,-1-3 74,-1-1 0,3-1 0,-1-2 0,3-1-30,1-2 1,-5-2 0,5-3 0,-3 0-52,1 0 1,-1-5-1,-2-1 1,0-3 16,1-2 0,-1 0 0,-1 0 1,0-2 12,-1-1 0,-4 0 0,2-1 0,-3 2 51,0-2 0,2 4 0,2 1 0,-3 2 187,0 1 0,-4 3-207,-2 2 1,-1 2 0,1 2-1,1 2-86,2 3 0,1 3 0,-1-1 0,1 1-4,1 0 1,1-1-1,0 4 1,2-2-182,2 0 0,-3 0 0,3-4 0,-1 0-152,1 0 1,1 0 0,-1 0 0,1-3 409,1-1 0,0-2 0,1-1 0,-1-4 0,0 1 0</inkml:trace>
  <inkml:trace contextRef="#ctx0" brushRef="#br0" timeOffset="3270">1676 264 7877,'0'7'104,"0"0"0,0-1 1,0 0-1,0 2 131,0 0 0,0 2 0,0 1 1,0 1 125,0 0 1,0-2 0,1 0 0,0 0-125,1 0 1,1-1 0,-3-1 103,0-1-399,0-3 1,2-3 0,1-5 0,0-3-71,0-1 0,-2-3 0,4-1 0,-2-2-122,1 0 1,1-1 0,2 2-1,-2-2-35,0 1 1,-1 1 0,4 2 0,-1 1 180,-1 1 0,2 1 0,-1 2 0,1 0 97,-1 1 1,-3 4 0,2-1 0,-1 4 143,1 3 0,1 4 1,-2 1-1,0 1 126,0 1 1,0 5 0,-2 0 0,2 0-134,-1 0 1,-2-2-1,2 2 1,0-2-147,0-1 1,-2-2-1,1-2-697,-1-3 0,1-1-72,1 0 1,-2-6 784,1-6 0,0-3 0,1-2 0</inkml:trace>
  <inkml:trace contextRef="#ctx0" brushRef="#br0" timeOffset="3685">2028 221 8014,'-7'0'0,"-1"2"0,2 2 25,-2-1 0,1-1 0,0 4 0,0-1 317,0 1 0,0 2 0,1-1-277,2 0 1,2 0 0,0 1 0,2-2-89,2-2 0,1 1 0,3-4 0,2 2 43,1 2 0,1-4 0,0 1 0,0 0-57,1 0 0,1-1 0,0 4 1,-1-1 121,-2 0 1,2 0 0,-2 2 0,0-2 132,-1 2 0,0 1 1,-2-1-1,2 1-27,-1 1 0,-3-1 1,1 1-1,-2-2 5,-2 2 1,-1-1 0,-2 0 0,-2 0-183,-3 0 0,-3 0 0,0-3 0,-2-1-452,0-2 0,1-1 0,-1 0 0,-1 0-324,2 0 0,-1-1 1,2-2-1,2-1 762,-1-3 0,2-3 0,0-1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23.8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29 431 7983,'0'-6'-8,"0"1"0,-1 1 412,-1 0 0,0 2 145,-3 2 1,4 1 0,-2 2 0,0 1-341,1 3 0,-1 2 1,0 2-1,1 0-51,1 5 0,0-2 0,1 3 0,0-1-202,0 1 0,0-2 0,0 2 0,1-3-129,1-2 0,2-2 0,1-2 0,0-1 99,0 1 0,2-5 0,0-1 157,0-1 1,0-5 0,0-2 0,1-4 30,-1-1 0,-1 2 0,0-3 0,-3-1-56,1 2 0,1-2 0,-2 1 0,-2 1-88,0 2 1,1 0 0,0 3-252,1-1 0,-3 3 180,0 4 0,0 4 0,1 3 0,0-1 33,1 2 0,4 2 0,-3 1 0,0 2 48,3-1 0,3-1 0,1 2 0,-1-2 132,1-1 1,1 0 0,4-3 0,0-1 161,-1-1 1,1-2 0,-1-3 0,0-1 7,-3-1 0,2-5 0,-4-5 0,0-2-127,-1 0 1,-1-3-1,-3 0 1,-1 0-142,-2-1 0,-1 4 1,0-3-1,-1 2-209,-2 3 0,0 2 1,-5 3-1,1 2-674,0 0 1,0 4-164,0-1 1,-1 2-1,2 2-1136,1 3 2168,2 1 0,-1 1 0,1 1 0</inkml:trace>
  <inkml:trace contextRef="#ctx0" brushRef="#br0" timeOffset="266">461 396 7741,'0'5'243,"0"0"201,2 0 0,-1 4 0,1 0 1,-1 1-185,-1 0 1,0 2 0,2 2 0,-1 1-401,1-2 1,0 2 0,-2-1-1,0 0-462,0-2 0,0-2 0,0-2-745,0-1 1347,0 0 0,4-6 0,0-2 0</inkml:trace>
  <inkml:trace contextRef="#ctx0" brushRef="#br0" timeOffset="447">461 202 8014,'-6'-7'44,"2"-1"1,3 4 0,-3-1 299,1 3-869,2-1 1,-2 3 0,6 1 524,1 1 0,6 2 0,1 3 0</inkml:trace>
  <inkml:trace contextRef="#ctx0" brushRef="#br0" timeOffset="765">683 29 7718,'0'8'-24,"0"-1"1,0 0-1,0 4 1,0 4 436,0 5 1,1 6-1,0 6 1,2 1-308,2 2 1,-3 4 0,3-1-1,-3 2-243,0-5 1,1 0 0,0-7 0,-1-2 61,1-5 0,-2-3 1,2-3-1,-2-4-362,1-1 0,-1-4-50,1-2 0,-3-3 1,-2-2 486,-2-6 0,1 1 0,-3-4 0</inkml:trace>
  <inkml:trace contextRef="#ctx0" brushRef="#br0" timeOffset="963">604 360 8014,'2'-5'-26,"1"1"1,2 2 0,1-2 271,3 2 0,0 1 0,2-1 0,3 0-176,-1 2 0,2 0 0,1 0 0,1 0-350,-1 0 0,-2-2 0,1 0 1,0 0-16,-1-2 1,-1 2 0,-2-1 0,-1-2 294,-1 2 0,-1-6 0,-2-2 0</inkml:trace>
  <inkml:trace contextRef="#ctx0" brushRef="#br0" timeOffset="1399">906 1 8014,'1'8'-38,"1"1"0,-1 0 0,2 3 1,-2 5 130,1 3 1,0 5 0,2 5 0,-1 4 103,-1 5 1,1 2 0,0 3-1,-2 0 59,0-4 0,-1-6 0,0-3 1,0-2-186,0-3 0,1-5 0,0-6 0,1-5-97,1-2 1,-1-4-1,1 1 43,2-2 1,-4-4-1,2-4 1,1-4-54,0-4 1,1 0 0,-1-4 0,1 0-154,-1-2 1,3-1 0,-3-2 0,3-2-59,0 4 1,-1 1 0,2 4-1,-1 2 150,1 2 0,-4-1 0,1 6 0,0-1 61,2 2 0,0 3 0,-2 4 0,0 5 126,1 4 0,-1 2 1,1 6-1,-2 2 267,2 1 0,-2 4 0,0 2 0,0-1-135,0 0 1,1-1 0,1 0-1,-1-3-386,1-3 1,-2-3 0,3-6 0,1-1-441,2-2 1,-4-3 603,0-3 0,0-4 0,2-3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48.0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58 50 8088,'-8'0'0,"2"0"147,-1 0 0,-1-2 0,1-1 1,0 2 1354,0-1-309,2 2-850,2 0 0,9 3 1,3 0 25,1-2 1,2 0 0,3-1-1,1 0-116,3 0 1,3 0-1,1 0 1,1 0-133,-1 0 0,2 0 0,0 0 1,-2 0-70,2 0 0,-6 0 0,0 0 0,-2 0-530,-4 0 0,-2 0 21,0 0 0,-7 0 1,-2 3-375,-4-1 0,1 2 1,-5 0 79,1 0 0,1-3 1,0 2-1093,-2-2 1843,3-1 0,-4 0 0,4 0 0</inkml:trace>
  <inkml:trace contextRef="#ctx0" brushRef="#br0" timeOffset="367">497 7 7887,'-1'-4'360,"-2"2"1,2 2 0,-4 2 0,0 3-42,-2 1 1,-1 5-1,-2 1 1,-2 5-29,-1 2 1,-4 4 0,-2 4-1,-4 1 112,0 4 0,0 0 0,0 2 1,3-4-223,4-3 1,0-2-1,3-5 1,0 0-252,4-3 1,1-6 0,1-1-1,0-2-202,-1-1 1,1-1-1,1 0 1,0-2-520,2-1 1,1 0 0,-2-3-524,-1 0 0,1-1 545,0-1 1,2-3 768,3-2 0,3-4 0,2 0 0</inkml:trace>
  <inkml:trace contextRef="#ctx0" brushRef="#br0" timeOffset="934">590 42 8088,'0'8'0,"0"-2"0,-3 0 0,0-1 173,0 1 0,-3 3 0,-3 1 1,-1 1 192,-1 1 0,-1 6 0,-3 2 0,-2 5-82,-2 1 0,-2 2 0,-1 4 0,0 0-91,1 0 0,1-1 0,-1-4 0,3-3-67,4-1 1,-2-1 0,7-6 0,0-2-79,4 0 0,-1-3 1,2 0-1,-1-1-163,1-2 0,1-3 1,-1-1-1,-1 2-65,2-3 1,-1 3 0,-4-3 62,1 1 0,-1-1 1,1 0 74,0 0 0,2 0 1,1-2-126,-2 1 170,3-1 0,0 3 1,6-4 114,1 0 1,3-3 0,1 1-1,2 0 5,1 1 1,1-2 0,2 1 0,1 0-11,3-1 0,1 1 0,4-3 0,-2 0 61,4 2 0,-1-3 0,3 3 0,0 0 33,0-1 0,-2 2 1,-2 2-1,-2 0 64,-6 0 0,2 0 1,-2 1-105,-4 1 0,-3 2-869,-3 4-713,-1-5 0,-4-1 31,0-4 0,0-1 0,0-5 1384,0 1 0,-4-3 0,0-1 0</inkml:trace>
  <inkml:trace contextRef="#ctx0" brushRef="#br0" timeOffset="1484">835 482 8088,'0'-8'807,"0"1"0,0 4-316,0 3 1,0 4 0,0 7 0,0 2-92,0 3 0,-1 6 0,-1 1 0,0 0-152,-3 3 0,1 0 0,-2-3 0,3 2-176,-1 0 0,0-4 0,0 1 0,1-4-634,0-2 0,0 0 0,3-7-477,0 0 1,0-5 406,0-4 0,0-3 0,0-5 0,0-1-367,0-1 0,2 0 999,0 0 0,1-2 0,5-1 0</inkml:trace>
  <inkml:trace contextRef="#ctx0" brushRef="#br0" timeOffset="1801">849 438 7886,'7'-1'-25,"0"-1"0,1-2 0,1-1 0,1 2 227,1-1 0,2 0 1,1 1-1,1 1 25,-1 1 0,0 1 0,0 1 1,-1 1 43,-1 4 0,-4 0 0,0 1 0,-4 2 131,0 2 0,-2 1 0,-3 0 1,-2 1-48,-1-1 0,-3 1 0,-2-1 1,-2 0-222,0-1 0,1-2 1,-4 1-1,3-2-474,1-1 0,-2-1 1,3 0-1,0-1-1262,1-2 1,2-2 1601,2-3 0,-1-6 0,-2-3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4:46.2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151 367 7794,'1'4'604,"2"-2"106,-2-1 0,1-4-92,-2-3 1,0 1-283,0-3 1,0 1-1,0 1-118,0-2 1,-2 1 0,-4 0-179,1 3 0,-1-1 0,-1 4 0,-1-1-27,1 0 1,-2 1 0,0 2-1,-1 1-55,-2 4 0,0-1 0,-1 3 0,0 1-92,4 1 0,1 2 0,1 0 0,0 0-64,2 0 1,2-1-1,4 3 1,1-1 106,3-1 0,3-2 0,1 1 0,1-1-14,1-4 1,0 0-1,2-3 1,-1-1 179,0 1 1,-1-2-1,-1 2 1,-1-3 8,2-3 1,-1-1-1,-5-3 1,1-1-97,-1 1 0,-2 0 0,0-2 0,2-1-15,-2-2 0,-1 0 0,1-1 0,0 0-115,-1 1 1,0 0 0,-2-2 0,0 2 67,0 3 1,0 1 39,0 0 1,0 5 0,0 3 18,0 4 1,-2 3 0,0 0-1,-1 1 85,3 2 1,0 0-1,0 2 1,0 0-75,3 2 1,-1-1 0,2 1 0,1-2-213,-1 0 1,3-3 0,-2 3 0,0-1-391,0-3 0,1 1 0,-1-4-122,2 1 0,-3-4 728,1-2 0,0-2 0,2-3 0</inkml:trace>
  <inkml:trace contextRef="#ctx0" brushRef="#br0" timeOffset="500">331 316 8088,'3'8'-2,"-2"-4"0,1 1 0,0 1 123,-2 0 1,2 1 0,0 1 0,-1 0 66,0 1 1,-1 0-1,1 1 1,1-1-85,0 1 1,1 0 0,-3-1 0,0 1 78,0-2 0,0-3 1,0 1 285,0 0-239,0-3 0,2-6 1,1-5-200,-2-2 1,0 0 0,0-2 0,0-1-232,1-1 0,4 0-1,-4 0 1,2 0-35,-1-1 1,3 3-1,-2 1 1,0 1 51,1 1 1,-1 1 0,4 1 0,-1 3 96,1 1 1,-1 2 0,0 1 0,0 3 207,0 1 0,1 2 0,-3 6 0,1 1 0,0 3 1,-3 0 0,3 3 0,-4-2-22,1-1 0,-1-1 0,2 0 1,0-2-295,0-1 0,-2 1 0,0-3-719,-1-2 0,1-4-783,1-4 1695,2-3 0,0-4 0,2-1 0</inkml:trace>
  <inkml:trace contextRef="#ctx0" brushRef="#br0" timeOffset="868">734 316 8088,'-3'-3'-5,"2"-4"0,-3 3 1,1-1 230,-1 1 0,-1-1 1,1 0-1,-2 0 138,-1-1 1,1 3-1,-2-1 1,-1 0-208,0 3 0,-1 0 0,3 1 0,-1 1-52,1 1 1,0 2 0,1 4 0,0 1-122,1 1 0,1 2 0,-1 0 0,3 2-30,2 0 1,0 3 0,0 0-1,2-1 23,3-1 1,1-1-1,3 0 1,-1 0-111,2-2 1,2-2-1,-1-3 1,2-3-72,-1-1 0,-1-2 0,2-1 0,-2-1-75,-1-2 1,2-2 0,-2-6-1,-2-1-112,1 0 0,-2 1 1,0-1-1,-2 0-838,0 1 1229,-4-2 0,9-2 0,-2-4 0</inkml:trace>
  <inkml:trace contextRef="#ctx0" brushRef="#br0" timeOffset="1114">784 0 8047,'0'7'-561,"-3"-2"1,1 0 853,1 0 0,0 6 0,1 0 0,1 2 123,1 2 1,-1 5 0,5 3 0,0 4-10,-1 5 0,2 3 1,-3 0-1,-1 1-92,-2 0 0,-1-2 1,0-2-1,0-4-328,0-4 1,0-3-1,0-7 1,0-3-511,0-2 0,0-4-406,0-2 1,3-4 928,2-10 0,1-2 0,1-6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5:29.4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71 7947,'0'-6'9,"-1"1"437,-3 5-661,3 0 0,-4 1 250,5 3 1,0-2-1,0 6 1,0 0-33,0 2 0,0 4 0,0 0 0,0 1-45,0 1 0,4-1 0,0 4 0,1-1 7,0 2 1,3 0-1,1 2 1,3-2 27,2-2 1,5 3 0,-1-5 0,3 2 12,1 0 1,4-3-1,3-1 1,3-2 11,4-1 0,4-2 0,4 0 1,2-3 33,1-1 1,6 2-1,1-4 1,6 0 82,3-2 0,7-1 0,3 0 1,8 0-60,5 0 1,1 0 0,3 0 0,-1 0-150,1 0 1,8 0-1,-47 0 1,0-1-1,0 0 1,0-1 18,0 1 1,-1-1 0,46-3 0,-45 4 0,1 0 0,0-2 0,0 1 42,2-1 1,0 0 0,-2 1 0,0 0 0,2-1 0,-1-1 0,0 0-1,0 0 37,-2-1 1,1 0 0,1 1 0,0 1 0,2-1-1,0 1 1,1-1 0,-1 0-14,-2 1 0,2-1 0,-3 0 0,-1 0 0,46 0 0,2 2-7,-48 1 1,-1 1 0,40 0 0,0 0 0,-7 0-23,-5 0 1,-5 1 0,-3 3-1,-4 3 2,-6 3 1,-5 1 0,-4 0-1,-2 0 21,-1 0 1,-9-1 0,1 2 0,-5 2 64,-3 0 0,-3 5 1,-3-2-1,-2 1 5,-3 0 0,-3-1 0,1 2 0,-1-1 30,1 1 1,-2 2-1,0-1 1,-1 0-75,-3-2 0,2-2 1,-1 4-1,-3-4-24,-2 0 1,-2-2 0,4-3-1,0 0-26,0 0 0,-4-4 0,0 0-134,1 2 1,-3 0-334,-1 2 0,-3-4 1,-1 1-217,0 0 0,-5-3 700,-2-2 0,2-1 0,0-2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4:35:35.4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11 661 7757,'-6'-5'127,"1"-1"0,5-5-76,0 0 1,0 4 0,2 0 0,0-2 11,2 0 1,3-3-1,-2-1 1,1-2-57,2 2 1,2-3 0,2 1 0,1-1-40,1 0 0,6 1 0,-4 2 0,2-3 30,0-1 1,2 4-1,4-1 1,2 2 5,2 1 0,-2 0 0,2 0 0,-1 1 0,1 3 0,1-2 0,3 3 1,1-2-3,-1 1 0,0 0 0,1-3 0,0 2 34,4 0 0,-3 2 0,5-3 0,-2 3 46,-2 2 1,3-4 0,2 5 0,-1-1-47,1-1 0,-1 4 0,1-2 0,1 0-32,4 0 1,-2 1 0,5-1 0,-1 2 0,0 1 1,4-4 0,1 0 0,-1 2-8,0 1 1,1 1 0,-4 0-1,1 0 24,2 0 1,2 0 0,1 0 0,0 0 23,1 0 1,1 0-1,0 1 1,2 1-7,-2 2 1,1 3-1,1-2 1,3 0-5,2 0 1,1 3 0,0-2 0,-2 1-67,4 0 0,0-3 1,6 3-1,0 0-15,-1 0 0,3 2 0,-4-4 0,2-1 35,5 1 1,-2 2-1,2-2 1,-4 0 22,0 0 1,4 3 0,1-2-1,1 1 41,-1 1 1,-4-5 0,-2 4 0,1 1 5,2-2 1,5 2 0,-2-3 0,-3 0-40,-1 0 0,-2 2 0,5-4 0,0 1-15,-1 1 0,1-4 0,-7 3 0,1-3-18,2-1 0,0 0 1,-1 0-1,-1 0-10,-1 0 0,-4 0 0,2-1 0,-2-2 78,-1 0 1,-4-6-1,-1 3 1,-1-1 90,-1 0 1,-4 0-1,-2-4 1,-3-1-82,-1-3 1,0 3 0,-2-3 0,0 0-28,0 1 0,-6-3 0,-4 3 0,-3-3-29,-4 0 0,0-2 0,-8 4 0,-3 1-27,-1-2 1,-5 3 0,2-4 0,-5 2-69,-2 2 1,-4 1 0,2 1 0,-2 0-405,1 0 0,-1 0-387,-3 1 1,-1 0-925,-2 3 1800,-3 2 0,-10 0 0,-1-1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5:40:41.7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1234 179 8092,'0'-8'-120,"0"-1"1,0 1 0,-1 0 0,-1 1 728,-1 2 1,-1-1-394,2-2 1,0-1 0,-4 1-56,-1-1 1,0 1 0,-2 0 0,1 1-25,-1 2 1,1 0 0,-2-2 0,-1 2-48,-3-2 0,-1 2 0,0 1 1,-1-1 18,-2 0 0,1 2 0,-5-1 0,0-1-118,0 0 1,0 3 0,-5-1 0,0 3 97,-2 0 0,1 0 0,2 0 0,-3 0 26,-2 0 1,-1 0 0,0 2-1,2 2-4,0 1 0,2-2 0,1 2 0,0 2-4,-1 1 0,-4-1 0,4 1 1,1-1-47,0 3 0,-2 0 0,-1 0 0,-1 1-5,3 3 1,2-1 0,0 2 0,1 2-29,-1 2 1,4 1 0,2-3 0,2 1 18,1 2 0,1-1 1,1 3-1,2-1 65,1 1 0,3 0 1,4 2-1,-2 1-24,-1 1 0,3-1 0,0-2 1,0 1-18,1 4 0,-1-2 0,-1 3 1,3-2 7,2 1 0,1-1 1,0 2-1,0-1-13,0 1 0,4-1 0,2-2 1,1 0 2,2 3 1,2-3 0,2 1 0,1-2 22,4-2 1,0-2 0,4 4-1,2-1 29,0-1 1,3 3-1,1-5 1,4 0-33,1 3 1,2 0 0,0 2 0,3-1-79,1-3 1,-2 0 0,3-3 0,-1 0-33,0-3 1,3 0 0,-3-5-1,3 0 193,0-2 0,7-1 0,0-2 1,0-1-13,1-1 1,1-1 0,2-3 0,1 0-80,-1 0 1,0-1 0,0-2 0,1-4-13,-1-3 1,0-3 0,-1-4-1,-2-1-60,-3-2 1,-3-2 0,-3-4-1,-3-3-127,-3-2 1,-4 1 0,-8-1-1,-1-2-11,-1-3 0,-1-6 1,-3-4-1,1-2-189,2-1 0,-2-4 0,1-1 0,-2 0 59,-2 2 1,-4 3-1,-5 10 1,-3 1 445,-3 0 1,-8 3-1,-6-2 1,-8 2-14,-5 1 1,-7 3 0,-6 0 0,-3 0-215,-2 1 0,-2-1 0,-5 4 0,-2-2-149,-3 2 0,0 1 0,1 2 0,5 4-186,4 6 0,8 7 0,1 5 0,3 1-415,4 1 0,0 6 0,13 3 0,1 1-1061,5 2 1851,3-2 0,0 10 0,1-2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5:40:43.5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2645 128 7936,'-29'-17'18,"-2"3"0,-7 0 0,-5 2 132,-4 2 1,-8 0 0,-2 2-1,-4-1-41,0 1 1,-2 2 0,-6 0 0,-2 1 7,-6 0 0,2 1 0,-4 4 1,-3 0 27,-4 0 1,-5 7 0,-5 2 0,0 4 103,1 2 0,0 2 0,1 3 0,0 2 92,-2 3 0,8 3 1,0 1-1,4 2-195,2 1 1,5 2 0,6 3 0,4 2-81,5-1 0,9 4 0,5-2 1,8 2 1,4 3 0,10-1 1,6 1-1,8-1-121,5-2 0,5 2 0,6 0 0,8 1 93,7-4 0,10 2 0,8-4 0,8 2 41,7-1 1,8-3-1,7-5 1,5-2-32,8-1 1,9 0-1,6-5 1,-44-12-1,0-1-27,2-1 1,0 0-1,2-2 1,0-1 0,2-1-1,2 0 1,2 0-1,2-1-41,2-1 0,1-1 0,-1 0 0,0 0 0,2 0 0,0 0 0,0-2 0,-1 0 79,2 0 0,0-1 1,1 0-1,0-1 1,2 0-1,0 0 0,-1-2 1,0 0 8,-3-1 1,0 0-1,0 0 1,0-1-1,-2 0 1,1-1 0,0-2-1,0 0-35,1-1 1,0-1 0,-2 1 0,-2 0 0,-1-2 0,0-1 0,-2 0 0,-1-1-150,-1 0 0,0-1 0,-1 0 0,-1 0 0,0-3 0,-1 0 0,-1 0 1,-2 0-155,-2-1 1,-1 1 0,42-23 0,-7-2 0,-6-3 77,-6-2 0,-16 2 1,-8 0-1,-14 0 305,-10 0 1,-11 1 0,-12-4 0,-7 2 210,-11 2 0,-13 0 0,-13 3 0,-9 0 211,-10 1 1,-7 4 0,-11-1-1,-5 3-443,-5 3 0,42 16 1,-2 0-1,-1 1 1,-1 1-1,-2 0 0,0 1-69,0 0 0,-1 2 1,0 2-1,0 1 0,-2 1 1,-1 1-1,-3 0 1,1 1-67,-3 1 1,0 1-1,4-1 1,0 2 0,-1 1-1,1 1 1,2 0 0,0 0-207,2 0 0,0 0 0,1 3 0,0 0 1,2 0-1,0 0 0,-46 7-626,8 2 1,9-1 0,5 5 0,4 0-2202,3 1 3074,12 4 0,-3-1 0,11 2 0,2-3 0,5-3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5:40:48.9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4719 357 7681,'0'-14'0,"0"0"0,0 1 0,-2 2 1668,0 1-1327,1 2 1,-2 4-1,3 6-111,0 5 1,-3 5 0,0 6 0,2 3-6,0 4 1,-2 6 0,1 5 0,1 3-95,0 2 1,-1 0-1,1 3 1,-1-1-108,-1 0 0,2 0 0,1-6 0,0-2-194,0-3 0,0-10 0,0-6 0,0-5-610,0-3 0,0-4 191,0-4 0,0-6 0,0-7 0,0-2 128,0 0 0,0-2 0,0-1 0,0-3 461,0-1 0,0-1 0,0-1 0</inkml:trace>
  <inkml:trace contextRef="#ctx0" brushRef="#br0" timeOffset="434">4687 248 7799,'-7'-3'-157,"2"3"0,3-4 0,2 8 494,2 4 1,4 4 0,4 6-1,3 3-48,2 4 0,1 7 0,1 4 0,3 5-116,-1 2 1,1 8 0,3 1-1,0 1-64,-2-6 1,1-6 0,-4-8 0,1-4-67,0-6 0,-1-5 0,-2-7 0,-1-4 12,0-4 0,-2 0 1,0-3-1,-3-1-14,0-4 1,-1-1 0,-1-8 0,-1 1-37,0-2 1,2-1 0,-2-1 0,2-2-72,-2-1 0,0 0 0,-1-4 0,-1 0-3,1-2 1,-1 1-1,-2-4 1,1-3-38,-3-4 1,0 2 0,-1-1-1,0 3 12,0-2 1,0 0-1,-1 3 1,-1 1 3,-3 2 0,1 5 1,1 5-1,0 2-333,1 3 0,-4 6 22,1 4 0,-1 7 0,0 2 0,4 5-998,2 1 1399,-4 0 0,3 4 0,-3-1 0</inkml:trace>
  <inkml:trace contextRef="#ctx0" brushRef="#br0" timeOffset="977">5299 767 7799,'0'8'-1612,"0"0"1724,0-4 0,1-1 0,2-3 0,1 0 134,4 0 1,0-3 0,2-2 0,1-2-119,1-1 0,-1-3 0,1-2 0,2-1 22,1-2 0,-2 0 1,-1 1-1,-2-1-16,-3 1 0,0 0 0,-2-2 0,-1 0-147,-1-1 0,-3 0 0,-3 2 1,-2 0-38,-3-2 0,-2 4 0,-2-1 0,-2 3 46,2 3 1,1 4 0,-1 2 0,0 2 65,0 1 1,2 1 0,-2 2 0,0 3-34,0 3 0,1 5 1,-1 3-1,1 2-3,2 0 0,3 2 0,2 2 0,1 1 61,0 2 1,3-1 0,3 0 0,3-1-51,3-1 1,1 0-1,3-3 1,0-3-81,2-3 0,-2 0 1,0-4-1,1-1-333,0-3 0,2-3 0,0-3 1,-1 0-45,1-3 0,-2-3 0,2-3 0,0-2 420,0-1 0,-1-1 0,1-2 0,-2-1 0,2 1 0</inkml:trace>
  <inkml:trace contextRef="#ctx0" brushRef="#br0" timeOffset="1316">5492 550 7462,'5'-4'-1468,"0"4"1526,-3-2 1,2 1 0,3 2 0,0 1 202,0 3 0,0 5 0,3 1 0,2 2-55,1 3 0,1 1 0,2 3 0,1 2-112,1 0 0,-3-2 1,3 1-1,-1-2-240,-1 2 1,-1-8 0,-2 0 0,-1-4-37,-1-1 0,1-3 0,-3 0-93,1-2 0,0-4 0,-5-4 1,-2-2 274,1-1 0,-3-1 0,1-1 0,-2-2 0,0 0 0,0-6 0,0 1 0</inkml:trace>
  <inkml:trace contextRef="#ctx0" brushRef="#br0" timeOffset="1582">5779 457 7799,'0'9'-746,"-1"-2"1,-1 1 869,-3 0 0,-2 0 1,-2 2-1,0 2 312,-2 2 1,-4 2 0,1 6 0,-3 3-181,0 2 1,-2 1-1,2 3 1,1-1-120,3-1 0,3-3 1,0-4-1,3-1-636,2-6 1,3-3-98,0-4 1,4-4 0,3-2 284,0-4 0,1-2 0,0-5 0,0-2 311,2-1 0,3-3 0,1 0 0</inkml:trace>
  <inkml:trace contextRef="#ctx0" brushRef="#br0" timeOffset="1885">5972 194 7799,'-3'9'-65,"2"1"0,-4 4 0,1 0-137,3 4 1,0 6 0,1 5-1,1 5 412,1 5 0,1-1 1,0 6-1,1-1-45,-3 0 1,3-2 0,-2-2 0,1-2-133,-2-6 1,-1-3-1,2-7 1,1 0-186,-2-3 1,3-5 0,-2-2 0,0-4-299,2-2 0,-3-2 0,2-6 162,-2-2 0,-1-5 288,0-2 0,0-7 0,0-1 0</inkml:trace>
  <inkml:trace contextRef="#ctx0" brushRef="#br0" timeOffset="2066">5879 534 7799,'11'-7'0,"0"0"-348,1-2 1,2 5 0,4-1-1,0-1 279,2-1 1,3 2-1,3-1 1,-1 1-7,-1 1 0,-2-2 0,-1 3 0,-2 0 75,-4 0 0,1 1 0,0-2 0,-1-3 0,0 0 0</inkml:trace>
  <inkml:trace contextRef="#ctx0" brushRef="#br0" timeOffset="2533">7203 94 7859,'0'-9'0,"0"2"201,0 0 0,0 1 0,-1 2 71,-1 1 0,1 4 1,-2 5-1,3 6 81,0 6 1,0 9 0,0 3 0,0 6-161,0 5 1,3 3 0,0 6 0,0 6-3,0 2 1,0 1 0,-3-5 0,0-3-49,0-5 0,0-3 1,0-7-1,0-7-408,0-8 1,0-4-159,0-6 1,0-5 0,0-8-219,0-5 1,0-4 0,-3-4-1,0-1 35,-1 1 0,-1-1 0,-3-3 0,0 0 606,0-1 0,1-2 0,0 1 0</inkml:trace>
  <inkml:trace contextRef="#ctx0" brushRef="#br0" timeOffset="2750">6956 466 8629,'4'-5'322,"0"1"0,6 4 0,3 0-149,2-3 1,5 3-1,3-3 1,5 2-198,2 1 0,4 0 0,1 0 0,1 0-253,-3 0 1,-1 0 0,-1 0 0,-1 0-336,-1 0 1,-3 0 0,-3 0-1,0 0 612,-2 0 0,-3 4 0,-3-1 0</inkml:trace>
  <inkml:trace contextRef="#ctx0" brushRef="#br0" timeOffset="3294">7614 466 6336,'-4'-6'1253,"-1"2"-938,-2 0 0,-1 0 1,-2 1-1,-1 1-138,-1 0 0,-1 4 0,-3 0 0,2 4-28,-2 0 0,0 6 1,0 0-1,1 3-144,-1 0 1,2 4 0,2 1 0,2 1-52,4 3 1,2 1-1,5-2 1,2 0 107,5 1 0,3 0 0,5 0 0,0-4-110,-1-3 0,3-5 0,0-4 0,2-3-21,-1-1 0,-1-3 0,-1-4 0,-1-1 57,-1-4 0,-3-4 0,1-2 0,-5-4-20,-2-2 1,-4 2 0,2-2 0,-2-2-29,1-1 0,-1 0 0,-2 0 1,-1-1 18,-1 1 1,0 4 0,-2 1 0,0 2 92,-1 3 1,3 5 35,-3 6 0,3 2 0,-1 2 0,2 5-29,1 2 1,0 3 0,1 4 51,2 2 1,-1 0 0,2 3 0,0 0 0,0 4-75,2 0 0,-1-1 0,0-5 0,1 1-384,1-3 0,0-2 1,2-2-1,0-4-123,2-3 0,-1-2 0,-2-4 0,2-4-134,1-4 0,-2-5 604,-4-5 0,6-1 0,-2-4 0</inkml:trace>
  <inkml:trace contextRef="#ctx0" brushRef="#br0" timeOffset="3583">7845 1 7799,'5'7'111,"-1"2"0,-4 2 105,0 2 1,0 1 0,0 6 0,0 4-13,0 6 1,2 9 0,1 8 0,-2 6 48,0 6 0,-1 4 1,-1-2-1,-2-4-56,-1-6 1,0-3 0,-1-10 0,2-4-388,1-4 0,1-7 0,2-8-530,2-3 0,-2-6 0,4-4 128,-2-6 1,0-9-1,-3-5 1,2-1 591,1 0 0,-1-8 0,-2 3 0</inkml:trace>
  <inkml:trace contextRef="#ctx0" brushRef="#br0" timeOffset="3885">8016 55 7799,'-3'16'16,"1"-2"1,-3 6 0,3 2-1,-1 3 186,3 3 0,-2 9 0,-2 4 0,3 4 26,0 1 0,-2 2 1,0-1-1,-1-5-110,2-4 1,-2-7 0,4-6-1,0-2-179,0-1 1,1-8-1,2-3 1,-1-2-1286,-1-2 701,0-2 0,-1-5 1,0-5 644,0-2 0,0-1 0,0 0 0,-3 1 0,-2-2 0</inkml:trace>
  <inkml:trace contextRef="#ctx0" brushRef="#br0" timeOffset="4083">8001 481 7799,'7'-8'0,"1"-1"0,0 0-34,-1-1 1,2-1 0,-2 3 0,1-2 16,3 0 1,-1-2-1,2 3 1,1-2 11,-1-1 1,3 2-1,-3-1 1,1 0-96,-1 2 0,-1-2 0,1 1 0,-1-1-183,-1 2 0,-2 0 0,1 2 283,-2-1 0,0 4 0,-2-3 0,-2 3 0</inkml:trace>
  <inkml:trace contextRef="#ctx0" brushRef="#br0" timeOffset="4318">8070 441 7153,'-5'11'0,"1"0"-4,1 1 0,0-1 0,3 1 0,0 0 458,0 0 1,3 0-1,3 5 1,1 0-202,4 1 0,-3 0 0,6-1 0,-1 0-110,-1 1 1,2-2-1,-1-4 1,0-2-341,-1-3 0,0 0 0,1-4 1,-2-2-527,-2 0 1,-2-1 0,0-1 722,1-2 0,-4-4 0,0-5 0</inkml:trace>
  <inkml:trace contextRef="#ctx0" brushRef="#br0" timeOffset="5801">43 457 7799,'-5'0'357,"-1"0"161,0 0 1,3 0 0,-2 0-95,-1 0 1,1 0-220,0 0 0,4 0-40,1 0 1,4 0-1,4 1 1,3 1-11,5 1 1,3 0 0,7-3 0,5 0 0,4 0 0,4 0 0,11 0 0,3 0-76,6 3 1,8-3 0,10 3-1,2-2-99,4-1 1,-1 0 0,3 0 0,2 0 7,4 0 1,-4 2 0,3 2-1,-1 0 62,2-1 0,3 1 0,3-2 1,0 2 12,0 1 1,1 1-1,-1-4 1,4 0 2,2 2 1,-4-3-1,1 4 1,-1-1-13,-1-3 1,1 1 0,-5 0 0,-2 0 5,-6 0 0,-3 2 0,-5-2 0,-2 1-25,-2 0 0,-5-1 0,-5 3 0,-4-2-30,-3-2 0,-3 3 1,-1-2-1,-1 0-36,-2-1 0,-7 1 1,-2 1-1,-3-1 1,-2 2 0,-7-3 0,-2 2 0,-4 0-152,-5-1 1,-4 2-259,-1-2 0,-7 1 1,-2 0-1,-6 1-137,-6-3 0,1 0 0,-4-1 0,0 0-315,1 0 1,0 0-1,2 0 891,0 0 0,-3-3 0,-1-1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5:40:55.6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238 46 7799,'6'-7'-154,"-2"1"1,1-1 0,-3 1 691,0-1 1,-1 4 0,1 0 674,0 0-514,0 3-414,-2-3 0,-2 3-112,0 3 0,-3 0 0,0 3 0,0-1-58,-2-1 1,0 1-1,-1 3 1,-1 1-39,-1 1 1,-1 1 0,-4 2-1,0-1-9,-2 1 1,1 0 0,-2 1 0,1 0-9,-1 1 0,2 0 1,2-3-1,2-1 30,1 0 0,4-2 1,-1 1-15,3-1 0,2-1 0,3-1 0,0-1-40,0 1 0,2-1 1,1 0-1,0 1 16,2-1 0,3 1 1,2-1-1,0 1 27,1 2 1,1-2 0,1 1-1,0 0-24,2-2 0,0 0 1,1 1-1,0-1-48,-2-2 0,0 1 1,0-2-1,1 0-435,-3-1 1,0 1-1,-4-3 1,0 0-1109,-1 0 0,-2 0-1497,-1 0 3033,-3 0 0,5-3 0,-2-1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5:40:58.0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688 4233 8728,'0'-5'2000,"0"0"-1068,0 3-383,0 2 0,0-5-265,0 2 0,0-2 0,0-2-118,0-2 0,3 1 0,-1 1 0,-1-3-83,1 0 0,-1 0 0,0-4 1,2-1-14,-1-3 0,2 0 1,-1-3-1,0-2 37,1-1 0,1-1 0,-1-1 0,-2-3-26,2 0 1,-2-5-1,3 2 1,-3-2-27,1 1 0,-2 0 0,-1-2 1,0-1-48,0-2 1,0-1-1,0 1 1,0-1 43,0-1 1,0-7 0,-1 0 0,-2 1-10,-3-2 0,2 0 0,-1-4 0,-1-3-16,-2-1 0,-1-2 0,2 3 0,-1-3-13,3-4 1,-2-2-1,2 0 1,-3 1 16,0 1 1,1-1 0,-2-4-1,1-1-14,0 1 1,-1 0 0,-1 4-1,-2-2-5,0-3 0,2-2 1,-4 2-1,0 1-37,1 2 0,-2-2 0,1-2 1,-1 0-67,-1 0 0,3-1 0,1 7 0,-1-3 118,0 2 0,1-1 1,-3 1-1,2 4 31,-2-2 1,0 7-1,-2-3 1,-1 4 85,0 2 1,-1 0 0,3 4 0,-1 0 2,1 3 1,-2-2 0,1 7 0,3 2-43,1 2 1,2 3-1,3-2 1,1 2-27,-2 4 1,4 1 0,0 4 0,1 2-29,-1 0 1,4 6 0,-2-2 0,1 4-44,-1 3 0,2 1 0,-2 1-81,2 1 0,1 2 0,0 2 20,-2 1-93,0 0-727,-2 3 701,8 4 0,-2-3 34,0 4 1,2-1 1,-2 1 0,2-4 24,-1 2 239,-3 2 247,3-4-1230,-3 3 833,-3-4 0,1 2-17,-3 1 0,0 1 0,-1-2 27,1 3 1,0 3 0,-4 1 7,2 1 0,-1 0 0,2 1 0,1 0-12,-2 3 0,2-1 1,0 0-1,0 2-41,0 0 0,-1-1 1,3-2-1,1 0-39,-2-2 0,3 1 0,-2 0-254,2-2 398,1-3 0,0-3-105,0-6 1,0-2 0,0-3 0,0-2-33,0-1 0,0-4 0,0 3 0,1-5 18,2 2 0,-2-1 1,3-2-1,-2 1 32,1-2 0,1-2 0,-3 4 0,3-2 6,1 1 0,-4 1 0,3 0 0,-2 2 61,1 3 0,1-4 0,-4 6 0,0 0 281,2 1 0,-1 1 211,2 0-562,-2 3 0,0 5 0,2 6 0,2 1 106,3 1 1,-1 0 0,2 1 0,1 0 117,1 1 1,3 0 0,0 4-1,2-2 96,3 1 1,-2 3-1,3-3 1,-1-1-138,0 2 0,0-1 0,-2 1 1,1-2-116,-3 1 1,-1-3 0,1-1 0,-1-3-122,-4-1 0,0 2 0,-2-4-1880,-1-1-1092,-2-1 963,-1-1 0,-5-1 2105,-2-2 0,-2 2 0,-2-3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65 8036,'2'-4'-368,"1"-1"384,2 1 441,-5-2-224,3 2 0,-3 4 43,0 4-180,0 2 1,0-2 0,0 1 0,0 0 47,0 0 0,-2 2 1,0-1 18,0 1-121,2-1 1,0 1 0,0 1 0,0 1-26,0 1 0,-1-1 0,0 1 1,-2 2-39,2 0 0,0-1 0,1-1 1,0 2 39,0 0 1,0 0 0,0-1 0,0 0 13,0 0 1,0 1 0,0-1 0,0-1 47,0 0 0,0-1 0,0-1 102,0 0-149,0 4 0,0-5 1,0 3 32,0 0-23,0 1 0,0-3 0,0 2-43,0-1 33,0 3 1,0-5-1,-2 2-161,0 0 148,0-2 0,2 3 0,0-4-73,0 0 57,0-2 1,0 4-10,0-2 0,0 2 1,1-1 13,1-1 1,-2 0 0,3 1-6,-3-1 1,0 1 0,0-1 0,0 0-9,0 1 0,0-1 0,0 1 0,0-1 0,0 0 0,0 1 0,0-1 0,0 1 4,0-1 0,0 1 1,0-1-11,0 0 8,0-2 0,0 2 0,0-2-4,0 2-15,0 0 0,0-2 1,0 1-31,0 0 1,0 0-3,0 2 48,0-4 1,0 1 112,0-2-57,0-1 0,0 4-48,0 0 0,0-2-6,0 1 11,0-2 0,1 1-33,1 0 23,-1-3-13,5 6 14,-3-2 0,1-1 0,0 0-2,-1 0-6,2-2 1,-4 4 0,3-3 0,-1 1-4,1 0 0,-2 1 0,2-1 8,1 1 1,1 0 0,0 2 1,1-2 1,-3 0-1,0-3-13,1 1 1,1 2 0,0-1-23,1-2 1,-3 0 0,0-1 87,1 0-64,-2 0 1,3 0 268,-2 0-253,2 0 0,0 0 177,1 0-147,-1-3 1,1 1 0,-1-1 16,0 0 1,-1 0 0,-1 2-26,1-1 1,1-3-44,0 3 1,0-1-191,-2 1 148,2 2 1,-5-3 0,3 2 118,-1-1-53,-1 1-33,1-5 65,-3 6-34,3-3 0,-2 3-294,1 0-280,-1 0-1619,2 0 1242,-3-3 1,0-1 945,0-2 0,0-3 0,0-1 0</inkml:trace>
  <inkml:trace contextRef="#ctx0" brushRef="#br0" timeOffset="1">392 14 8080,'-3'-4'-1662,"2"-1"2153,-3 3 6,2 0 0,-3 3 103,3 1-452,-3 1 1,4 6 0,-2 3 140,1 2-238,1 0 0,-2 6 0,3 0 35,0 2 32,0 5 0,0 5 0,0 4 1,0 3 79,0 1 1,-2 2 0,-1 3 0,-1-1-8,-1 1 1,2-8-1,-1 1 1,1-6-98,-1-4 0,3-2 0,-1-4 1,1-3-201,1-5 1,0-2-1,0-4-28,0 0 1,-1-4-431,-1-2 298,1-1 1,-1-2-692,2-1 704,0 2 1,0-6-1,0 2-1044,0-2 1008,0 2 1,0-1-1,0 0 289,0 0 0,0-5 0,0 0 0</inkml:trace>
  <inkml:trace contextRef="#ctx0" brushRef="#br0" timeOffset="2">39 174 7408,'1'4'387,"1"-2"1,0-2-174,2 0 0,0 0 0,3-2 0,1-3-94,1 0 0,2 0 0,0-1 0,1-1-162,1 0 1,0-1-1,2 0 1,-1-1-179,1 2 1,-2-1-1,0 2 1,0 0-36,0-1 1,-3 1-1,-2 1 1,-3 2-1053,0 0 1307,-4 1 0,2 2 0,-3 0 0</inkml:trace>
  <inkml:trace contextRef="#ctx0" brushRef="#br0" timeOffset="3">59 289 8117,'6'-2'-30,"-2"1"0,1-2 0,0 0 165,0-1 0,4-2 0,2 0 1,1-1-84,1-2 0,3-1 1,0-3-1,1 0-92,0 1 0,-2 1 0,0 1 0,-2 1-362,0 1 1,-3 1-92,-1 0 0,-5 4 0,-3 3 493,-2 4 0,-3 2 0,-2 0 0,-1 1 0,-2 2 0,-1 1 0</inkml:trace>
  <inkml:trace contextRef="#ctx0" brushRef="#br0" timeOffset="4">33 469 8162,'0'6'0,"0"1"-52,0-1 1,1-2 0,1-2 197,2-1 0,2-4 0,3-1 154,2-2-197,1-3 0,1-1 0,2-3 1,0-1-75,2-1 0,0 1 1,1-2-85,-1 0 1,1 1-97,-3 2 0,0 0 0,-3 1-128,-1 2 1,-2 1 0,-3 4-110,-2 1 0,-1 3 0,-4 1 246,-1 4 0,-1 1 0,-4 2 0,-1 1 142,-1 1 0,-2 2 0,1-1 0,-3 3 0</inkml:trace>
  <inkml:trace contextRef="#ctx0" brushRef="#br0" timeOffset="5">1 655 7408,'0'6'0,"0"1"-55,0-1 1,1-2 0,1-2-1,2-1 451,2-1 0,4-4 0,2-2 0,5-4-228,1-2 1,4-4 0,2-1-1,2-1-286,1 1 1,0-2 0,0 3 0,-4 0-315,-3 1 0,-3 4 1,-4 2-371,-3 2 310,1 1 492,-7-1 0,2 1 0,-6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212 1316 7084,'-3'-3'0,"0"2"0,3-2 0,-3 1-1055,2 1 1282,-1-2 0,-1 0-160,-2-1 0,3 0 1,-1 1-1,1-1 8,-1 1 1,-1 1 0,2-3 0,0 1 30,-1 0 1,2-1-1,-4 0-44,0 0 1,2 0-1,-1 1 1,1 0-27,-1 0 0,2-1 1,-2 0-2,-1 0 1,0-2 0,0 1-15,0-1 6,1 1 1,0 0 0,0-1 0,-1 1 20,2-1 1,-2 1 0,2 0-1,0-1-7,0 1 1,-2-1 0,2 1-1,-2 0-37,1 2 1,3-2 0,-2 2-11,0-2 0,0 0 0,-2-1 0,2 1 3,0 0 1,-2-2-1,3 1 1,0-2-15,-1 1 1,3-1 0,-3 0 0,1-1 218,-1 1 1,1 1 0,2 0-40,0 0-145,-2 1 0,1-2 0,-1 2 0,1 1-23,1-1 1,-1 1 0,0-1 0,-1-1 17,0-1 0,1-1 0,-1 0-189,0 0 172,0 0 1,2-3 0,0 0 0,0 1 1,0 1 0,0 0 1,0 2-1,0-1 26,0 1 0,-1 1 0,0 0 0,-1 1-15,0-2 1,2 0 0,0 3 0,0-1-34,0-2 1,0 2 0,0-2-1,0 0-13,0 1 0,0-3 1,0 2-1,0 0 28,0-1 1,0-1-1,0 1 249,3 0-237,-3-2 0,3 4 1,-3-2-1,1 0 8,1 0 0,-1 2 0,1-2 0,-1 0-13,1 2 0,-1 1 1,1-1-1,0-1-24,0-1 1,-1 2-1,1-2 1,0 1 0,1-1 0,1 0 0,-1 1 0,0 0 6,2-2 0,-1 1 0,-1 0 1,1 0 16,0 0 0,-2 2 0,1-2 0,1 0 36,-1 2 1,-1 1 0,1 1 0,-1 0-23,0-1 0,1 1 0,-2-1-79,1 1 65,3-1 1,-3 1-1,2 0 1,1-1-16,1 1 1,-1-1-1,0 1 1,0 0 2,0-1 1,0-1 0,2-1 0,-1 1 9,1 1 1,-2 1 0,0-1 0,0 1 5,0-1 0,0 2 0,2 0 0,-1 0-4,1 0 0,-1 0 0,0-2 0,1 1-7,-1 0 1,1 0 0,0 1 0,1 1-7,0-1 1,1-1 0,-3 0-60,1 2 67,-1-2 0,1 3 0,1-3-49,0 2 45,1-2 1,-3 2 0,1-2-1,0 0-7,1-1 1,0 3 0,0 0 0,-1-1 33,0 2 0,-1-3 0,1 2 1,-1 1 1,0 1 0,1-1 1,-1 0-1,1 0-7,2 0 1,-2 1 0,2 0 9,-2 0 0,-1-2 0,1 2 0,-1 0-8,0 1 1,1-1 0,-1 0 0,1 1 17,-1 0 0,0 1 0,1 0-13,-1 0 0,1 0-20,2 0 6,-2 0 1,2 0 0,-2 0 0,-1 0-9,1 0 0,-1 0 0,0 0-27,1 0 29,-1 3 0,1-2 1,-1 1-1,0 1-1,1-1 0,-1 1 1,-1-2-1,-1 1 7,1 0 0,1 0 0,0 1 7,0 1 1,1-3 0,-1 1 0,1 0-6,-1 0 0,0-1 0,0 1 0,-1 1 13,-1-1 0,1 2 0,0-1 1,0 0-15,0 0 1,-3 1 0,1-1-1,0 0 0,1 2 1,-1 1-33,1 0 32,-3-2 0,3 2-113,-2-2 104,-1 2 1,4-2 0,-2 0 36,0 1 0,1 1-11,3 0 0,-3 1 0,0-1 2,1 1 0,-2-3 0,0 0 0,-1 1-8,0 1 1,1 0 0,-1 1-38,0-1 1,2 0-1,-1 1 8,0-1 0,0-1 0,0-1 0,0 1 10,-2 0 1,2 0 0,-1-1 0,1 0 18,-1 0 1,-1 2 0,2-2 0,-1 2 27,0 0 1,0-2-1,-2 1 1,1 0-32,1 0 0,-1 2 1,1-1-1,-1 0-10,-1 1 0,2-1 0,0 1 0,-1-1-7,0 1 0,-1-2 1,1 0-1,0 2-5,1 0 1,1 1-1,-3-2 1,0 0 38,2 1 0,-1-1 1,1 1-1,-1-1-27,-1 0 1,1 1 0,0-1 0,1 1 5,0-1 0,-2 1 0,0-1-102,0 0 98,0 1 0,3-1 1,-1 1-95,-1-1 70,0 0 0,-1 2 1,0-1-1,0 2 8,0-1 0,0-1 1,0-1-1,0 1 34,0-1 1,0 3 0,0-1 0,0 0-13,0-1 1,0 0 0,0-1 0,0 1 0,0-1 0,0 1 1,0 1-1,0 0-20,0 0 0,0-1 0,0 1 0,-1-1 28,-1 2 0,1-1 0,-1-1 0,1 0-5,1 2 0,-2-2 0,0 1 3,1-1-11,0 0 1,0 1 0,0 1 29,-1-1-29,0-1 1,1 0 0,-1 1-1,0 0 0,1 0 0,0 0 0,1 0 0,0 0-8,0 0 1,-2 0 0,0 0-1,0 1-16,2-2 1,-2 1 0,0 0 0,-1 1 0,1-2 0,1 1 1,-2-2-1,1 1 16,0 2 1,-3-2-1,3 1 1,0-1 21,-1 0 0,2-1 1,-3 1 20,1-1-40,1 1 0,0-1 0,0 0 7,1 1-5,-3 2 1,3-2 0,-2 2-1,1-2-15,0-1 1,-1 1-1,2-1 1,-2 0-6,-1 1 0,3-1 0,-2 1 0,1-1 2,0 1 1,-2-1-1,1 0 1,0 1 41,0-1 0,-1 1 0,1-1 0,-1 0 0,-1 1 1,2-1-1,-1 1 1,1 0-116,-1 1 1,1 0 0,-2 0-57,0-1 134,1 0 0,0 1 1,0 1-95,-1-1 46,2-1 1,-2-1-1,2 1-890,-1-1-500,3-3 519,-2 3 926,3-5 0,-3 2 0,0-3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12370,'7'65'-787,"1"1"576,0-21 42,7 30-45,-8-44-161,14 25-228,-12-39 603,11 9 0,-15-22 0,4 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 1 12312,'-16'47'-492,"5"7"0,6-6 596,5 26 0,-4 6-133,-5 19 15,-1-21 1,-4-8-142,1-19-247,5-15-280,-4 0 682,8-14 0,7-19 0,4-2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12312,'-27'62'-505,"8"-10"574,12 10 1,5 4-96,0 11-57,1-22-59,1-6-286,6-15-400,-2-15 366,20-4 462,-3-36 0,8-10 0,-4-17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 0 12312,'-1'79'-893,"-4"-1"967,-4 1 0,-4-1 1,0-8-55,-3 9 1,1-12-187,-4 17-491,7-22 110,8 0 340,17-46 1,13-34 206,8-39 0,-8 5 0,-5-4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1 12312,'-19'70'-148,"4"-2"380,-7 18-80,4-21 0,-4 31-122,1-19 25,5-19 1,-5 22-577,8-24-398,6-22 27,13 7 892,14-54 0,7-17 0,4-29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0 12312,'-15'89'-984,"2"-14"1323,-9 15 1,-2-1-686,9-36 1,0 0 345,-10 30 0,11-23 0,9-23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6641,'3'3'802,"-2"1"-211,1-2-499,-1 1 0,-1 2 1,0-1-223,0 1 18,2 1 0,-1 0 0,2 0-175,0 1 0,0-1 1,1 1-1,-1-2 287,0 0 0,-3 0 0,3-1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8112,'0'6'299,"0"1"0,0-3 0,0 0-138,0 1 1,0 1 0,0 0 0,0 1-363,0-1 0,-2 1 1,0-1-1,0 1-302,-1-1 1,2 0 0,-1 1 502,1-1 0,-1 1 0,-2-1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8113,'7'0'169,"-1"0"0,1 0 0,-2 0-137,0-2 1,0 0 0,0-2-314,0-1 1,2-1 0,-1 0 0,0 0 280,1 2 0,-1-5 0,1 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7064,'6'2'0,"0"1"0,1-2-26,-1 0 0,-2-1 0,1 2 130,0 0 1,0 1-1,0-2 1,-1 1-315,1 0 1,-1-1 0,0-1 209,1 0 0,-2 2 0,0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7967,'4'6'0,"-1"0"-224,0-2 186,0 2 1,2-3 0,-1 2 406,1-1-200,0 0 1,2 3 0,-1-2-644,1 0 353,-1 0 0,3-1 0,0 2 1,0-2-137,0-2 0,0-1 257,-3-1 0,1 0 0,-1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6847,'6'0'172,"1"0"-292,-1 0 7,0 0 1,-1 3-1,-1-1 1,0 2-415,0 1 527,-1 1 0,-1 0 0,2 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7909,'6'-4'0,"1"0"-248,-1 1 0,1 0 0,-1 2 0,0-1 33,1 0 0,-1 0 0,1-1 0,1 2 116,1 0 0,-1-1 99,-1 0 0,2 0 0,1 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1 142 8070,'4'-7'-1558,"-1"1"1933,0-1 0,2 3 0,-1 0 182,2-1-396,1-4 1,-1 2-1,0-1-359,1 1 148,2 0 1,-1-1 0,2-1-163,-1 1 46,3 1 1,-5-2 0,1 1 165,-1 0 0,0 1 0,-1 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13 7823,'-3'-3'0,"-1"0"1037,1 0 0,-1 2 548,2-1-591,1 2-262,-2 0-248,1 0-377,1 0 0,-2 0 0,4 2-921,1 0-315,-1 0 0,2-2-629,-1 0 1,-1 1 1757,1 1 0,-1-1 0,2 4 0,0-1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20 7083,'-7'-3'4815,"4"2"-3380,0-4-1424,3 4-1510,0-2 499,0 0 110,0 3-177,0-3 1,0 3 0</inkml:trace>
  <inkml:trace contextRef="#ctx0" brushRef="#br0" timeOffset="1">14 193 8840,'2'-3'3783,"-1"0"-3771,2 3 1,0 3-672,1 1 1,0-1 0,0 0 658,1-1 0,1-1 0,0 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39 318 8073,'2'-7'0,"0"1"0,0 0 0,-2-1 330,0 1 1,0-1 226,-2 1 35,1 2-372,-5 2-81,3 2 0,-2 0 1,2 3 357,0 4-402,-2-1 1,4 6 0,-3-1 0,1 1-12,2 1 1,-2 2 0,1 2 0,0 2-78,2 0 1,0 0-1,0-1 1,2-1-129,3 0 0,0-1 0,2-1 1,0-2-8,1-2 0,0-3 1,3-4-1,0-1 73,2-3 1,-1-1-1,-1-3 1,-1-3 39,-1-2 0,0 0 0,-3-1 88,1-2-80,-4 0 1,1 2 0,-3-1 36,1-1-30,0 3 1,-2-2 0,0 2-175,0 1 163,0-2 1,0 3-40,-2-1 0,1 4 36,-1 4 1,1 3 0,2 4 0,0 1 17,1 0 1,5 3-1,0-2 1,0-1 49,0 2 0,2-3 1,1 1-1,1-1 79,0 0 1,-3-4 0,3-1 0,0-1 120,2-1 0,-1-1 1,-2-1 236,-1-5-333,1-2 0,-3-4 0,1 0 139,-3 0-201,1 1 1,-6-3 0,2 0 55,-1 0-153,-1-1 1,-3 3-1,-1 0 1,-2 2-200,0 2 1,-3 0-1,1 3 1,-1 2-272,0 2 0,2 1 1,-2 1-1,2 0-155,1 0 1,-1 1 0,2 1 0,0 2-244,0 2 1,4 1 868,-1-1 0,1 0 0,1 1 0</inkml:trace>
  <inkml:trace contextRef="#ctx0" brushRef="#br0" timeOffset="1">456 491 7823,'0'6'576,"0"-1"236,0-1-530,0 0 1,0 3-1,0-1-182,0 1 1,0-1-1,0 0 1,0 1-462,0-1 0,1-2 0,0 1-1536,1 0 1897,0-2 0,-2 2 0,0-1 0</inkml:trace>
  <inkml:trace contextRef="#ctx0" brushRef="#br0" timeOffset="2">655 215 7823,'4'-3'-494,"0"-1"1,-2-2 0,0 0 800,-1 0 1,-1-1-1,0 1 360,0-1-515,0 1 1,-1 0 0,-1 1 25,0 1 0,-1 3 1,1-2-121,-2 3-56,1 3 1,-2 0-1,1 4 1,0 2-27,-1 1 0,2 3 0,-2 2 0,1 3-51,-1 3 1,2 2-1,1 1 1,1 1-46,1-2 0,0 1 1,1 3-1,1-2-15,2-2 0,2-3 0,0-3 0,1-2-74,-1-1 1,3-4 0,-1-2 0,1-3-12,0 0 1,-1-4 0,2 1 219,-1-1 0,2-1 0,-1 0 0</inkml:trace>
  <inkml:trace contextRef="#ctx0" brushRef="#br0" timeOffset="3">828 279 6935,'-1'7'46,"-1"-1"0,1 1 1,-1-1-1,-1 0 219,1 1 0,-1 0 1,2 1-1,-1 1-154,0 1 1,2 1 0,0 4-1,0 0-110,3-1 0,0-1 0,4-2 1,-1 0 10,0 0 1,1-1 0,-1-3-24,1-2-17,2 1 0,-1-5 0,2 1 92,-1-1-43,2-7 1,-3 1-1,0-5-46,-1 1 23,0-3 0,-3 2 1,-1-3-1,1 1-29,0 2 1,-3-2 0,1 4 0,0-1 13,0 0 0,-2 4 0,3-2 15,-3 2-12,0 2 1,-2 3-1,0 4 1,1 2 12,0 0 1,1 3-1,0-1 1,1 1 152,1 0 1,1-1-1,4 2 429,-1-1-450,1 3 0,0-5 1,0 1-1,3 0 34,0-2 1,-2-2 0,2-2 334,0-2-355,1 0 0,-3 0 0,2-3 0,-1-4-73,-1-3 1,-3-2 0,-1-1-1,0-2-362,0 1 0,-1-2 1,-3 1-1,0-2-46,0-2 1,-3 3 0,-2 1 0,-2 1-195,-2 2 0,1 2 1,1 2-1,0 3-838,-1 3 1368,0-2 0,-1 3 0,3-2 0</inkml:trace>
  <inkml:trace contextRef="#ctx0" brushRef="#br0" timeOffset="4">1200 446 7823,'0'7'143,"0"-1"0,0 0 0,0 1 1,0-1 42,0 1 0,0-1 0,0 0 0,0 1-443,0-1 1,2 1-1,1-1-105,1 1 0,-2-2 1,2-1-841,1-1 1202,-2-3 0,5-3 0,-1 0 0</inkml:trace>
  <inkml:trace contextRef="#ctx0" brushRef="#br0" timeOffset="5">1367 369 7823,'5'-1'186,"0"0"58,0-1 0,-1 0 1,2 2-173,1 0 0,-3 0 1,0 0-338,1 0 0,1 0 1,0 0-1,0-1 265,-2-1 0,2 1 0,-2-2 0</inkml:trace>
  <inkml:trace contextRef="#ctx0" brushRef="#br0" timeOffset="6">1611 215 8007,'0'4'570,"0"1"1,0 0-313,0 0 1,0 5 0,0 0 0,0 3-126,0 2 1,0 2 0,0 1 0,0 0-249,2-1 1,-1-1-1,2 2 1,0-3-450,1-2 1,1-3 0,0-2-1,-1-3-899,1-3 1463,1-1 0,0-1 0,1 0 0</inkml:trace>
  <inkml:trace contextRef="#ctx0" brushRef="#br0" timeOffset="7">1681 23 8029,'1'-7'0,"0"1"226,1 0 0,1 3 0,-1 3 0,3 4 66,0 4 0,2 5 1,0 4-1,1 4 0,0 3 1,3 1 0,-2 1 253,1 2-401,-2-2 0,3 5 0,-1-1 44,0 2-123,-5-6 0,2 1 0,-4-5 74,1-2-103,-3-3 0,1 1 0,-4-4 1,-2-1-136,-2-1 1,-2-4-1,-1 0 1,1-1-250,-2 0 1,3-4 0,-1-1 0,1-1-801,0-1 1,1 0 0,-1-1-374,1-1 1520,2-1 0,-4-4 0,1 1 0</inkml:trace>
  <inkml:trace contextRef="#ctx0" brushRef="#br0" timeOffset="8">2021 286 7653,'4'-5'-513,"1"2"1118,0 0 1,-2 0-1,1 2-108,1-1-341,1 0 1,0 1 0,1-1 97,-1 0-225,1 0 0,-1 1 0,1 0 0,1-1-108,1 0 1,-1 2-1,-1 0 1,-1 0-846,0 0 1,1 0-550,-1 0 1473,-2 3 0,2 0 0,-3 4 0</inkml:trace>
  <inkml:trace contextRef="#ctx0" brushRef="#br0" timeOffset="9">2034 369 7823,'1'-3'403,"1"0"1,1 3 0,4 0 0,0 0-518,1 0 1,0-2 0,3-1-1,0 2-199,1 0 1,1 1 0,0 0-1,0-2 313,0 0 0,0-3 0,-1 1 0</inkml:trace>
  <inkml:trace contextRef="#ctx0" brushRef="#br0" timeOffset="10">2547 196 7840,'6'-4'0,"0"-1"259,-2 0 0,-1 0 1,-3-2-20,-3 1 1,2 2 0,-3-1 0,-1 1-23,-1 1 0,-1-2 0,-1 2 1,-1 2 67,-1 0 1,1 2 0,-1 1 0,-2 2-4,0 2 1,0 3 0,0 2-186,2 1-58,-1 1 1,1 3 0,2 1-109,0 1 58,5 4 1,-2 0 0,3 3-1,3-2 36,3 1 1,2-1 0,3-2-1,2-2-82,3-2 1,1-4 0,2-4 0,1-3 13,0-2 1,1-1-1,1-4 1,-2-3 232,-1-2 1,0-6-1,-3 0 1,0-4 74,-2-1 1,0-1 0,-3 1 0,-1-2-62,-1 0 1,-1 1 0,-1 0 0,-2 1-257,0-1 1,-2 1 0,-2 0-821,-1-1 683,-6 3 1,3-1 0,-6 3-1,0 0-194,-1 1 1,-1 0 0,1 2-840,1 3 904,-1 1 1,3 5 0,-3-1-1,2 2-176,1 2 0,1 2 0,2 3 0,1 1-144,1 3 0,-1 0 637,-1 0 0,-1 1 0,1-2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7 198 8033,'-1'-6'0,"-1"0"-181,0-1 1,0 3 1049,2 0-562,0 2 0,0 0 0,1 4 721,1 2-792,2 5 0,3 1 0,1 3 0,3 0 25,1 2 0,3 2 1,1 4-1,-1 1-77,1-2 1,1 3-1,-1 1 1,-1 0-166,1 2 1,-2-2 0,-2-2 0,-2 0-177,-1-4 1,-1 1 0,-4-4-1,-2-2-93,-1-1 0,1-3 0,0-3-248,0 1 1,-2-4-126,-2 0 1,-1-3 0,-2-3-1,3 0 108,-1-1 0,1-1 0,-2 0 0,0 0 515,0-2 0,-1-2 0,1-1 0</inkml:trace>
  <inkml:trace contextRef="#ctx0" brushRef="#br0" timeOffset="1">276 173 8033,'0'-7'395,"0"-2"-165,0 5 0,-1-4-56,-1 6-2,-2 0 0,-2 3 1,0 3 530,-1 5-476,1 5 1,-3 3 0,-2 5-1,-1 1 35,-1 2 0,-1 2 0,0 0 0,-1 4-66,1 2 0,-1 2 0,1 1 0,3-4-63,1-3 1,1-4-1,3-1 1,0-4-247,2-5 0,1-2 0,3-7-1507,0 0 519,0-2 821,0-1 1,0-4 0,0-1 0,0-2-347,0-2 0,0 0 1,0-1-1,0 1 626,0-1 0,0-2 0,0-1 0,0-3 0</inkml:trace>
  <inkml:trace contextRef="#ctx0" brushRef="#br0" timeOffset="2">385 583 7989,'4'7'0,"1"0"149,-1 1 0,-1 0 0,-1 0 0,-1-1 383,-1 0 1,0 1 0,0 1-202,0 1-263,0-2 1,0 1-357,0-2 134,0-1 1,0-1-397,0-1 1,0-3-1128,0-1 1206,0-3 471,-3-7 0,3 0 0,-3-2 0</inkml:trace>
  <inkml:trace contextRef="#ctx0" brushRef="#br0" timeOffset="3">513 44 7889,'4'-2'59,"1"-2"0,-4 0 0,2 0 311,0 1-271,-2-2 0,4 4 0,-3-3 0,1 1 24,0-1 1,2 3-1,-1-2 148,-1 0 1,3 2-187,-2-1 0,1 2 1,0 2-1,-1 3 33,-1 0 1,-1 2 0,-1-1-1,0 1-15,1-1 1,0 0 0,-2 1 0,0-1 1,0 1 0,0-1 0,0 1 8,0-1 0,2 0-250,0 1 70,1-4 0,-3 1-528,2-2 270,2-1 0,0 2 1,1-3-1,0 0-816,0 0 0,0 0 1141,-1 0 0,0-3 0,3-1 0</inkml:trace>
  <inkml:trace contextRef="#ctx0" brushRef="#br0" timeOffset="4">904 365 6984,'-2'4'342,"-3"-2"1736,3-1-1649,-1-1 1,8-1 21,1-1-341,2 1 0,0-3 0,1 3 0,-1-1-194,-1 1 0,-1-2 0,2 1 1,-1 0-381,2 1 0,-1-1 0,-1-1-52,-1 0 1,1 1 0,-2 0 0,0-1-716,0 1 1231,-4-3 0,5 2 0,-3-4 0</inkml:trace>
  <inkml:trace contextRef="#ctx0" brushRef="#br0" timeOffset="5">956 282 7889,'3'3'434,"0"-3"0,-3 6 0,0-1-207,0 3 1,0-1 0,0 2 0,0 0-139,-3-1 0,3 4 1,-2-2-1,1 0-273,1-2 1,0-1 0,0 0 0,0-1-851,0 1 0,0-1 1034,0 1 0,0-4 0,0 0 0</inkml:trace>
  <inkml:trace contextRef="#ctx0" brushRef="#br0" timeOffset="6">1277 198 7889,'0'-8'0,"0"-1"369,0 1 1,-3 1 751,1 1-924,0 2 1,3 4 0,1 5 179,2 0-239,2 5 0,2 0 0,2 3 1,0 2 92,1 2 0,1 2 0,-1 0-282,0 0 32,-1 0 0,1 1 1,0-1-1,-1 0-123,0 0 0,2-2 1,-4-2-1,0-2-190,-1 0 1,-1-5 0,-1-2-1524,-1 0 1404,-2-3 0,1-3 0,-3-4 0,0-2 451,0 0 0,0-1 0,-3-2 0,-1-1 0</inkml:trace>
  <inkml:trace contextRef="#ctx0" brushRef="#br0" timeOffset="7">1456 109 7889,'-3'-4'621,"-1"2"0,0 4 0,0 3 61,-1 3-539,-1 2 1,1 6 0,0 3 169,-2 1-170,-1 8 1,-1-4 0,-1 6 58,0 0 0,-2-1 40,4-1 1,-1-3-291,3-1 37,-1-2 0,1-6 1,0-1-1,1-3-233,1-2 0,2-2 0,-2-1-451,1-2 1,0-4 17,1 1 1,2-4 0,-3-2 109,3-2 1,0 0-1,0-1 567,0 1 0,0-1 0,0 1 0</inkml:trace>
  <inkml:trace contextRef="#ctx0" brushRef="#br0" timeOffset="8">1578 429 7544,'6'0'-933,"1"0"1217,-1-3 1,0 2-1,-1-2-217,-1 0 0,0-2 0,1 1 1,-2 0 105,0 0 1,1 1 0,-1 0 0,0-1 155,0 1 0,2 1-120,-1 0 1,-1 2-69,-1 2 0,-1 4 0,-1 3 1,0 1-72,0-1 1,-1 2-1,0-1 1,-2 1 25,-1 0 1,3-4 0,-2 3 123,0-1-156,3-2 1,-3 2 0,3-2-40,0-1 1,0 1-1,0-2-103,3 0 0,0-3 1,4-2-1,0 0-227,1 0 1,-1 0 0,2-2 0,-2-1-152,-1 0 0,3 1 0,0-2 1,-2 1 455,1-1 0,-2 0 0,0-3 0</inkml:trace>
  <inkml:trace contextRef="#ctx0" brushRef="#br0" timeOffset="9">2021 186 7912,'-4'-3'437,"-1"1"-189,3-2 0,0 3-134,5-2 0,0 3 1,4 0-1,0 0-47,1 0 1,-1 0 0,3 0-1,-2 0-186,1 0 1,-1 0 0,-1 0-635,-1 0 592,1 0 1,-1-2 0,0 0-932,1 0 422,-4 1 670,3 1 0,-5 3 0,2 1 0,-3 2 0</inkml:trace>
  <inkml:trace contextRef="#ctx0" brushRef="#br0" timeOffset="10">2021 301 7971,'-7'4'658,"1"1"-466,2-1 0,2-1 66,4 0-107,5-3 1,0 0-1,4 0-421,1 0 16,0-3 1,0 2 0,1-3 0,0-1-1195,0 2 1448,0-3 0,0 0 0,-1-4 0</inkml:trace>
  <inkml:trace contextRef="#ctx0" brushRef="#br0" timeOffset="11">2425 70 7912,'0'-6'-363,"0"-1"0,-3 2 522,-1 0 0,0 2 669,0 3-584,2 0 0,-3 4 0,1 2 0,0 2 9,-1 2 1,2 2 0,-2 3 0,1 2-176,1 1 1,1 2-1,2 1 1,0 1-17,0 1 1,0-3-1,1 1 1,1-2-162,2-2 1,4-4 0,2 0-1,-1-4-76,0-1 1,0-5 0,0-1 0,1-2 281,0-2 0,1-2 0,-1-4 94,0-1-192,-3-2 0,3 3 0,-5-2 0,0-1 39,0 1 0,-3 0 1,1 2-1,0-1-96,-1 2 1,-2 0 0,0 0-69,0 1 1,0 1 5,0 1 0,0 3 0,-2-1 0,0 4 60,1 2 0,0 2 0,1 1 0,1 1 153,1 0 0,-1 4 1,3-2-1,1 0 173,1 1 1,3-1-1,0 1 1,1-1-130,1 0 1,1-3 0,1-2 438,0-3-383,0-1 0,0-2 0,-1-1 488,-1-3-502,1-6 0,-5 0 0,1-6 0,-1-1 7,0-1 1,-3 0 0,0 0 0,-1-1-149,-2 1 1,-3-2 0,-2 0-1,-2 3-147,-1 2 0,1 2 0,-1 2 1,-1-1-391,0 3 1,-1 3-1,3 3-408,-1 1 0,1 2 0,0 3-240,2 2 0,1 2 0,2 1 1137,-1 2 0,1-2 0,-2 2 0</inkml:trace>
  <inkml:trace contextRef="#ctx0" brushRef="#br0" timeOffset="12">2848 307 7704,'3'4'1163,"-2"0"-543,1-2 1,1 1-1,-1 4 1,0-1-152,1 1 0,-2-1 0,3 1 0,-2 1-414,0 0 1,1 3 0,0-2 0,-1-1-39,1-1 0,-1-1 1,-1 0-1245,1-2 332,-1 2 0,2-5 895,-3 3 0,0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257 148 8256,'0'-6'7,"0"-1"0,2 3 0,0 0 0,0-1 222,-1-1 1,-1 0 0,0-1-1,0 1 176,0-1 0,0 3 0,0 0 0,0-1-53,0-1 1,-1 0 0,-1-1-106,0 1 1,-2 2 0,1-1 0,0 1-235,-2 1 1,-1-2-1,-1 2 1,1-1-35,0-1 0,-3 2 0,0-1 147,-1 1-57,2 1 1,-2 0 0,1 0-1,-1 0 31,0 2 1,1 0 0,3 2-113,-1 0 26,1 3 0,0-1 0,1 4 0,2 1-117,0-2 1,-1 3 0,1 1 0,2 1 141,0 1 1,1 2 0,0 1-1,0 0 88,0 2 0,1 0 0,0 2 0,2 1 34,1 0 0,0 2 0,2-3 1,-1-1-103,-1 0 0,0-2 1,3 0-1,-1-2-66,1-1 0,-3-1 1,0-1-1,0-1-87,0 0 1,1-3-1,-2 2 197,0 0-95,-1 1 0,1-4 1,-3 2-22,0 1-19,0-3 1,0 2 0,0-3-434,0 1 1,-1-4 53,-1 0 1,1-3 0,-2-2 0,1-1-187,0-3 1,0 1-1,1-4 1,0 1 23,-1 0 0,-1 0 0,3-2 1,0 0 572,0 0 0,-2-1 0,-2-1 0</inkml:trace>
  <inkml:trace contextRef="#ctx0" brushRef="#br0" timeOffset="1">1 341 8396,'4'-7'0,"0"1"761,1-1-424,1 4 0,0-3 0,1 3 661,2-1-752,-2-2 1,6 5 0,-1-3 0,3 1-45,1-1 1,-1 2 0,2-2 0,-1 2-237,0 0 1,-1-1 0,0 1 0,-3 1-1158,-1 0 1,1 1-1,-4 0 1191,0 0 0,-1 0 0,0 0 0</inkml:trace>
  <inkml:trace contextRef="#ctx0" brushRef="#br0" timeOffset="2">417 264 8396,'-2'-4'458,"1"-2"1,-2 6-1,3 0 1,0 4-184,0 2 1,0 2-1,0 1 151,0 1-261,0 4 1,3 0 0,0 1 0,2 0-14,-1 0 1,-2 0-1,2-1-228,1 1 36,-2-5 1,2 5 0,-2-8 0,0 0 327,0-2 0,0-4 0,-2 1-116,1-4 1,0-4 0,-2-5-1,1-1-163,1-1 0,-1 0 0,1-2 1,-1 0-136,-1-2 0,2 1 1,1-2-1,0 2-124,-1 0 0,3 1 0,0 2 0,0 0-252,2 1 0,-3 2 0,0 1 0,1 2 64,1 1 0,0 2 0,1 2 345,-1 1 63,1 1 1,-1 3-1,0 2 1,-1 3 23,-1 2 0,0 3 1,1 2-1,-2 2 133,0-1 1,2 3 0,-1-3 0,1 1 2,0 0 1,0-3-1,0 1 1,0-1-327,-1-1 1,2-4 0,-3-2-713,1-2 0,1-4-521,-3-1 1429,0-3 0,-5-3 0,0-1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26 263 8396,'2'-7'0,"1"1"-50,0 2 0,-1-2 0,1 3 0,-1-1 115,0-1 0,0 3 1,-1-2 1191,1-1 185,-1 2-1086,2-3 0,-3 6 1,0 0-62,0 4 1,-1 2 0,-1 0-86,0 0-138,-3 4 1,2-2 0,-2 3-186,1 2 62,0 0 0,0 5 0,-1-2 0,1 1-149,1 3 0,-1-1 0,3 3 0,-2 0 56,2 2 0,1-1 0,2 2 0,2-1-5,2-2 0,1-2 0,1-3 0,2-1 51,2-1 0,0-4 0,3 0 0,-2-4-17,0-3 0,0-1 0,-1-3 0,-1 0-195,-3 0 1,-1-1 0,0-1-1,-2-2-376,0-2 1,0-1 0,-1-1 685,-1 0 0,3-4 0,-2 2 0</inkml:trace>
  <inkml:trace contextRef="#ctx0" brushRef="#br0" timeOffset="1">270 192 8396,'-5'-2'0,"2"-1"-82,0-1 882,-2 3-532,4-2 1,-1 4 0,4 0 0,3 2 20,0 1 0,2 0 0,1 3 0,1 1-38,1 0 0,-1 4 0,2-1-63,0 4-141,1-2 0,-1 6 1,0 1-1,0 2-79,1 3 0,-2 2 0,-1 0 1,-3 1 26,-2-1 1,-1-1-1,-3-1 1,0-2 59,0-4 1,-1 0-1,0-5 1,-2-1-79,0-2 1,-2-3 0,0 0 0,0-1-505,0-3 1,1-1 0,-2-3-725,-1 0 0,2-1 1251,0-1 0,0-4 0,1-4 0</inkml:trace>
  <inkml:trace contextRef="#ctx0" brushRef="#br0" timeOffset="2">610 442 8396,'-3'-6'301,"-2"-1"0,2 4 0,-1 0 563,2 0 0,0 2-527,4-1 0,2 1 0,2-1 0,1 0 117,2 1 1,1 0 0,3 1-110,0 0-245,-1-3 0,1 2 0,0-1-392,0 2 223,-3 0 1,2 0-1,-2 0-943,0 0 756,-1 0 0,-2 0 0,-1 0 0,0 0-376,1 2 0,-3-1 0,0 2-831,-2 0 1,3 0 1462,-3 4 0,0-4 0,-2 3 0,0-2 0</inkml:trace>
  <inkml:trace contextRef="#ctx0" brushRef="#br0" timeOffset="3">751 314 8396,'-7'0'-814,"3"0"1216,0 0 62,2 0 0,0 0-189,4 0-192,-1 3 1,5-2 0,-1 3-39,3-1 33,-1 2 1,3-4 0,-2 3 0,0 0 35,0 0 0,0 4 0,0-2 1,0 1-10,0 1 0,-3-1 0,-1 1 0,-1 2 23,1 0 0,-3 2 0,1-1 0,-1 0-79,-1 0 1,0-1 0,0-2-291,0 0 1,-1 0-953,-1-3 0,1-3 1193,-4-2 0,4-2 0,-2-2 0</inkml:trace>
  <inkml:trace contextRef="#ctx0" brushRef="#br0" timeOffset="4">1033 224 8396,'-2'-6'0,"-1"-1"19,-1 1 431,3 2-115,-2 1 0,3 9 1,0 3-101,0 2 1,1 5-1,0 2 1,2 2-82,1 4 0,-2 1 0,1 0 1,1 0-156,0-1 0,-1 0 1,2-3-1,-1-1-54,-2-2 0,3-3 0,-3-4 0,0-3-95,1-3 1,-2-3-82,1-4 239,-2-2 1,3-5-1,-1-2-207,-1-1 198,3-1 0,-3 0 1,3 0-324,-1-2 281,2 1 0,-3-1 1,3 2-1,0 0-98,0 0 1,0 3 0,2 1 0,-1 1-161,1 2 1,1-1 0,1 4 0,-1 2 205,-1 0 0,-1 2 0,0 2 1,0 3 70,-2 4 1,1 2 0,-2 2 0,0 0 47,0 1 1,-1 2-1,-2-1 1,0 0 167,0-1 1,-1 2 0,-1-2 566,-2 0-608,1-5 1,-3 2 0,1-4 0,-2 0-9,-1-1 0,-1-3 0,1 0-250,-1-1 59,-2-1 1,1-2-1,-1 0 1,1-1-51,1-1 1,0-1-1,2-2 1,0 1-406,1-1 1,1-1-1,5 0 1,0-1-789,0 1 1291,0 0 0,2-1 0,2 1 0</inkml:trace>
  <inkml:trace contextRef="#ctx0" brushRef="#br0" timeOffset="5">1366 372 8158,'-9'-3'-507,"4"2"1,-1-1 1041,0 1-263,0 1 1,0 0 0,0 1-71,-1 1-126,1 2 1,-1 2 0,1 1-1,0 1-23,-1 0 1,1 3 0,1-2 0,2 1-172,0 2 0,1-2 1,2 0-1,0 0 90,0 0 0,3-2 0,2 0 1,2-1 53,1 0 0,4-2 0,-1 0 0,3-3-7,1-2 0,0 0 1,-3 0-1,1-2 70,0-3 0,-1 0 0,-1-2 209,-2-2-263,-2 2 1,-2-5-1,0 0-205,0-2 152,-4 1 0,2-2 0,-4 3 0,-1 1-284,-2 0 1,-1 0-1,0 0 1,-2 2-59,0 2 1,-1 4-1,2 0 360,0 0 0,-1 2 0,1-2 0</inkml:trace>
  <inkml:trace contextRef="#ctx0" brushRef="#br0" timeOffset="6">1540 372 8282,'-1'-6'1078,"-1"2"-885,1 1 1,-2 3-1,0 0-123,-1 3 1,-2-1 0,1 3 0,0 0-60,0 3 1,2-2 0,-2 3 0,1 0-299,2 2 0,-1-1 0,3 1 0,0 0 77,0 1 0,1 0 0,1-1 0,3-2 185,3-2 0,0-4 0,3 0 0,0-3-52,1 0 1,0-1 0,0-3-1,-2-3 327,-1-2 0,2-2 1,-4-2 431,-1 1-526,0-1 1,-5 0-1,1 0-175,-1 0 17,-1 0 0,0 1 0,-1 2-372,-1 1 195,-1 5 1,-4-1-1,1 3 1,-1 0-701,1 1 879,2 1 0,-1 0 0,1 0 0</inkml:trace>
  <inkml:trace contextRef="#ctx0" brushRef="#br0" timeOffset="7">1694 147 8884,'3'6'1051,"0"2"-683,0 4-227,-2 3 1,4 5 0,-3 4-10,2 3-81,-3-1 0,3 7 0,-3-2 0,2-1 21,-2-1 1,0-4 0,-1-4 0,0-2-472,3-1 0,-3-6 0,3-4-253,0-3 1,-2-3-1,1-6 652,-1-2 0,1-8 0,2 1 0</inkml:trace>
  <inkml:trace contextRef="#ctx0" brushRef="#br0" timeOffset="8">2104 32 8396,'0'-7'-47,"-3"1"0,2 0 0,-3 1 396,1 1 1,-2 2-260,1 0 0,-1 2 1,0 2-1,1 3-139,-1 0 0,-1 2 0,0 0 0,-1 1 160,1 0 0,0 3 0,-1-2 0,1 1 13,-1 2 0,1-2 0,0 0 1,1 2-72,1 0 0,3-1 1,-2-2-1,3 1-190,0 0 0,0 0 0,0 2 0,0-2-77,3-1 1,-2 0-1,3-3 1,-1 1-68,1 2 0,-2-4 0,1 1 1,1 0-110,-1 0 0,-1 0-87,0 0 278,2 1 1,-4-3 198,2 0 0,-1-2 0,-1 1 0,0-3 0</inkml:trace>
  <inkml:trace contextRef="#ctx0" brushRef="#br0" timeOffset="9">1969 301 7494,'-2'-4'122,"0"-1"315,1 0 1,0 2-362,1-1 1,1 0 0,0-1-124,1 1 106,3 2 1,-1-3 0,2 3-1,1 0-5,-1-1 0,0 3 0,1-3 0,-1 3-57,1 0 1,-3 0-1,0 2 1,1 1-44,-2 3 1,2 0-1,-3 4 1,0 0 104,-2 3 1,0-1-1,0 4 1,0 0 76,-2 1 1,0-2-1,-1 1 1,0 1-8,1-1 1,2-2 0,0-1 0,0-2-60,0 1 1,0-3 0,0-1 0,2-2 38,3-2 1,0-2 0,2 2 0,-1-1-62,1-2 1,1 0 0,1-1-1,1 0-177,2 0 1,-1 0 0,1 0 0,-2 0-338,-1 0 1,0-3-1,-1-1 1,1 0 465,-2 0 0,1-1 0,-2-1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8203,'0'-6'-273,"0"2"1,0-1 306,0 0 1,2 2 0,1-1 0,0 1 7,2-1 1,1 1-1,0-2 1,1 0-37,-1 0 1,0 2 0,2-1 0,-1 1-30,2 2 0,0-2-66,-3 1 135,0 0 1,0 3 69,-2 1-77,-1 1 0,-3 4 0,0 0 1,0 1 36,0 0 0,0 1 1,0-1-1,0 1-48,0-1 0,0 1 1,0 0-1,0 1-40,0-1 0,0 0 1,0-1-1,0 0 9,0 0 1,0 2-1,0-2 1,0 1-13,0 0 1,2-1-1,0 2 1,1-1 13,-1-1 0,0-1 0,2-1 0,0 1-37,0-1 1,2 0 0,-2-2 0,2-2-129,0-1 0,0-1 0,1 0 0,-1 0-112,1 0 1,-2-1 0,0-1-1,0-1 278,0-1 0,0-2 0,-1 2 0,2-2 0,-3 0 0</inkml:trace>
  <inkml:trace contextRef="#ctx0" brushRef="#br0" timeOffset="1">212 238 8396,'-6'-4'148,"-1"0"1,3 2 298,0 0 1,0 1-365,-3 1-113,4 3 0,-2 1 1,2 2-18,-1 1 1,2-1 0,-2 0 0,2 1-100,0-1 1,1 1-1,1-1 99,0 1 0,0-1 0,0 0 30,0 1 1,3-2 0,2 0 0,0-1-43,2-1 1,-1 0 0,1-2 0,1 2 18,1 1 0,1-2 1,0 2-1,-1 1 121,0 1 0,0-1 0,-1 0 150,1 2-121,-1 1 1,-1-1 0,-2 0-1,0 1 1,-1 0 524,-1 0 0,-1 2 0,-3 0-173,-1 0 0,-2 1 0,-5-1 0,-1 0-69,0 1 0,-4 0 0,1 0 0,0-2-251,-1 1 1,2-5-1,0 1 1,1 0-261,-1-1 0,1-1 1,3-2-1515,-1-1 0,2-2 285,2-1 1,2 1-1,3-3 1347,-2 1 0,1-2 0,-2 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1:17.1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12250,'0'-3'1253,"0"0"0,0 2-1183,0-1-715,0 1 1,1-2 0,0 3-1513,1-2 1,1 1 2156,-1-1 0,-1 1 0,2 1 0</inkml:trace>
  <inkml:trace contextRef="#ctx0" brushRef="#br0" timeOffset="1">142 20 9119,'0'-4'867,"0"2"-1551,0 2 1,3 2 0,0 2 0</inkml:trace>
  <inkml:trace contextRef="#ctx0" brushRef="#br0" timeOffset="2">322 7 8771,'-3'-3'4906,"2"0"-5287,-2 3 1,3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34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43 106 7878,'-8'-8'-651,"2"1"919,-1 1 0,-1-4 0,2 2-73,2 1 1,1 4-110,3-5 1,4 2-1,4-1 1,1 1 27,1 1 1,2 1-1,2 1 1,1-2-76,1-1 1,-3 5-1,5-4 1,0 4-52,3 1 0,-2 0 1,-1 0-1,0 1-18,1 4 0,-4-1 0,-1 8 0,-2 3 113,-2 2 1,-4-1 0,-1 2 0,-2 1-29,1 5 1,-1-2-1,-5 4 1,1-1 14,-3-1 0,-4 1 1,1-1-1,-2 0-21,-2 0 0,4-2 1,1-2-1,0-3-12,1 1 1,2-4 0,0-1 11,2-1 0,1-2-48,0 1 1,1-5-1,1-2 2,2 1 0,4-4 0,-1 2-18,2-1 1,2-2 0,-1 0 22,1 0 0,-1 0 1,0 0-1,1 0-74,-1 0 1,-2 0 0,-2-2 0,0 1-61,0-4 0,0 1 375,0 1 114,2 1-280,-6-7 1,2 8-7,-8-2 0,-2 3-72,-4 3 1,-1 3 0,2 4-34,2 1 1,-1-1 0,4 1 0,-1-1-33,-1 1 0,0-1 0,2 0 0,2 1 37,1-1 0,1 5 1,0-1-1,0-1-32,0-1 1,1 3-1,2 1 1,5 1 56,1 0 1,3 1 0,1 3-1,2 0 45,1 0 1,1-2 0,4 1 0,-3-2 73,-1-1 0,-3 4 1,-2-1-1,-3-2 146,-6-1 1,-2 0 0,-2 2 0,-2-2 60,-5 2 1,-5-1 0,-5 1 0,-3-1-195,-4 0 0,-2 1 0,-3-1 0,2-1-341,4-3 0,-1 0 1,-1-7-1,4-1-328,0-1 0,5-1-751,2-4 1,9-1-1161,2-4 2446,4 1 0,9-7 0,3-1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46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6008,'-5'6'362,"4"0"1,-4-6 307,5 4 352,0-4-414,0 6 1,0-1-1,0 1-420,0 4 0,0 1 0,0 2 0,0 2-13,0 1 0,0 5 1,2 5-1,-1 0-42,4 4 0,-2 0 1,-3 3-1,0 1-83,0 0 0,0 1 0,0-6 0,0-2-55,0-1 1,0-4-1,0-4 1,0-3-21,0-5 1,3-2-266,1-1 1,-1-7 10,-3 0 0,0-4 0,-1-7-239,-2 1 1,1 4 0,-2 0 0,1 0-419,-2 0 0,2 3 936,3-5 0,-4-4 0,-2-4 0</inkml:trace>
  <inkml:trace contextRef="#ctx0" brushRef="#br0" timeOffset="637">305 514 7186,'0'11'-680,"-2"-6"2118,0 0-955,0-5-446,-7 0 69,8 0 0,-4-5-163,5 0 1,0-1 10,0-2 194,5 5 170,-4-1-18,8 4 1,-7 1 49,0 2 1,0 0-36,-2 5 1,-2-7-139,0 4-158,-4-5 0,-3 0-1237,1-5 372,4 4 1,5-7 0,1 4 845,2-2 0,4 3 0,-7-6 0,4 3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51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21 257 7847,'7'0'-215,"-1"-1"169,-2-2 0,1 1 0,-2-2 467,0-1 1,1 2 557,1-4-378,-4 5-338,4-2 1,-5 4-1,0 4 1,3 4 47,0 5 0,1 3 1,-4 7-1,0-1-133,5 3 0,-4 8 1,5-1-1,-1 0-62,-2 1 1,1-2-1,1 1 1,-1-2-160,0-2 0,1-4 1,-4-5-1,1-3-526,2-1-196,-1-1 387,-3-8 1,0-2-194,0-8 1,0-2-588,0-5 1,-3 5-496,-1-1 1653,-4-1 0,3-2 0,-6 0 0</inkml:trace>
  <inkml:trace contextRef="#ctx0" brushRef="#br0" timeOffset="832">43 309 6313,'4'-4'711,"2"2"-540,-6-2 0,0-1-76,0-2 1,0-2 0,0-2 0,3 1-39,0 0 1,5-1 0,-4 1 0,2-1-1,3 1 0,0-1 0,2 1 0,-1-2 14,0 2 0,5-1 0,2 1 1,1 1-24,-2 1 0,3 4 0,5 1 1,0 0-30,0 0 1,-2 6 0,-1 1 0,-2 2 6,-1 6 0,0 0 0,-4 5 1,-2-1 3,-4 0 0,0 1 0,-4 1 0,-2 0 12,-1 1 1,-1-1-1,0 0 1,-1-3 45,-2 0 0,-5-4 0,-3 3 1,-6-2-30,1-2 0,-1 1 0,-5-1 0,-2 0-14,0 1 1,-4-4 0,3-1 0,-1 0-58,0 0 1,-1-4 0,1 2 0,4-2-174,4-2 0,3 0 1,5-2-383,4-2 0,1 2 18,5-5 0,5 1 0,1 0 549,4 1 0,1 4 0,-1-4 0,1-1 0</inkml:trace>
  <inkml:trace contextRef="#ctx0" brushRef="#br0" timeOffset="1549">472 457 7847,'11'0'-4,"-4"0"0,-1 0 0,0 4 120,0 2 0,-5 0 0,2 3 0,-1 1 18,-2 2 0,1 8 1,2-4-1,0 2 55,0-2 1,-3 1 0,0 2 0,0-2 9,0-3 1,0 0 0,0-4 518,0 1-494,0-1 1,0-8 0,-3-5 0,0-6-70,0-2 1,2-4 0,1-2 0,0-3-131,0-1 0,0-3 0,0-1 0,0 3-89,0-1 0,1 6 1,2-1-1,2 0-129,1-3 0,0 5 0,4 2 0,2 2-20,3 2 1,-5 1-1,7 1 1,-4 5 31,1 2 1,0 2 0,-2 2 0,0 5 40,3 1 0,-4 3 1,-5 1-1,3 1-151,-1-1 0,1 2 0,-1-2 1,-4 1-108,1-2 0,-2-2 0,3 0 0,0 1 398,-2-1 0,-1 1 0,6 4 0,-3 1 0</inkml:trace>
  <inkml:trace contextRef="#ctx0" brushRef="#br0" timeOffset="1985">903 434 7847,'-11'-4'-72,"4"4"0,-1-5 165,1 4 0,-4-2 0,1 0 51,0 0 0,-1 3 0,1 3 0,-1 1-49,1 2 0,-1 0 1,1 5-1,1 1-89,2 3 0,-1-3 0,4 4 0,-1 0 27,-1 1 1,3-4-1,3 5 1,2 1-16,1 1 0,4-2 0,5-2 0,5-1-22,-1-3 1,0 0 0,5-2-1,-3-2 45,0-1 1,0-5 0,1 2 0,-1-4 107,0-4 0,-5-2 1,1-5-1,-2-4-23,-2-3 0,-1-1 1,-1-3-1,-5-1-93,-2-2 0,-1-3 0,-1 2 0,-2 1-143,-5 0 0,2-1 1,0 7-1,-4 1-348,-2 5 0,0 2 1,-2 4-1,3 4-455,0 1 0,1 4 913,-1 1 0,1 7 0,-1 7 0</inkml:trace>
  <inkml:trace contextRef="#ctx0" brushRef="#br0" timeOffset="2484">1122 403 8040,'0'10'168,"4"2"1,1 2 0,1 1-85,1 1 0,4 2 0,-1 6 0,0 0-57,1 0 1,-1 1-1,1-1 1,-1-3-73,1-2 0,-1-7 0,0 1 179,1-5 0,-1-4 0,1-8-85,-1-2 1,-2-9-1,-2-3 1,2-4-89,1-4 0,-1 1 0,-1 1 0,1 0-65,1 0 1,1 4 0,-2-1 0,-2 4 21,-2 2 1,3 3-1,-2 2-503,1 0-366,-5 4 696,4 1 1,-5 16-1,0-1 1</inkml:trace>
  <inkml:trace contextRef="#ctx0" brushRef="#br0" timeOffset="2982">1552 540 7847,'11'0'-411,"-1"0"403,1 0 0,-4-1 1,-1-2 104,3 0 1,-3-5 0,0 4 0,0-1 27,0 1 0,-3-4 1,3 1-1,0-2-4,0-1 0,-5-1 0,4 1-123,-1-2 1,-2 1 0,2 1-1,1-1-17,-2 1 0,0 0 0,-3-1 0,0 1-103,0-1 0,-3 1 0,-2-1 1,1 1 49,-1 0 0,-4 2 0,3 2 27,-4 2 1,-1 1 0,1 4-1,0 2 58,-1 5 1,1 1 0,-1 3 0,2-1 83,2 4 0,-2 3 1,3 0-1,-2 1 33,3 2 1,2 2 0,0-2 0,1-1 190,2 6 1,2-4-1,1 5 1,4 0-129,2-5 0,1 0 0,2-2 0,0-2-168,3-3 1,3-5-1,-2-4 1,2-2-318,0-4 0,-1 0 0,3-4 0,3-3-61,-2-7 1,-5-2-1,0-5 1,-1 0-1196,-1 0 1548,-2 5 0,-2-8 0,0 2 0</inkml:trace>
  <inkml:trace contextRef="#ctx0" brushRef="#br0" timeOffset="5315">262 1558 7842,'0'-11'130,"-2"4"1,0 3 46,-6-2 1,4 1-1,-4 4 1,-1-4-2,-4 4 1,-1-1 0,-2 2-1,0 0 36,1 0 1,-3 0 0,-3 2 0,0 1-75,0 4 0,3 2 0,2 1 0,0 1-156,-1-1 1,4 5 0,-1 3 0,4 1 12,2 4 0,4-2 0,4 0 0,0-1 13,0 1 1,4 0 0,5-2-1,3 1-36,2-4 1,4-2-1,0-1 1,1-6-147,-3-4 1,5-1 0,-4-2 0,3 0-120,1 0 0,-3-5 0,-1-2 1,0-3-175,0-4 0,1-2 1,-3-5-1,-4 0 467,1 0 0,-1 0 0,-1 1 0,1-7 0,-1 0 0</inkml:trace>
  <inkml:trace contextRef="#ctx0" brushRef="#br0" timeOffset="5599">272 1181 7766,'6'-2'348,"-1"-1"1,-5 3 0,0 0-52,0 6 1,1 5-1,2 4 1,0 6-169,0 5 0,2 6 0,-1 3 0,1 7-121,-1 1 1,4 4 0,-5-6 0,0 1-113,3 0 1,-6-5 0,4-6 0,-3-5-492,-1-4 1,0-6-1,0-2-1074,0-2 1669,0-6 0,0-6 0,0-8 0,0-1 0,0-1 0</inkml:trace>
  <inkml:trace contextRef="#ctx0" brushRef="#br0" timeOffset="6099">451 1664 7581,'5'-6'567,"1"-5"1,4 5-618,1-4 0,2 4 0,2-2 0,-2 1 10,2-3 1,-3-1 0,3 1 0,-5-4 117,1 1 0,-1-2 1,1 5-1,-5-1-9,-2 1 1,1 2-1,-2 2 1,-2-1 9,-4 1 1,2-2 0,-7 4 0,1 2-55,-4 1 1,-2-2-1,-1-1 1,0 2-60,-1 1 0,3 2 0,-2 1 0,1 2 33,-1 2 1,3 1 0,-1 4 0,1 1 29,5 1 1,2 1-1,-2 2 1,1 0 71,4 1 1,-1-1 0,2 5 0,2 0 35,1 1 0,3-1 0,6-2 0,1-1-173,5 0 0,1-4 1,2-1-1,0-1-173,0-2 0,0-1 1,0-1-1,1-5 27,-1-6 1,-5 0 0,1-8-1,-1-1-253,0-2 0,-2-4 0,-1-3 0,-1 0 435,-1 5 0,-1-5 0,0 4 0,1-8 0,-1-2 0</inkml:trace>
  <inkml:trace contextRef="#ctx0" brushRef="#br0" timeOffset="6400">818 1139 7193,'0'-6'799,"4"8"1,-1 8-1,0 6-538,2 8 0,-2 5 1,3 5-1,0 6-124,0 5 0,-1 1 0,1 3 0,-1-1-137,1 0 1,-6-8 0,4-4 0,-2-5-406,2-4 1,-4-2-235,5-7 1,-4-9 0,-1-9 169,0-6 1,0-3 0,0-1 0,0-2 468,0-3 0,-6 0 0,0-8 0</inkml:trace>
  <inkml:trace contextRef="#ctx0" brushRef="#br0" timeOffset="6582">672 1485 7847,'10'0'210,"2"-3"1,0-2 78,3 4 0,0-4 1,-2 1-1,5 1-420,1-1 0,7 1 1,-2-3-1,-1 1-59,-2 4 0,0-2 0,-3 0 0,0 0-1090,1 1 1280,-4 1 0,5-4 0,-4-1 0</inkml:trace>
  <inkml:trace contextRef="#ctx0" brushRef="#br0" timeOffset="7051">1070 1610 9211,'10'0'397,"0"0"1,2-3-1,2-1-522,-1-2 1,2-5-1,-1-2 1,-1-1 62,0 2 0,-1-1 1,-1-2-1,-1-1 11,1 1 0,-6 1 0,-2 4 33,-1 0 1,-2-1 0,-2 2 0,-1 2-14,-4 4 1,-3 1-1,-4 2 1,1 0 7,-1 0 1,-1 2 0,1-1 0,-1 4 77,0 1 0,-3 1 0,4 4 0,1-1 147,1 0 1,2 4 0,-1 1-1,2 1 32,2-1 1,2 3 0,5 0-1,0 1 11,0 2 1,2 0 0,2 0 0,5-3-73,5-1 0,2-3 1,1-1-1,-1-1-278,2-1 1,1-5 0,2-3 0,1-2-126,-1-1 0,0 0 0,-2 0 0,-1-1-248,0-2 1,-4-3 0,1-5 0,-2 1-261,2-1 0,-3 4 0,-3-1 0,-3 1 738,3-2 0,0-1 0,1-1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01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0 441 9925,'0'10'84,"0"1"0,0 1 1,0 0-1,0 3 1,0-3 0,0 4 0,0-3 0,0 1 5,0 2 0,0-5 0,0 4 592,0-4-105,0 0-478,0-7 0,0-4 1,0-7-1,0-5-111,0-1 1,0-7 0,0 4 0,0-4-214,0 3 1,4-3 0,1 2 0,1-1-53,1-2 0,2 5 0,2 1 1,-1 0 4,2 1 1,-1 4 0,-1 3 0,0 1-209,1 0 1,-1 1 0,1 5 90,-1 5 1,-1 1-1,-2 4 1,-2 0 388,-1 1 0,-2-1 0,1 1 0,-2-1 0,-1 1 0,0-1 0</inkml:trace>
  <inkml:trace contextRef="#ctx0" brushRef="#br0" timeOffset="750">262 410 7847,'6'4'-1717,"0"-1"2216,-3 3 0,-1 2-285,2 2 0,-4 0 0,0 1 1,0-1-76,0 1 0,5 2 0,-2 4 0,0-1 35,-3 2 1,0 1 0,0-1 0,0-2-10,0-1 0,0 3 1,0-4-56,0-1 1,0-5-57,0-1 0,4-8 0,-1-4 0,0-4-140,3-4 1,-6-4-1,4-4 1,2-1-92,0-3 0,0 2 0,2-3 0,-1-1-115,4 4 0,-5 3 0,1 0 0,0 4-7,4 1 0,-5 1 0,1 4 128,2 4 0,0 2 130,2 4 0,-5 6 1,-2 3-1,-1 4 181,2 3 1,-3 2-1,-2 3 1,0 0-69,0 0 1,0 0-1,0 0 1,0-1 187,0-3 0,0-2 0,0-5 0,0 2 757,0-2-942,0-5 0,0-1 0,0-8 0,2-4-179,1-5 1,0 1 0,3-6 0,-2 0-210,2-2 1,0-1 0,3 0 0,-3 0-14,3 0 1,0 0-1,2 2 1,-3 1 160,0 3 1,1 5-1,-2-1 151,2 1 1,2 4 154,-1 1 0,1 13 0,-6 2 0,0 4 119,1 1 1,-6 2-1,4 6 1,-2 2-33,-2 2 0,3-3 1,0 1-1,0 0-191,-2-1 1,-1 0 0,0-6 0,0-2-263,5-1 1,-5 0-1,6-6-202,-2-1 0,-2-5 0,4-6 0,0-6 427,0-3 0,-3-2 0,4-4 0,0 2 0,4-6 0</inkml:trace>
  <inkml:trace contextRef="#ctx0" brushRef="#br0" timeOffset="1000">766 314 7415,'0'12'482,"0"-1"0,0-1 0,-2 7-229,-1 3 1,2 6-1,-2 5 1,1 2-234,2 1 0,-3-1 1,-1 3-1,3-5-349,-1-3 0,2-4 0,0-6 0,0-5-205,0-1 1,0-7 0,0-5 533,0-6 0,5-8 0,0-2 0</inkml:trace>
  <inkml:trace contextRef="#ctx0" brushRef="#br0" timeOffset="1150">745 127 7578,'0'-11'-1431,"0"1"1431,0-1 0,0 7 0,0 4 0,0 4 0,0 7 0,0 1 0,0 1 0,5 4 0,0 3 0</inkml:trace>
  <inkml:trace contextRef="#ctx0" brushRef="#br0" timeOffset="1637">891 347 7847,'0'6'-346,"0"2"0,0-5 0,0 4 1,0 2 728,0 0 0,0 3 0,0 1 0,0 5-42,0 6 1,0 3-1,0 4 1,0 0-154,0 1 0,0 0 0,0-2 0,0-1 25,0-6 0,0-5-87,0-4 1,2-10 0,1-7-197,0-10 1,5-5 0,-2-4 0,5-2-219,-1-5 1,1-2 0,-1 0 0,1 0-150,-1-1 1,0 1 0,1 1 0,-1 3 192,1 6 0,-1 1 0,1 6 0,-1 2 159,0 5 1,-2-2-1,-2 6 1,1 1 102,-1 5 0,3 3 0,-3 5 1,2-1 104,-1 1 0,-5 4 0,2 2 0,0 3 39,-1 1 0,0-1 1,-1 1-1,1 0 9,0 0 0,0 0 0,-3 0 1,0 0-278,0 1 0,0-6 0,1 1 0,2-2-553,0-2 1,2-5 658,-1-5 0,1-5 0,1-4 0,4-1 0,-4-8 0</inkml:trace>
  <inkml:trace contextRef="#ctx0" brushRef="#br0" timeOffset="1850">1301 358 7847,'-3'6'-20,"-2"1"1,4 2 222,-1 0 1,2 6-1,0 3 1,0 1 159,0 2 0,0 4 0,0 4 1,0 0-346,0-2 1,0 0 0,0-6 0,0 0-813,0 0 0,0-5-159,0-3 0,2-7 953,1-6 0,-2-9 0,4-7 0</inkml:trace>
  <inkml:trace contextRef="#ctx0" brushRef="#br0" timeOffset="2000">1280 116 7847,'-7'-10'0,"1"-1"0,3 4 0,0-1 0,1 8 0,2 0 365,0 5 0,5 5-365,2 1 0,2 4 0,1 1 0</inkml:trace>
  <inkml:trace contextRef="#ctx0" brushRef="#br0" timeOffset="2370">1459 378 7648,'-12'15'0,"1"-3"-633,1-4 1,6-1 567,-1 4 1,4-4 0,2-1 65,4-1 0,-1-3 0,8-2 0,1 0 92,1 0 0,5 0 1,-3 0-1,1 0 61,1 0 1,-3 5 0,1 1-1,2 1 153,-2-1 0,-1 5 0,-4 5 0,-2-1-34,-2 0 0,2 7 1,-6-1-1,-2 2-46,1-1 0,-7-6 1,-2 2-1,-3 2 36,-4-1 0,1-3 0,-4-2 1,0-4-505,0-2 0,-2-4 0,4-4 0,0-1-328,0-2 1,-3-3-1,5-6 1,-1-2-141,2-4 1,3-5-1,2-6 709,0-1 0,4-7 0,-2 0 0</inkml:trace>
  <inkml:trace contextRef="#ctx0" brushRef="#br0" timeOffset="2650">1678 0 7847,'0'10'-83,"4"1"1,1 1 0,-1 3 364,1 7 1,2 5 0,-4 10 0,0 6-103,3 5 1,-4 4-1,4 2 1,-2-1-55,-1-3 0,-3-9 1,0 1-1,0-3-257,0-6 1,0 1-1,0-10 1,0-5-1019,0-4 0,0-2 738,-5-2 0,1-4 0,-2-10 411,2-4 0,-2-2 0,0-2 0</inkml:trace>
  <inkml:trace contextRef="#ctx0" brushRef="#br0" timeOffset="2833">1574 420 7752,'10'0'-159,"-3"-1"1,-1-1-1,3-2 188,0 2 1,5-4-1,2 3 1,0 2 138,2-1 0,2-2 0,2 1 0,2 1-287,0 1 1,0 1-1,-7 0 1,0 1-269,-1 2 1,1-1 0,-4 2 386,-4 1 0,6-4 0,-3 4 0</inkml:trace>
  <inkml:trace contextRef="#ctx0" brushRef="#br0" timeOffset="3067">1992 410 7847,'0'13'-77,"0"2"0,0 1 0,0-1 1,0 2 466,0 2 1,5-2-1,-2 0 1,0 1-161,-3 2 0,0 1 1,0-4-1,0 0-643,0-2 0,0 0 0,0-5-1464,0 0 1877,0-4 0,0-6 0,0-6 0</inkml:trace>
  <inkml:trace contextRef="#ctx0" brushRef="#br0" timeOffset="3250">1950 64 7847,'2'-10'-499,"1"-1"0,-2-1 0,4 2 731,-5-1-312,0 5 1,0 6 0,1 8 0,2 2 79,0 5 0,5-4 0,-2 14 0,4-3 0</inkml:trace>
  <inkml:trace contextRef="#ctx0" brushRef="#br0" timeOffset="3604">2371 347 7847,'0'-7'-269,"0"-1"1,-2 2 0,-1 0 700,-4 2 1,1 2 0,-2 2 0,1 0-136,-2 0 1,-3 6 0,-1 5 0,-1 5-128,1 1 0,-2 5 0,2-1 0,-1 3 96,2 1 1,3-1 0,2 4 0,4-1 57,1 0 1,4 4-1,2-4 1,7 3-183,5-2 0,5-4 0,4-5 0,4-2-241,5-3 1,-1-5 0,1-6 0,-1-1-524,-2-2 0,0-5 0,1-2 1,-6-3-383,0-4 0,-8 1 1,-5-4 1003,-1 2 0,-2-2 0,1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19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31 189 7258,'0'-6'1938,"-4"3"-546,2 2-475,-2-4-690,4 4 0,0-2 0,0 6 1,0 4-63,0 2 0,4 3 1,-1 2-1,0 0-131,-3 3 1,0-1 0,0 5 0,0 0-203,0-5 0,0 5 0,0-4 1,0 2 52,0-1 1,0-2 0,0-4 0,0 3-130,0-3 1,0 0 0,0-2-694,0 1-633,0-1 1209,0-4 1,0-3 0,0-6 0,0-4-67,0-2 0,0-2 0,0 1 427,0-1 0,0-3 0,0-3 0</inkml:trace>
  <inkml:trace contextRef="#ctx0" brushRef="#br0" timeOffset="331">0 21 8249,'0'-5'637,"0"-1"-1903,0 2 147,0 4 1119,0-6 0,4 6 0,2 0 0</inkml:trace>
  <inkml:trace contextRef="#ctx0" brushRef="#br0" timeOffset="1113">399 148 8075,'-7'0'130,"-1"0"0,5-3 0,-3-3 325,2 1 0,-5 1-267,3-2 1,0 3-1,-1 0-91,-1 1 0,-2 4 0,-1-1-94,1 4 1,0 2-1,-1 1 1,1 1-83,-1 1 0,4 0 0,2 1 1,-1-1 41,0 1 0,3-1 0,0 1 0,2-1 13,1 0 0,0-2 1,1-1 30,2 1 0,3-2 0,6 0 0,0-2-46,3-1 0,3-1 0,-2 1 0,2 1-87,0 2 1,-4-3-1,2 3 1,0 0 139,1 0 0,-4 1 1,1 4 74,-3-1 0,-2 1 0,-1-1 0,-5 0 174,-2 1 0,-1-1 1,-1 1-1,-2-1 131,-5 1 1,-1-1-1,-2 0 1,-3 1-246,1-1 0,-5-2 0,0-2 0,-1 1-174,2-1 1,-2 3 0,4-6 0,0 0-233,0 2 1,-3-4 0,3 4-1264,3-5 1,4 0-760,2 0 2279,-2 0 0,-2-5 0,-1-1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7:59.886"/>
    </inkml:context>
    <inkml:brush xml:id="br0">
      <inkml:brushProperty name="width" value="0.08571" units="cm"/>
      <inkml:brushProperty name="height" value="0.08571" units="cm"/>
      <inkml:brushProperty name="color" value="#0F9ED5"/>
    </inkml:brush>
  </inkml:definitions>
  <inkml:trace contextRef="#ctx0" brushRef="#br0">1 137 7904,'0'-10'-327,"0"2"611,0 1 1,0 4-22,0-5 1,0 2-150,0-4 1,0 2-1,1 3 1,1-1-86,1 0 1,6 3-1,-2-3-89,2 1 0,2 2 1,-1 3-1,1 0 15,-1 0 0,0 0 0,1 0 0,-1 0 52,1 0 1,4 3 0,-2 2 0,0 1-1,-2 1 1,-1 4-1,-2 2 1,-1 0-17,1 1 1,1 1-1,1 0 1,-3 1-9,1-1 0,-7 1 0,5 1 0,-3-2 14,0-1 0,2 4 0,-5-4 1,3-1-31,0 4 0,1-7 0,-1 0 0,2-1-69,1-1 1,-3-2 0,4 0-93,2-2 0,0 4-50,1-5 0,1 0-9,-1-6 0,-4 0 0,-1-3-58,-1 1 1,-2 1 310,1-1 0,-6 1 0,-3-7 0</inkml:trace>
  <inkml:trace contextRef="#ctx0" brushRef="#br0" timeOffset="550">326 0 6347,'-8'0'912,"2"0"0,2 1 0,-3 4-642,-1 1 0,-1 7 0,-1 2 1,-1 2-30,1 1 1,-5 5-1,0 3 1,-1-1-124,-2 2 0,1 0 0,1-1 0,1 0-115,2-1 1,1-1 0,1-6 0,2-2-116,2-1 1,1 0 0,4-5-575,-2 1-557,1-5-239,3-2 1114,0-4 0,-4-9 0,-2-3 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44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64 230 8220,'-11'0'201,"2"2"367,2 2 0,-2-4-41,1 5 0,4-5 0,1-5-209,1-1 1,-1-4 0,-1 0-1,2-1-199,1 1 0,2-4 0,2 1 0,5-2-29,1 0 1,1 2 0,1-4 0,1 2-66,1 4 1,0-4-1,5 0 1,-1 3-136,-1 0 0,3 4 1,-5 2-1,-1 2-58,-1 1 0,2 3 0,-1 0 1,0 0-24,-1 4 1,-6 7 0,2 7-1,1 1-47,0 2 0,-3 0 0,-3 0 0,-2 1 168,-1 2 0,0-2 0,0 4 0,-1-6 69,-2 3 1,-3-2 0,-5 0 0,1-1 191,-1 1 1,-4-3-1,1-1 1,-1-3 20,0-2 1,-5 3 0,4 0 0,-5-3-50,0 0 0,5-2 0,1-2 0,2-2 33,-2-2 0,1-1-85,4-3-147,-1 0 0,7 0-31,4 0 1,4-3 0,7 0-1,1 0 11,1 2 1,-1-2 0,3 0 0,0 0 22,3 1 0,-2-1 0,2 0 0,4-1 22,1 0 1,2 2 0,-4-1 0,0 2 120,0 1 1,-2 0 0,0 0-1,-2 0 6,-2 0 0,-2 1 0,-2 2 0,-1 3 167,0 0 1,-4 3 0,-1-2 16,-1 2 1,-2-1-611,2-1 1,-4-5-60,-4 2 0,2-4-352,-5-4 0,4 2 0,-2-4-1264,1 2 0,2-5 1985,-5 3 0,4-5 0,-1 1 0</inkml:trace>
  <inkml:trace contextRef="#ctx0" brushRef="#br0" timeOffset="370">557 430 9360,'0'-6'6188,"0"0"-6208,0 3 1,1 2-3002,2-2-1614,-1 1 4635,2 2 0,-4-4 0,0-2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41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37 8033,'0'-3'624,"0"0"1,0 2-391,0-2 1,-1 1 128,-1 1-166,1-2 1,-2 1-95,3-4 1,3 5-1,1-2-99,1 1 1,2 1 0,-2 1 0,2-2-36,1 1 1,1-1-1,0 1 1,1 1-9,-1 0 0,0 0 0,1 0 1,-1 1 3,2 1 0,-2 1 1,-2 0-1,0-2 25,1 4 0,-1-2 0,1 0 0,-1 0 9,1 1 0,-4-1 1,2 0-1,0 0 17,-3-1 1,5 1 0,-4 1 0,1-1 4,-1 0 0,-1 0 0,0 0-19,0 0 1,-2 2-1,1 1-3,-1-2 1,-1 0 0,0 1-2,0-1 0,2 1 1,-1-1-8,2 2 1,-1-1 0,-2-1 3,0 1 0,0-1 0,0 1 0,0-1 45,0 2 1,-2-3-1,2 2 1,-3-2 26,2-1 1,-2 3 0,3-1 0,-5 1-30,5 1 0,-3-3 0,3 0 0,-4 0-32,4 1 0,-2 2 0,2-1 0,-1-1 41,0 1 1,-1-2 0,1 0 0,-1 1 0,2-1 0,-3 3 0,0-2 0,2 1-26,1-1 1,0 1 0,-2-1 0,1 1-24,-2 1 0,1-2 0,1 2 1,-2-1 4,1 1 0,-1-2 1,0 4-1,0-4 72,-1 1 1,2 0 0,-2 1-1,-1 2-22,1-2 0,1 0 0,0 1 0,-2-1-21,1 0 0,2 2 1,-1-2-1,1 1-34,-1 2 1,-2-2-1,2 1 1,2-1 7,-4 1 0,4-2 0,-4 1 0,2 2 14,0 0 0,0-1 0,2-1 0,-2 2 3,-2 0 0,5 0 0,-4 1 0,-1-1-6,1 0 1,1 2-1,-2-3 1,2 3-7,-1 1 0,1-2 0,0 1 1,2 1-12,-2 0 0,0-1 0,3 1 1,-2 0-4,1 0 0,-1 0 1,1 0-1,-1 3 8,2-3 0,-3 1 0,0 2 1,2-1 44,-4 2 1,5-1-1,-3 0 1,0 0-13,0 0 0,0-1 0,2 1 0,-2 2-31,1-2 1,1-2 0,1 1 0,0 0-4,0 3 1,1-4 0,1 1 0,1-1-5,1 0 0,-1 2 0,2-1 0,1 1 25,1-2 0,1 0 0,-1-1 0,2 0 34,0 0 0,0-1 0,3 1 0,0 0 3,0-2 1,0 0 0,-1-1-1,3 0-20,1 2 1,-3-4 0,1 1-1,0-2-5,-1 0 0,2-1 0,-4-2 0,-1 0-27,0 2 0,-1-4 0,-1 2 0,0 0-20,1 0 0,-2-3 0,-2 2-62,2-1-5,-3-1 0,2 0-195,-2 0 1,-3-1-1,4-1-976,-4-1 0,0 0-181,0 0 0,-4 2 1428,-1-2 0,-2-2 0,-1 2 0</inkml:trace>
  <inkml:trace contextRef="#ctx0" brushRef="#br0" timeOffset="1114">551 1267 8220,'0'-3'105,"0"0"0,0 1 327,0-1 0,0 0-136,0-3 1,0 3-143,0 0 1,0 2-1,-2-1 97,-1 1 0,-3-1-241,2 1 0,-4 1 1,1 1-1,1 1 34,0 1 1,-1 0-1,2 1 1,-2 2-76,-1 0 0,1 0 1,-1 0-1,1 1-33,-1 1 1,1-1-1,0 1 1,1 1 77,0 0 1,3 0 0,-3 1-1,1-1 15,2 0 1,-3 0 0,5-3 0,-2 3 2,0-2 0,1 2 0,-1-3 0,3 2 4,0-2 0,0 3 0,-1-4 1,-1 4-5,-1-1 0,2 1 0,1 0 1,0 0 31,0 0 1,0 1 0,1-1 0,2 0 23,-1 1 0,-1-1 1,1 2-1,1-1-13,-2 2 0,1 0 0,1 0 0,-2 1 29,2-1 0,-3 2 0,0-1 0,0 3 4,0 1 1,0-2-1,0 1 1,0-1-126,0 1 0,0 1 1,0-1-1,0 1-12,0-2 1,2-1 0,-1 0 0,1 1 39,1-2 0,0 2 0,0-2 1,0 2-8,0 0 0,1 0 0,-4 2 0,0-3 1,0 0 1,2 1 0,1 0 0,-2 1-9,1-1 0,-2-3 0,1 1 0,2 1 6,-1-1 0,-1 1 0,-1-1 0,0 0 26,0-1 0,2 2 0,1-1 1,-2 2 9,0 0 1,-1-2 0,-1 2 0,0 0-4,-2 1 1,-2-1 0,1-1 0,1-1-10,0-1 1,-3 0 0,3 0 0,0-2-4,0 2 1,-3-1 0,1 1-1,-2-2-17,-1-1 0,1 1 0,-2-1 0,0 0 84,-1 0 1,-1 0 0,-1-1 0,0 1-9,0-2 1,-1-1 0,1 0 0,-1 1-68,1-2 1,0 1 0,-3-2 0,3 2-133,2 0 0,-4 0 1,4 0-1,-1-1-32,-1-1 0,-1 1 0,1-1 1,0 1-19,-1-1 1,1 0 0,-2-1-1,3 0-69,-1 0 1,3 0-1,1-1-351,1-1 1,1 1 67,1-2 0,2-3 0,-1 1-216,1-1 1,-2 0 0,4-1 733,-1-2 0,-1 2 0,0-1 0,-1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7:09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63 146 7847,'7'0'-215,"-1"-1"169,-2-2 0,1 1 0,-2-2 467,0-1 1,1 2 557,1-4-378,-4 5-338,4-2 1,-5 4-1,0 4 1,3 4 47,0 5 0,1 3 1,-4 7-1,0-1-133,5 3 0,-4 8 1,5-1-1,-1 0-62,-2 1 1,1-2-1,1 1 1,-1-2-160,0-2 0,1-4 1,-4-5-1,1-3-526,2-1-196,-1-1 387,-3-8 1,0-2-194,0-8 1,0-2-588,0-5 1,-3 5-496,-1-1 1653,-4-1 0,3-2 0,-6 0 0</inkml:trace>
  <inkml:trace contextRef="#ctx0" brushRef="#br0" timeOffset="1">85 198 6313,'4'-4'711,"2"2"-540,-6-2 0,0-1-76,0-2 1,0-2 0,0-2 0,3 1-39,0 0 1,5-1 0,-4 1 0,2-1-1,3 1 0,0-1 0,2 1 0,-1-2 14,0 2 0,5-1 0,2 1 1,1 1-24,-2 1 0,3 4 0,5 1 1,0 0-30,0 0 1,-2 6 0,-1 1 0,-2 2 6,-1 6 0,0 0 0,-4 5 1,-2-1 3,-4 0 0,0 1 0,-4 1 0,-2 0 12,-1 1 1,-1-1-1,0 0 1,-1-3 45,-2 0 0,-5-4 0,-3 3 1,-6-2-30,1-2 0,-1 1 0,-5-1 0,-2 0-14,0 1 1,-4-4 0,3-1 0,-1 0-58,0 0 1,-1-4 0,1 2 0,4-2-174,4-2 0,3 0 1,5-2-383,4-2 0,1 2 18,5-5 0,5 1 0,1 0 549,4 1 0,1 4 0,-1-4 0,1-1 0</inkml:trace>
  <inkml:trace contextRef="#ctx0" brushRef="#br0" timeOffset="2">514 346 7847,'11'0'-4,"-4"0"0,-1 0 0,0 4 120,0 2 0,-5 0 0,2 3 0,-1 1 18,-2 2 0,1 8 1,2-4-1,0 2 55,0-2 1,-3 1 0,0 2 0,0-2 9,0-3 1,0 0 0,0-4 518,0 1-494,0-1 1,0-8 0,-3-5 0,0-6-70,0-2 1,2-4 0,1-2 0,0-3-131,0-1 0,0-3 0,0-1 0,0 3-89,0-1 0,1 6 1,2-1-1,2 0-129,1-3 0,0 5 0,4 2 0,2 2-20,3 2 1,-5 1-1,7 1 1,-4 5 31,1 2 1,0 2 0,-2 2 0,0 5 40,3 1 0,-4 3 1,-5 1-1,3 1-151,-1-1 0,1 2 0,-1-2 1,-4 1-108,1-2 0,-2-2 0,3 0 0,0 1 398,-2-1 0,-1 1 0,6 4 0,-3 1 0</inkml:trace>
  <inkml:trace contextRef="#ctx0" brushRef="#br0" timeOffset="3">945 323 7847,'-11'-4'-72,"4"4"0,-1-5 165,1 4 0,-4-2 0,1 0 51,0 0 0,-1 3 0,1 3 0,-1 1-49,1 2 0,-1 0 1,1 5-1,1 1-89,2 3 0,-1-3 0,4 4 0,-1 0 27,-1 1 1,3-4-1,3 5 1,2 1-16,1 1 0,4-2 0,5-2 0,5-1-22,-1-3 1,0 0 0,5-2-1,-3-2 45,0-1 1,0-5 0,1 2 0,-1-4 107,0-4 0,-5-2 1,1-5-1,-2-4-23,-2-3 0,-1-1 1,-1-3-1,-5-1-93,-2-2 0,-1-3 0,-1 2 0,-2 1-143,-5 0 0,2-1 1,0 7-1,-4 1-348,-2 5 0,0 2 1,-2 4-1,3 4-455,0 1 0,1 4 913,-1 1 0,1 7 0,-1 7 0</inkml:trace>
  <inkml:trace contextRef="#ctx0" brushRef="#br0" timeOffset="4">1164 292 8040,'0'10'168,"4"2"1,1 2 0,1 1-85,1 1 0,4 2 0,-1 6 0,0 0-57,1 0 1,-1 1-1,1-1 1,-1-3-73,1-2 0,-1-7 0,0 1 179,1-5 0,-1-4 0,1-8-85,-1-2 1,-2-9-1,-2-3 1,2-4-89,1-4 0,-1 1 0,-1 1 0,1 0-65,1 0 1,1 4 0,-2-1 0,-2 4 21,-2 2 1,3 3-1,-2 2-503,1 0-366,-5 4 696,4 1 1,-5 16-1,0-1 1</inkml:trace>
  <inkml:trace contextRef="#ctx0" brushRef="#br0" timeOffset="5">1594 429 7847,'11'0'-411,"-1"0"403,1 0 0,-4-1 1,-1-2 104,3 0 1,-3-5 0,0 4 0,0-1 27,0 1 0,-3-4 1,3 1-1,0-2-4,0-1 0,-5-1 0,4 1-123,-1-2 1,-2 1 0,2 1-1,1-1-17,-2 1 0,0 0 0,-3-1 0,0 1-103,0-1 0,-3 1 0,-2-1 1,1 1 49,-1 0 0,-4 2 0,3 2 27,-4 2 1,-1 1 0,1 4-1,0 2 58,-1 5 1,1 1 0,-1 3 0,2-1 83,2 4 0,-2 3 1,3 0-1,-2 1 33,3 2 1,2 2 0,0-2 0,1-1 190,2 6 1,2-4-1,1 5 1,4 0-129,2-5 0,1 0 0,2-2 0,0-2-168,3-3 1,3-5-1,-2-4 1,2-2-318,0-4 0,-1 0 0,3-4 0,3-3-61,-2-7 1,-5-2-1,0-5 1,-1 0-1196,-1 0 1548,-2 5 0,-2-8 0,0 2 0</inkml:trace>
  <inkml:trace contextRef="#ctx0" brushRef="#br0" timeOffset="8">304 1447 7842,'0'-11'130,"-2"4"1,0 3 46,-6-2 1,4 1-1,-4 4 1,-1-4-2,-4 4 1,-1-1 0,-2 2-1,0 0 36,1 0 1,-3 0 0,-3 2 0,0 1-75,0 4 0,3 2 0,2 1 0,0 1-156,-1-1 1,4 5 0,-1 3 0,4 1 12,2 4 0,4-2 0,4 0 0,0-1 13,0 1 1,4 0 0,5-2-1,3 1-36,2-4 1,4-2-1,0-1 1,1-6-147,-3-4 1,5-1 0,-4-2 0,3 0-120,1 0 0,-3-5 0,-1-2 1,0-3-175,0-4 0,1-2 1,-3-5-1,-4 0 467,1 0 0,-1 0 0,-1 1 0,1-7 0,-1 0 0</inkml:trace>
  <inkml:trace contextRef="#ctx0" brushRef="#br0" timeOffset="9">314 1070 7766,'6'-2'348,"-1"-1"1,-5 3 0,0 0-52,0 6 1,1 5-1,2 4 1,0 6-169,0 5 0,2 6 0,-1 3 0,1 7-121,-1 1 1,4 4 0,-5-6 0,0 1-113,3 0 1,-6-5 0,4-6 0,-3-5-492,-1-4 1,0-6-1,0-2-1074,0-2 1669,0-6 0,0-6 0,0-8 0,0-1 0,0-1 0</inkml:trace>
  <inkml:trace contextRef="#ctx0" brushRef="#br0" timeOffset="10">493 1553 7581,'5'-6'567,"1"-5"1,4 5-618,1-4 0,2 4 0,2-2 0,-2 1 10,2-3 1,-3-1 0,3 1 0,-5-4 117,1 1 0,-1-2 1,1 5-1,-5-1-9,-2 1 1,1 2-1,-2 2 1,-2-1 9,-4 1 1,2-2 0,-7 4 0,1 2-55,-4 1 1,-2-2-1,-1-1 1,0 2-60,-1 1 0,3 2 0,-2 1 0,1 2 33,-1 2 1,3 1 0,-1 4 0,1 1 29,5 1 1,2 1-1,-2 2 1,1 0 71,4 1 1,-1-1 0,2 5 0,2 0 35,1 1 0,3-1 0,6-2 0,1-1-173,5 0 0,1-4 1,2-1-1,0-1-173,0-2 0,0-1 1,0-1-1,1-5 27,-1-6 1,-5 0 0,1-8-1,-1-1-253,0-2 0,-2-4 0,-1-3 0,-1 0 435,-1 5 0,-1-5 0,0 4 0,1-8 0,-1-2 0</inkml:trace>
  <inkml:trace contextRef="#ctx0" brushRef="#br0" timeOffset="11">860 1028 7193,'0'-6'799,"4"8"1,-1 8-1,0 6-538,2 8 0,-2 5 1,3 5-1,0 6-124,0 5 0,-1 1 0,1 3 0,-1-1-137,1 0 1,-6-8 0,4-4 0,-2-5-406,2-4 1,-4-2-235,5-7 1,-4-9 0,-1-9 169,0-6 1,0-3 0,0-1 0,0-2 468,0-3 0,-6 0 0,0-8 0</inkml:trace>
  <inkml:trace contextRef="#ctx0" brushRef="#br0" timeOffset="12">714 1374 7847,'10'0'210,"2"-3"1,0-2 78,3 4 0,0-4 1,-2 1-1,5 1-420,1-1 0,7 1 1,-2-3-1,-1 1-59,-2 4 0,0-2 0,-3 0 0,0 0-1090,1 1 1280,-4 1 0,5-4 0,-4-1 0</inkml:trace>
  <inkml:trace contextRef="#ctx0" brushRef="#br0" timeOffset="13">1112 1499 9211,'10'0'397,"0"0"1,2-3-1,2-1-522,-1-2 1,2-5-1,-1-2 1,-1-1 62,0 2 0,-1-1 1,-1-2-1,-1-1 11,1 1 0,-6 1 0,-2 4 33,-1 0 1,-2-1 0,-2 2 0,-1 2-14,-4 4 1,-3 1-1,-4 2 1,1 0 7,-1 0 1,-1 2 0,1-1 0,-1 4 77,0 1 0,-3 1 0,4 4 0,1-1 147,1 0 1,2 4 0,-1 1-1,2 1 32,2-1 1,2 3 0,5 0-1,0 1 11,0 2 1,2 0 0,2 0 0,5-3-73,5-1 0,2-3 1,1-1-1,-1-1-278,2-1 1,1-5 0,2-3 0,1-2-126,-1-1 0,0 0 0,-2 0 0,-1-1-248,0-2 1,-4-3 0,1-5 0,-2 1-261,2-1 0,-3 4 0,-3-1 0,-3 1 738,3-2 0,0-1 0,1-1 0</inkml:trace>
  <inkml:trace contextRef="#ctx0" brushRef="#br0" timeOffset="14">1530 1374 9925,'0'10'84,"0"1"0,0 1 1,0 0-1,0 2 1,0-2 0,0 5 0,0-4 0,0 1 5,0 2 0,0-6 0,0 5 592,0-3-105,0-1-478,0-7 0,0-4 1,0-7-1,0-5-111,0-2 1,0-5 0,0 3 0,0-4-214,0 2 1,5-1 0,-1 1 0,2-1-53,2-2 0,1 4 0,1 3 1,0-1 4,2 1 1,-1 4 0,-1 2 0,1 2-209,-1 0 1,1 2 0,-1 4 90,0 4 1,-1 2-1,-1 5 1,-4-1 388,1 1 0,-4-1 0,2 1 0,-1-1 0,-2 0 0,0 1 0</inkml:trace>
  <inkml:trace contextRef="#ctx0" brushRef="#br0" timeOffset="15">1793 1343 7847,'6'4'-1717,"-1"-1"2216,-2 3 0,-1 1-285,2 4 0,-4-1 0,0 1 1,0-1-76,0 1 0,5 2 0,-2 3 0,0 1 35,-3 1 1,0 1 0,0-1 0,0-2-10,0-1 0,0 3 1,0-5-56,0 1 1,0-7-57,0 1 0,4-10 0,-1-2 0,0-5-140,3-5 1,-6-2-1,5-5 1,1-1-92,0-3 0,0 2 0,1-4 0,0 1-115,4 3 0,-5 2 0,1 2 0,1 3-7,2 1 0,-4 1 0,2 4 128,1 4 0,-1 1 130,3 5 0,-5 6 1,-2 3-1,-1 5 181,2 2 1,-2 2-1,-3 3 1,0 0-69,0 0 1,0-1-1,0 1 1,0 0 187,0-4 0,0-3 0,0-3 0,0 1 757,0-2-942,0-5 0,0-1 0,0-8 0,1-4-179,2-5 1,0 1 0,3-6 0,-1 0-210,1-3 1,0 0 0,3 1 0,-4-1-14,4 0 1,0 0-1,2 2 1,-2 1 160,-2 3 1,2 4-1,-1 1 151,1 0 1,1 4 154,0 1 0,1 13 0,-5 2 0,-2 3 119,2 2 1,-6 3-1,5 5 1,-4 2-33,-1 2 0,3-3 1,0 1-1,0 0-191,-1-1 1,-2 0 0,0-6 0,0-2-263,4-1 1,-4 0-1,6-6-202,-2-2 0,-2-4 0,4-6 0,0-6 427,0-3 0,-3-1 0,4-5 0,1 2 0,2-7 0</inkml:trace>
  <inkml:trace contextRef="#ctx0" brushRef="#br0" timeOffset="16">2296 1247 7415,'0'12'482,"0"-1"0,0-1 0,-1 6-229,-2 5 1,1 5-1,-1 5 1,2 2-234,1 1 0,-3-1 1,-2 2-1,4-3-349,-1-4 0,2-4 0,0-6 0,0-5-205,0-1 1,0-7 0,0-5 533,0-6 0,5-8 0,1-2 0</inkml:trace>
  <inkml:trace contextRef="#ctx0" brushRef="#br0" timeOffset="17">2275 1059 7578,'0'-10'-1431,"0"0"1431,0-1 0,0 7 0,0 4 0,0 4 0,0 7 0,0 0 0,0 3 0,5 2 0,1 5 0</inkml:trace>
  <inkml:trace contextRef="#ctx0" brushRef="#br0" timeOffset="18">2421 1280 7847,'0'6'-346,"0"1"0,0-4 0,0 5 1,0 1 728,0 0 0,0 3 0,0 1 0,0 5-42,0 6 1,0 3-1,0 4 1,0 0-154,0 0 0,0 2 0,0-3 0,0-2 25,0-4 0,0-6-87,0-5 1,2-8 0,1-8-197,0-10 1,6-5 0,-3-5 0,4-1-219,1-4 1,-1-3 0,0 0 0,1-1-150,-1 1 1,1 0 0,-1 1 0,1 3 192,-1 6 0,0 0 0,1 8 0,-1 1 159,1 5 1,-4-2-1,-1 6 1,2 1 102,-2 5 0,2 3 0,-2 5 1,2-1 104,-1 0 0,-5 5 0,2 3 0,1 2 39,-2 0 0,0 1 1,-2 0-1,2 0 9,0 0 0,0 0 0,-3 0 1,0-1-278,0 3 0,0-7 0,2 1 0,1-3-553,0 0 1,1-7 658,1-4 0,-1-4 0,2-5 0,4-2 0,-4-6 0</inkml:trace>
  <inkml:trace contextRef="#ctx0" brushRef="#br0" timeOffset="19">2831 1290 7847,'-3'6'-20,"-1"2"1,2 1 222,1 0 1,1 6-1,0 2 1,0 3 159,0 1 0,0 4 0,0 3 1,0 2-346,0-3 1,0 0 0,0-6 0,0 0-813,0-1 0,0-3-159,0-4 0,1-7 953,2-6 0,-1-9 0,2-7 0</inkml:trace>
  <inkml:trace contextRef="#ctx0" brushRef="#br0" timeOffset="20">2810 1049 7847,'-7'-10'0,"1"-1"0,3 4 0,0-1 0,1 8 0,2 0 365,0 5 0,5 5-365,2 1 0,2 3 0,2 3 0</inkml:trace>
  <inkml:trace contextRef="#ctx0" brushRef="#br0" timeOffset="21">2989 1311 7648,'-12'15'0,"2"-3"-633,-1-4 1,7-1 567,-1 3 1,4-2 0,2-2 65,4-2 0,-1-1 0,8-3 0,2 0 92,-1 0 0,6 0 1,-2 0-1,-1 0 61,2 0 1,-3 5 0,1 1-1,2 1 153,-1-1 0,-2 5 0,-5 5 0,-1-1-34,-2 0 0,2 7 1,-6-1-1,-1 1-46,-1 1 0,-5-7 1,-4 2-1,-2 1 36,-4 1 0,1-4 0,-3-3 1,-2-2-505,1-4 0,-2-2 0,4-5 0,0-2-328,0-1 1,-3-3-1,5-6 1,0-1-141,1-5 1,3-6-1,1-4 709,1-2 0,4-7 0,-2 0 0</inkml:trace>
  <inkml:trace contextRef="#ctx0" brushRef="#br0" timeOffset="22">3208 933 7847,'0'10'-83,"5"1"1,-1 1 0,1 2 364,-1 9 1,3 4 0,-4 10 0,0 6-103,3 5 1,-4 4-1,4 2 1,-2-1-55,-1-4 0,-3-7 1,0 0-1,0-3-257,0-7 1,0 3-1,0-12 1,0-3-1019,0-5 0,0-2 738,-4-2 0,-1-4 0,-1-10 411,2-4 0,-2-2 0,0-2 0</inkml:trace>
  <inkml:trace contextRef="#ctx0" brushRef="#br0" timeOffset="23">3104 1353 7752,'10'0'-159,"-2"-2"1,-2 1-1,3-3 188,0 2 1,4-4-1,3 3 1,1 2 138,1-1 0,1-2 0,3 1 0,2 1-287,0 1 1,0 1-1,-6 0 1,-2 1-269,1 2 1,-1-1 0,-3 2 386,-4 1 0,6-4 0,-3 4 0</inkml:trace>
  <inkml:trace contextRef="#ctx0" brushRef="#br0" timeOffset="24">3523 1343 7847,'0'13'-77,"0"2"0,0 1 0,0-1 1,0 2 466,0 2 1,4-3-1,-1 2 1,0 0-161,-3 1 0,0 2 1,0-3-1,0-1-643,0-3 0,0 1 0,0-4-1464,0-1 1877,0-4 0,0-6 0,0-6 0</inkml:trace>
  <inkml:trace contextRef="#ctx0" brushRef="#br0" timeOffset="25">3481 997 7847,'1'-11'-499,"2"1"0,-1-2 0,2 2 731,-4-1-312,0 5 1,0 6 0,2 8 0,1 2 79,0 5 0,4-5 0,-1 16 0,5-4 0</inkml:trace>
  <inkml:trace contextRef="#ctx0" brushRef="#br0" timeOffset="26">3901 1280 7847,'0'-7'-269,"0"-1"1,-1 2 0,-2 0 700,-5 2 1,2 2 0,-1 2 0,-1 0-136,-1 0 1,-3 6 0,-1 5 0,0 5-128,-1 0 0,-1 7 0,2-2 0,-1 2 96,2 3 1,4-2 0,0 4 0,5-1 57,2 0 1,2 4-1,4-4 1,5 2-183,6 0 0,5-5 0,5-5 0,2-3-241,6-1 1,-1-6 0,1-6 0,-1-1-524,-2-2 0,1-5 0,-1-2 1,-4-4-383,-2-2 0,-7 0 1,-5-4 1003,-1 2 0,-1-3 0,-1 2 0</inkml:trace>
  <inkml:trace contextRef="#ctx0" brushRef="#br0" timeOffset="27">3649 229 7258,'0'-5'1938,"-4"2"-546,2 1-475,-2-2-690,4 2 0,0-1 0,0 6 1,0 5-63,0 0 0,4 4 1,-1 2-1,0 1-131,-3 1 1,0 0 0,0 5 0,0 0-203,0-4 0,0 3 0,0-3 1,0 2 52,0-1 1,0-2 0,0-4 0,0 3-130,0-3 1,0 0 0,0-1-694,0-1-633,0 0 1209,0-4 1,0-3 0,0-6 0,0-4-67,0-2 0,0-1 0,0-1 427,0 1 0,0-5 0,0-2 0</inkml:trace>
  <inkml:trace contextRef="#ctx0" brushRef="#br0" timeOffset="28">3618 61 8249,'0'-4'637,"0"-2"-1903,0 1 147,0 5 1119,0-6 0,4 6 0,2 0 0</inkml:trace>
  <inkml:trace contextRef="#ctx0" brushRef="#br0" timeOffset="29">4017 188 8075,'-7'0'130,"-1"0"0,5-3 0,-3-3 325,2 1 0,-5 1-267,3-2 1,0 3-1,-1 0-91,-1 1 0,-2 4 0,-1-1-94,1 4 1,-1 2-1,1 1 1,0 1-83,-1 1 0,4 1 0,2-1 1,-1 0 41,0 1 0,3-1 0,0 1 0,2-1 13,1 1 0,0-4 1,1 1 30,2-1 0,3-1 0,6 0 0,0-2-46,3-1 0,3-1 0,-2 1 0,2 1-87,0 2 1,-5-3-1,4 3 1,-1 0 139,1 0 0,-4 2 1,0 2 74,-1 0 0,-3 1 0,-1-1 0,-5 1 174,-2-1 0,-1 1 1,-1-1-1,-2 0 131,-5 1 1,-1-1-1,-3 1 1,-1-1-246,0 1 0,-5-4 0,0-1 0,-1 1-174,2-1 1,-2 3 0,4-6 0,0 0-233,0 2 1,-3-4 0,3 4-1264,3-5 1,3 0-760,3 0 2279,-1 0 0,-3-5 0,-1-1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3:36:26.26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109 475 7854,'0'-7'-111,"0"1"1,-2 2 0,0-1 746,1 0 0,-1 1 0,1-1-96,-1 0 0,-3 2-304,0-2 1,2 0 0,-2 3-34,0 1 1,0 1 0,-2 2-113,1 2 1,-1 2 0,1 1 0,0 1-24,-1 0 0,2 4 0,0-1 0,0 3-119,0 1 0,2 0 0,-1 0 0,1 2-101,2-1 1,0 3-1,1-3 1,1 1-13,1-2 0,4-2 0,3-1 1,0-1 88,1-3 1,1-1-1,0-3 1,1-1 69,1 0 1,2-2 0,-1 1 0,-1-2 46,-2-2 1,0-2-1,2-3 1,-1-1 21,1-1 1,-2-2 0,-1 0-1,-1-3-39,-1-1 1,-1-2-1,-1 1 1,-1 0 13,-1-2 1,-3 2 0,2 1-1,-3 0 122,-3 0 1,0 1-1,-4 2 1,0 2-34,-1 1 0,-2-2 0,-3 3 0,0 0-218,0 1 1,0 0 0,-1 0-1,-1 0-97,0 1 0,5-1 0,1 4 0,2 2 45,1 0 0,-1 1 1,1 1-1,2 1-314,2 2 1,1 5 0,1 2-1,0 1-385,0 1 1,0-1 0,0 0 840,0-1 0,3 4 0,1-1 0</inkml:trace>
  <inkml:trace contextRef="#ctx0" brushRef="#br0" timeOffset="747">353 385 8160,'-3'-4'134,"0"-1"0,-3 5 90,2 0 0,1 3 1,3 4-1,0 1-18,0 3 0,0 4 1,0 2-1,0 2-51,0 0 1,0 2-1,0 1 1,0-2-176,3 0 0,-2-1 1,3 0-1,1-2-41,-2-2 0,3-4 1,-2-3-1,1-3 30,-1 0 1,2-4 0,-2 0 152,2-2 1,0-3 0,1-2 0,-1-1-83,1-2 1,-3 2 0,0-4 0,1-1-83,1 0 1,-2-1 0,0 1 0,-1-1-37,1 0 1,-3-2-1,2 0 1,-1 0-61,0-1 0,1 3 1,-3-3-1,0 1-28,0 0 0,-3 0 1,1 2-1,-1 1 151,0-1 1,-1 3 0,1 1 0,1 3 378,-1 2-296,3-2 1,-3 8-1,3 1 1,0 3 87,0 3 0,0 3 0,1 1 1,0 2 14,1 2 0,2 1 0,-1 0 0,1 0 43,1 1 0,-2 1 0,2-2 0,0 0-176,0-1 1,0-3-1,-1 1 1,1-1-329,1-1 1,0-3-408,0-2 0,0-4 24,-2-4 1,0-5 0,-3-4 0,2 1-741,-2-2 1413,0 3 0,-1-5 0,0 2 0</inkml:trace>
  <inkml:trace contextRef="#ctx0" brushRef="#br0" timeOffset="1295">654 26 8302,'0'-7'0,"-2"1"90,0 0 1,-1 2 145,1 2 0,1 5 1,-1 3-1,2 4 76,0 2 1,0 6 0,0 2 0,0 2-13,0 2 0,2 4 0,2 3 0,0 2-82,1 4 1,-3 0 0,1 0 0,1-2-80,-1 0 1,-1-1-1,1-4 1,-1-3-185,0-3 1,0-3 0,-2-3 0,0-2-169,0-3 1,0-1 20,0-6 0,0-3 0,-1-2 1,0-3-288,-1-2 0,-1 0 0,2-3 1,-2 1 43,-1 0 0,3-1 1,-1 1-1,1-1-132,1 1 1,-2 0-1,0-1 567,0 1 0,-1-1 0,-1 1 0</inkml:trace>
  <inkml:trace contextRef="#ctx0" brushRef="#br0" timeOffset="1614">500 302 8302,'4'-7'-57,"0"4"0,-2 0 0,2 1 537,2 0 0,1-3 0,1 3 1,3 1-53,1 0 0,4 1 0,2 0 0,2 0-234,1 0 0,3 0 0,-4 0 0,-1 0-231,-1 0 0,-4 2 0,-1 0 0,-2 0-417,-2 1 1,-2-2 0,-4 2-431,0 0 1,-1 0-1,-2 4 884,0-1 0,-3 1 0,0-1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44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43 155 8220,'-7'0'201,"1"1"367,1 2 0,-1-3-41,1 3 0,2-3 0,1-3-209,1-1 1,-1-3 0,-1 0-1,2 0-199,0 0 0,2-2 0,1 0 0,3-1-29,1 0 1,1 1 0,0-2 0,1 1-66,1 2 1,0-2-1,3 0 1,-1 2-136,0 0 0,2 3 1,-4 1-1,0 1-58,-1 1 0,1 2 0,0 0 1,0 0-24,-1 3 1,-4 4 0,1 5-1,1 1-47,0 1 0,-2 0 0,-2 0 0,-1 1 168,-1 1 0,0-1 0,0 2 0,-1-3 69,-1 1 1,-2-1 0,-3 0 0,0 0 191,0 0 1,-3-2-1,0-1 1,0-1 20,0-2 1,-3 2 0,2 0 0,-3-2-50,0 0 0,3-1 0,1-2 0,1-1 33,-1-1 0,1-1-85,2-2-147,0 0 0,4 0-31,3 0 1,3-2 0,4 0-1,1 0 11,1 1 1,-1-1 0,2 0 0,0 0 22,2 1 0,-1-1 0,1 0 0,3-1 22,0 0 1,2 2 0,-3-1 0,0 1 120,0 1 1,-1 0 0,0 0-1,-2 0 6,-1 0 0,-1 1 0,-2 1 0,0 2 167,0 0 1,-3 2 0,-1-1 16,0 1 1,-2-1-611,2 0 1,-3-4-60,-3 2 0,2-3-352,-4-3 0,3 2 0,-1-3-1264,0 1 0,2-3 1985,-4 2 0,3-3 0,-1 0 0</inkml:trace>
  <inkml:trace contextRef="#ctx0" brushRef="#br0" timeOffset="370">374 289 9360,'0'-4'6188,"0"0"-6208,0 2 1,1 1-3002,1-1-1614,-1 1 4635,2 1 0,-3-3 0,0-1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41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165 25 8033,'0'-2'624,"0"0"1,0 1-391,0-1 1,-1 1 128,0 0-166,0-1 1,-1 1-95,2-3 1,2 3-1,1-1-99,0 1 1,2 0 0,-2 1 0,2-1-36,0 0 1,1 0-1,0 0 1,1 1-9,-1 0 0,0 0 0,1 0 1,-1 1 3,1 0 0,-1 1 1,-1 0-1,0-1 25,0 2 0,0-1 0,0 0 0,0 0 9,0 1 0,-2-1 1,1 0-1,0 0 17,-2-1 1,3 1 0,-2 1 0,0-1 4,0 0 0,-1 0 0,0 0-19,0 0 1,-1 1-1,0 1-3,0-1 1,-1 0 0,0 0-2,0 0 0,1 0 1,0 0-8,1 1 1,-1-1 0,-1 0 3,0 0 0,0 0 0,0 0 0,0 0 45,0 1 1,-1-2-1,1 1 1,-2-1 26,1 0 1,-1 1 0,2 0 0,-3 0-30,3 1 0,-2-2 0,2 0 0,-3 0-32,3 1 0,-1 1 0,1-1 0,-1 0 41,0 0 1,0-1 0,0 0 0,0 1 0,1-1 0,-2 2 0,0-1 0,1 0-26,1 0 1,0 0 0,-1 0 0,0 0-24,-1 1 0,1-1 0,0 1 1,-1-1 4,1 1 0,-1-1 1,0 2-1,0-2 72,-1 0 1,2 1 0,-2 0-1,0 1-22,0-1 0,1 0 0,0 1 0,-1-1-21,0 0 0,2 1 1,-1-1-1,0 1-34,0 1 1,-1-1-1,1 0 1,1 0 7,-2 0 0,2-1 0,-2 1 0,1 1 14,0 0 0,0-1 0,1 0 0,-1 1 3,-1 0 0,3 0 0,-3 1 0,0-1-6,0 0 1,1 1-1,-1-1 1,1 1-7,-1 1 0,1-1 0,0 0 1,1 1-12,-1 0 0,0 0 0,2 0 1,-1 0-4,0 0 0,0 0 1,0 0-1,0 2 8,1-2 0,-2 1 0,0 1 1,1-1 44,-2 2 1,3-1-1,-2 0 1,0 0-13,0 0 0,0 0 0,1 0 0,-1 1-31,1-1 1,0-1 0,1 0 0,0 1-4,0 1 1,1-2 0,0 0 0,1 0-5,1 0 0,-1 1 0,1-1 0,1 1 25,1-1 0,0 0 0,0-1 0,1 0 34,0 0 0,0-1 0,2 1 0,0 0 3,0-1 1,0 0 0,0-1-1,1 0-20,1 1 1,-2-2 0,1 0-1,0-1-5,-1 0 0,1 0 0,-2-2 0,-1 0-27,0 1 0,-1-2 0,0 1 0,0 0-20,0 0 0,-1-2 0,-1 1-62,1 0-5,-2-1 0,1 0-195,-1 0 1,-2-1-1,3 0-976,-3-1 0,0 0-181,0 0 0,-3 1 1428,0-1 0,-2-1 0,0 1 0</inkml:trace>
  <inkml:trace contextRef="#ctx0" brushRef="#br0" timeOffset="1114">370 850 8220,'0'-2'105,"0"0"0,0 1 327,0-1 0,0 0-136,0-2 1,0 2-143,0 0 1,0 1-1,-1 0 97,-1 0 0,-2 0-241,1 0 0,-2 1 1,0 1-1,1 0 34,0 1 1,-1 0-1,2 1 1,-2 1-76,0 0 0,0 0 1,0 0-1,0 1-33,0 0 1,0 0-1,0 0 1,1 1 77,0 0 1,2 0 0,-2 1-1,1-1 15,1 0 1,-2 0 0,3-2 0,-1 2 2,0-1 0,1 1 0,-1-2 0,2 1 4,0-1 0,0 2 0,-1-2 1,0 2-5,-1-1 0,1 1 0,1 0 1,0 0 31,0 0 1,0 1 0,1-1 0,1 0 23,-1 1 0,0-1 1,0 1-1,1 0-13,-1 1 0,0 0 0,1 0 0,-1 1 29,1-1 0,-2 1 0,0 0 0,0 2 4,0 0 1,0-1-1,0 1 1,0-1-126,0 1 0,0 0 1,0 0-1,0 0-12,0-1 1,1 0 0,0-1 0,0 1 39,1-1 0,0 1 0,0-1 1,0 1-8,0 0 0,1 0 0,-3 1 0,0-1 1,0-1 1,1 1 0,1 0 0,-1 1-9,0-1 0,-1-2 0,1 1 0,1 0 6,-1 0 0,0 0 0,-1 0 0,0 0 26,0-1 0,1 1 0,1 0 1,-1 1 9,0 0 1,-1-1 0,-1 1 0,0 0-4,-1 1 1,-1-1 0,0-1 0,1 0-10,0-1 1,-2 0 0,2 0 0,0-1-4,0 1 1,-2-1 0,1 1-1,-2-1-17,0-1 0,0 1 0,-1-1 0,0 0 84,-1 0 1,0 0 0,-1-1 0,0 1-9,0-1 1,-1-1 0,1 0 0,-1 1-68,1-2 1,0 1 0,-2-1 0,2 1-133,1 0 0,-2 0 1,2 0-1,0-1-32,-1 0 0,-1 0 0,1 0 1,0 0-19,-1 0 1,1 0 0,-1-1-1,1 0-69,0 0 1,2 0-1,1-1-351,0 0 1,1 0 67,1-1 0,1-2 0,-1 1-216,1-1 1,-1 0 0,2-1 733,0-1 0,-1 1 0,0 0 0,-1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7:09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98 7847,'5'0'-215,"-1"-1"169,-1-1 0,0 1 0,-1-2 467,0 0 1,1 1 557,0-3-378,-2 4-338,2-2 1,-3 3-1,0 3 1,2 2 47,0 4 0,1 2 1,-3 4-1,0 0-133,3 2 0,-2 5 1,3-1-1,-1 1-62,-1 0 1,1-1-1,0 0 1,0-1-160,0-1 0,0-3 1,-2-3-1,0-2-526,2-1-196,-1-1 387,-2-5 1,0-1-194,0-6 1,0-1-588,0-3 1,-2 3-496,-1-1 1653,-2 0 0,1-2 0,-3 0 0</inkml:trace>
  <inkml:trace contextRef="#ctx0" brushRef="#br0" timeOffset="1">57 133 6313,'3'-3'711,"1"2"-540,-4-2 0,0 0-76,0-2 1,0-1 0,0-1 0,2 0-39,0 0 1,3 0 0,-2 0 0,1 0-1,2 0 0,0 0 0,1 0 0,0-1 14,0 1 0,3 0 0,1 0 1,1 1-24,-1 1 0,2 2 0,3 1 1,0 0-30,0 0 1,-1 4 0,-1 1 0,-1 1 6,-1 4 0,0 0 0,-3 3 1,-1 0 3,-2 0 0,-1 0 0,-2 1 0,-2 0 12,0 1 1,-1-1-1,0 0 1,-1-2 45,-1 0 0,-3-2 0,-3 1 1,-3-1-30,0-1 0,0 0 0,-4 0 0,-1 0-14,0 0 1,-3-2 0,2-1 0,0 0-58,-1 0 1,0-3 0,1 2 0,2-2-174,3-1 0,2 0 1,3-1-383,3-2 0,1 2 18,3-4 0,3 1 0,1 0 549,3 1 0,0 2 0,0-2 0,0-1 0</inkml:trace>
  <inkml:trace contextRef="#ctx0" brushRef="#br0" timeOffset="2">345 232 7847,'7'0'-4,"-2"0"0,-1 0 0,0 3 120,0 1 0,-3 0 0,1 2 0,-1 1 18,-1 1 0,1 5 1,1-2-1,0 1 55,0-1 1,-2 0 0,0 2 0,0-2 9,0-1 1,0-1 0,0-2 518,0 0-494,0 0 1,0-6 0,-2-3 0,0-4-70,0-1 1,1-3 0,1-2 0,0-1-131,0-1 0,0-2 0,0-1 0,0 2-89,0 0 0,1 3 1,1 0-1,1 0-129,1-2 0,0 3 0,3 2 0,1 1-20,2 1 1,-3 1-1,4 1 1,-2 3 31,0 1 1,1 2 0,-2 1 0,0 3 40,2 1 0,-3 2 1,-3 1-1,2 0-151,0 0 0,0 1 0,-1-1 1,-2 0-108,0-1 0,-1-1 0,2 0 0,0 0 398,-1 0 0,-1 0 0,4 3 0,-2 1 0</inkml:trace>
  <inkml:trace contextRef="#ctx0" brushRef="#br0" timeOffset="3">634 217 7847,'-7'-3'-72,"2"3"0,0-3 165,0 2 0,-2-1 0,0 0 51,0 0 0,0 2 0,0 2 0,0 1-49,0 1 0,0 0 1,0 3-1,1 1-89,1 2 0,0-2 0,2 3 0,0 0 27,-1 0 1,2-2-1,2 3 1,1 1-16,1 0 0,3-1 0,3-1 0,3-1-22,0-2 1,0 0 0,3-1-1,-2-2 45,0 0 1,0-4 0,1 2 0,-1-3 107,0-3 0,-3-1 1,0-3-1,-1-3-23,-1-2 0,-1-1 1,-1-2-1,-3 0-93,-1-2 0,-1-2 0,-1 2 0,-1 0-143,-3 0 0,1 0 1,0 4-1,-3 1-348,-1 3 0,0 2 1,-1 2-1,1 3-455,1 1 0,0 2 913,0 1 0,0 5 0,0 4 0</inkml:trace>
  <inkml:trace contextRef="#ctx0" brushRef="#br0" timeOffset="4">781 196 8040,'0'7'168,"3"1"1,0 1 0,1 1-85,1 1 0,2 1 0,0 4 0,0 0-57,0 0 1,0 1-1,0-1 1,0-2-73,0-1 0,0-5 0,0 1 179,0-4 0,0-2 0,0-6-85,0-1 1,-2-6-1,-1-2 1,2-3-89,0-2 0,-1 0 0,0 1 0,0 0-65,1 0 1,1 2 0,-2 0 0,-1 3 21,-1 1 1,2 2-1,-2 1-503,1 0-366,-3 3 696,2 1 1,-3 10-1,0 0 1</inkml:trace>
  <inkml:trace contextRef="#ctx0" brushRef="#br0" timeOffset="5">1070 288 7847,'7'0'-411,"0"0"403,0 0 0,-2-1 1,-1-1 104,2 0 1,-2-3 0,0 2 0,0 0 27,0 0 0,-2-2 1,2 0-1,0-1-4,0-1 0,-3 0 0,2 0-123,0-1 1,-2 1 0,2 0-1,0 0-17,-1 0 0,0 0 0,-2 0 0,0 0-103,0 0 0,-2 0 0,-1 0 1,0 0 49,0 0 0,-3 2 0,2 1 27,-3 1 1,0 1 0,0 3-1,0 1 58,0 3 1,0 1 0,0 2 0,1 0 83,1 2 0,-1 2 1,2 0-1,-1 1 33,1 1 1,2 1 0,0-1 0,1 0 190,1 3 1,1-2-1,1 3 1,3 0-129,1-3 0,1 0 0,1-2 0,0-1-168,2-2 1,2-3-1,-1-3 1,1-1-318,0-3 0,-1 0 0,3-3 0,1-2-61,-1-4 1,-3-2-1,0-3 1,-1 0-1196,-1 0 1548,-1 3 0,-1-5 0,0 1 0</inkml:trace>
  <inkml:trace contextRef="#ctx0" brushRef="#br0" timeOffset="8">204 971 7842,'0'-7'130,"-1"2"1,-1 2 46,-3-1 1,2 1-1,-2 2 1,-1-2-2,-3 2 1,0 0 0,-2 1-1,0 0 36,1 0 1,-2 0 0,-2 1 0,0 1-75,0 3 0,2 1 0,1 1 0,0 0-156,0 0 1,2 3 0,0 2 0,2 1 12,2 2 0,2-1 0,3 0 0,0 0 13,0 0 1,3 0 0,3-1-1,2 0-36,1-2 1,3-2-1,0 0 1,1-4-147,-2-3 1,3-1 0,-3-1 0,3 0-120,0 0 0,-2-3 0,-1-2 1,1-2-175,-1-2 0,1-2 1,-2-3-1,-2 0 467,0 0 0,-1 0 0,0 0 0,0-4 0,0 0 0</inkml:trace>
  <inkml:trace contextRef="#ctx0" brushRef="#br0" timeOffset="9">211 718 7766,'4'-1'348,"-1"-1"1,-3 2 0,0 0-52,0 4 1,1 3-1,1 3 1,0 4-169,0 4 0,1 3 0,0 3 0,0 4-121,0 1 1,2 2 0,-3-3 0,0 0-113,2 0 1,-4-3 0,3-4 0,-2-4-492,-1-2 1,0-4-1,0-2-1074,0-1 1669,0-4 0,0-4 0,0-5 0,0-1 0,0-1 0</inkml:trace>
  <inkml:trace contextRef="#ctx0" brushRef="#br0" timeOffset="10">331 1042 7581,'3'-4'567,"1"-3"1,3 3-618,0-3 0,2 3 0,1-1 0,-1 0 10,1-2 1,-2 0 0,2 0 0,-3-2 117,0 0 0,0-1 1,0 3-1,-3 0-9,-1 0 1,0 2-1,-1 1 1,-1-1 9,-3 1 1,1-1 0,-4 2 0,0 2-55,-2 0 1,-2-1-1,0-1 1,-1 2-60,0 0 0,2 2 0,-1 0 0,0 2 33,0 1 1,1 1 0,0 2 0,1 1 29,3 1 1,1 0-1,-1 2 1,1 0 71,2 0 1,0 0 0,1 3 0,1 0 35,1 1 0,2-1 0,4-1 0,1-1-173,3 0 0,1-3 1,1 0-1,0-1-173,0-1 0,0-1 1,0-1-1,1-3 27,-1-4 1,-3 0 0,0-5-1,0-1-253,0-2 0,-2-2 0,0-2 0,-1 0 435,-1 3 0,0-3 0,0 3 0,0-6 0,0-1 0</inkml:trace>
  <inkml:trace contextRef="#ctx0" brushRef="#br0" timeOffset="11">577 690 7193,'0'-4'799,"3"5"1,-1 6-1,0 4-538,1 5 0,-1 3 1,2 4-1,0 4-124,0 3 0,0 1 0,0 2 0,-1-1-137,1 0 1,-4-5 0,3-3 0,-2-3-406,2-3 1,-3-1-235,3-5 1,-2-6 0,-1-6 169,0-4 1,0-2 0,0-1 0,0-1 468,0-2 0,-4 0 0,0-5 0</inkml:trace>
  <inkml:trace contextRef="#ctx0" brushRef="#br0" timeOffset="12">479 922 7847,'7'0'210,"1"-2"1,0-1 78,2 2 0,0-2 1,-1 0-1,3 1-420,1-1 0,4 1 1,-1-2-1,0 1-59,-2 2 0,0-1 0,-2 0 0,0 0-1090,1 1 1280,-3 0 0,3-2 0,-2-1 0</inkml:trace>
  <inkml:trace contextRef="#ctx0" brushRef="#br0" timeOffset="13">746 1006 9211,'7'0'397,"0"0"1,1-2-1,1-1-522,0-1 1,1-3-1,-1-2 1,0 0 62,0 1 0,-1-1 1,-1-1-1,0-1 11,0 1 0,-3 1 0,-2 2 33,-1 0 1,-1 0 0,-1 1 0,-1 1-14,-3 3 1,-2 1-1,-2 1 1,0 0 7,0 0 1,-1 1 0,0 0 0,0 2 77,0 1 0,-2 1 0,3 2 0,0 0 147,1 0 1,1 2 0,0 1-1,1 1 32,1-1 1,2 2 0,3 0-1,0 1 11,0 1 1,1 0 0,2 0 0,3-2-73,3 0 0,2-3 1,0 0-1,0-1-278,1-1 1,1-3 0,1-2 0,1-1-126,-1-1 0,0 0 0,-1 0 0,-1-1-248,0-1 1,-3-2 0,1-3 0,-1 0-261,1 0 0,-2 2 0,-2 0 0,-2 0 738,2-1 0,0-1 0,1 0 0</inkml:trace>
  <inkml:trace contextRef="#ctx0" brushRef="#br0" timeOffset="14">1027 922 9925,'0'7'84,"0"0"0,0 1 1,0 0-1,0 2 1,0-2 0,0 3 0,0-2 0,0 0 5,0 2 0,0-4 0,0 3 592,0-2-105,0-1-478,0-4 0,0-3 1,0-5-1,0-3-111,0-1 1,0-4 0,0 2 0,0-2-214,0 1 1,3-1 0,0 1 0,1-1-53,1-1 0,1 3 0,1 1 1,0 0 4,1 1 1,-1 2 0,0 2 0,0 1-209,0 0 1,0 1 0,0 3 90,0 3 1,-1 1-1,-1 3 1,-2 0 388,0 0 0,-2 0 0,1 0 0,-1 0 0,-1 0 0,0 0 0</inkml:trace>
  <inkml:trace contextRef="#ctx0" brushRef="#br0" timeOffset="15">1203 901 7847,'4'3'-1717,"0"-1"2216,-2 2 0,-1 1-285,2 2 0,-3 0 0,0 0 1,0 0-76,0 0 0,3 2 0,-1 2 0,0 0 35,-2 1 1,0 1 0,0-1 0,0-1-10,0-1 0,0 2 1,0-3-56,0 0 1,0-4-57,0 0 0,3-6 0,-1-2 0,0-3-140,2-3 1,-4-2-1,3-3 1,1-1-92,0-2 0,0 2 0,1-3 0,0 0-115,2 3 0,-3 1 0,1 1 0,0 2-7,2 1 0,-3 1 0,1 2 128,1 3 0,0 1 130,1 3 0,-3 4 1,-1 2-1,-1 3 181,1 2 1,-1 1-1,-2 2 1,0 0-69,0 0 1,0 0-1,0 0 1,0 0 187,0-3 0,0-1 0,0-3 0,0 1 757,0-1-942,0-4 0,0 0 0,0-6 0,1-2-179,1-4 1,0 1 0,2-4 0,-1 0-210,1-2 1,0 0 0,2 0 0,-2 0-14,2 0 1,0 0-1,1 1 1,-1 1 160,-1 2 1,1 3-1,-1 0 151,1 0 1,1 3 154,0 1 0,0 8 0,-3 2 0,-1 2 119,1 1 1,-4 2-1,3 3 1,-2 2-33,-1 1 0,2-2 1,0 1-1,0 0-191,-1-1 1,-1 0 0,0-4 0,0-1-263,3-1 1,-3 0-1,4-4-202,-1-1 0,-2-3 0,3-4 0,0-4 427,0-2 0,-2-1 0,3-3 0,0 1 0,2-4 0</inkml:trace>
  <inkml:trace contextRef="#ctx0" brushRef="#br0" timeOffset="16">1541 837 7415,'0'8'482,"0"-1"0,0 0 0,-1 4-229,-1 3 1,1 3-1,-1 4 1,1 1-234,1 1 0,-2-1 1,-1 2-1,2-3-349,0-2 0,1-3 0,0-4 0,0-3-205,0-1 1,0-5 0,0-3 533,0-4 0,3-5 0,1-2 0</inkml:trace>
  <inkml:trace contextRef="#ctx0" brushRef="#br0" timeOffset="17">1527 711 7578,'0'-7'-1431,"0"0"1431,0 0 0,0 4 0,0 3 0,0 3 0,0 4 0,0 1 0,0 1 0,3 2 0,1 3 0</inkml:trace>
  <inkml:trace contextRef="#ctx0" brushRef="#br0" timeOffset="18">1625 859 7847,'0'4'-346,"0"1"0,0-3 0,0 3 1,0 1 728,0 0 0,0 2 0,0 1 0,0 3-42,0 4 1,0 2-1,0 3 1,0 0-154,0 0 0,0 1 0,0-2 0,0-1 25,0-3 0,0-4-87,0-3 1,1-6 0,1-5-197,0-7 1,4-3 0,-2-3 0,3-1-219,0-3 1,0-2 0,0 0 0,0 0-150,0 0 1,0 0 0,0 1 0,0 2 192,0 4 0,0 0 0,0 5 0,0 1 159,0 3 1,-2-1-1,-1 4 1,1 1 102,-1 3 0,2 2 0,-2 3 1,1 0 104,0 0 0,-4 3 0,2 2 0,0 1 39,-1 1 0,0 0 1,-1 0-1,1 0 9,0 0 0,0 0 0,-2 0 1,0 0-278,0 1 0,0-4 0,1 0 0,1-1-553,0-1 1,1-4 658,0-3 0,0-3 0,1-3 0,3-1 0,-3-5 0</inkml:trace>
  <inkml:trace contextRef="#ctx0" brushRef="#br0" timeOffset="19">1900 866 7847,'-2'4'-20,"-1"1"1,2 1 222,0 0 1,1 4-1,0 2 1,0 1 159,0 1 0,0 3 0,0 2 1,0 1-346,0-2 1,0 0 0,0-4 0,0 0-813,0 0 0,0-3-159,0-2 0,1-5 953,1-4 0,-1-6 0,2-5 0</inkml:trace>
  <inkml:trace contextRef="#ctx0" brushRef="#br0" timeOffset="20">1886 704 7847,'-5'-7'0,"1"0"0,2 2 0,0 0 0,1 5 0,1 0 365,0 3 0,3 4-365,2 0 0,1 3 0,1 1 0</inkml:trace>
  <inkml:trace contextRef="#ctx0" brushRef="#br0" timeOffset="21">2006 880 7648,'-8'10'0,"1"-2"-633,0-3 1,4 0 567,0 2 1,2-2 0,2-1 65,2-1 0,0-1 0,5-2 0,1 0 92,0 0 0,4 0 1,-2 0-1,0 0 61,1 0 1,-2 3 0,1 1-1,1 1 153,-1-1 0,-1 3 0,-3 4 0,-1-1-34,-1 0 0,1 5 1,-4-1-1,-1 1-46,0 0 0,-4-4 1,-2 1-1,-2 1 36,-2 0 0,0-2 0,-2-2 1,-1-2-505,1-2 0,-2-2 0,3-3 0,0-1-328,0-1 1,-2-2-1,3-4 1,0-1-141,1-3 1,2-4-1,1-3 709,0-1 0,3-5 0,-1 0 0</inkml:trace>
  <inkml:trace contextRef="#ctx0" brushRef="#br0" timeOffset="22">2153 626 7847,'0'7'-83,"3"0"1,0 1 0,0 2 364,0 5 1,2 3 0,-3 7 0,0 4-103,2 3 1,-3 3-1,3 1 1,-1 0-55,-1-3 0,-2-5 1,0 0-1,0-2-257,0-4 1,0 1-1,0-7 1,0-3-1019,0-3 0,0-1 738,-3-2 0,0-2 0,-1-7 411,1-3 0,-1-1 0,0-1 0</inkml:trace>
  <inkml:trace contextRef="#ctx0" brushRef="#br0" timeOffset="23">2083 908 7752,'7'0'-159,"-2"-1"1,-1 0-1,2-2 188,0 2 1,3-3-1,2 2 1,0 1 138,1 0 0,1-2 0,2 1 0,1 1-287,0 0 1,0 1-1,-4 0 1,-1 1-269,0 1 1,0-1 0,-2 2 386,-3 0 0,4-2 0,-2 2 0</inkml:trace>
  <inkml:trace contextRef="#ctx0" brushRef="#br0" timeOffset="24">2364 901 7847,'0'9'-77,"0"1"0,0 1 0,0-1 1,0 1 466,0 2 1,3-2-1,-1 1 1,0 0-161,-2 1 0,0 1 1,0-2-1,0-1-643,0-1 0,0 0 0,0-3-1464,0 0 1877,0-3 0,0-4 0,0-4 0</inkml:trace>
  <inkml:trace contextRef="#ctx0" brushRef="#br0" timeOffset="25">2336 669 7847,'1'-7'-499,"1"0"0,-1-1 0,2 1 731,-3 0-312,0 3 1,0 4 0,1 5 0,1 2 79,0 3 0,3-3 0,-1 10 0,3-2 0</inkml:trace>
  <inkml:trace contextRef="#ctx0" brushRef="#br0" timeOffset="26">2618 859 7847,'0'-5'-269,"0"0"1,-1 1 0,-1 0 700,-3 1 1,1 2 0,-1 1 0,0 0-136,-1 0 1,-2 4 0,-1 3 0,0 4-128,0 0 0,-1 4 0,1-1 0,0 2 96,1 1 1,2-1 0,1 3 0,3-1 57,1 0 1,2 3-1,2-3 1,4 2-183,4-1 0,3-3 0,3-3 0,2-2-241,4-1 1,-1-4 0,1-4 0,-1-1-524,-1-1 0,0-3 0,0-2 1,-3-2-383,-1-2 0,-5 0 1,-3-2 1003,-1 1 0,-1-2 0,0 1 0</inkml:trace>
  <inkml:trace contextRef="#ctx0" brushRef="#br0" timeOffset="27">2449 154 7258,'0'-4'1938,"-3"2"-546,2 1-475,-2-2-690,3 2 0,0-1 0,0 4 1,0 3-63,0 1 0,3 2 1,-1 1-1,0 1-131,-2 1 1,0 0 0,0 3 0,0 0-203,0-3 0,0 3 0,0-3 1,0 2 52,0-1 1,0-1 0,0-3 0,0 2-130,0-2 1,0 0 0,0-1-694,0 0-633,0 0 1209,0-3 1,0-2 0,0-4 0,0-3-67,0-1 0,0-1 0,0 0 427,0 0 0,0-3 0,0-1 0</inkml:trace>
  <inkml:trace contextRef="#ctx0" brushRef="#br0" timeOffset="28">2428 41 8249,'0'-3'637,"0"-1"-1903,0 1 147,0 3 1119,0-4 0,3 4 0,1 0 0</inkml:trace>
  <inkml:trace contextRef="#ctx0" brushRef="#br0" timeOffset="29">2696 126 8075,'-5'0'130,"0"0"0,3-2 0,-2-2 325,1 1 0,-3 0-267,2-1 1,0 2-1,-1 0-91,0 1 0,-2 2 0,0 0-94,0 2 1,0 2-1,0 0 1,0 1-83,0 1 0,2 0 0,2 0 1,-1 0 41,0 0 0,2 0 0,0 0 0,1 0 13,1 0 0,0-2 1,1 0 30,1 0 0,2-1 0,4 0 0,0-1-46,2-1 0,2-1 0,-1 1 0,1 1-87,0 1 1,-3-2-1,2 2 1,0 0 139,0 0 0,-2 1 1,0 2 74,-1 0 0,-2 0 0,-1 0 0,-3 0 174,-1 0 0,-1 0 1,-1 0-1,-1 0 131,-3 0 1,-1 0-1,-2 0 1,-1 0-246,0 0 0,-3-2 0,0-1 0,-1 1-174,2-1 1,-2 2 0,3-4 0,0 0-233,0 1 1,-2-2 0,2 2-1264,2-3 1,2 0-760,2 0 2279,-1 0 0,-2-3 0,0-1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7:19.206"/>
    </inkml:context>
    <inkml:brush xml:id="br0">
      <inkml:brushProperty name="width" value="0.08571" units="cm"/>
      <inkml:brushProperty name="height" value="0.08571" units="cm"/>
      <inkml:brushProperty name="color" value="#E97132"/>
    </inkml:brush>
  </inkml:definitions>
  <inkml:trace contextRef="#ctx0" brushRef="#br0">22 63 8072,'0'-4'-42,"-1"-1"19,-1 0 1,1 1 816,-1-1-289,-2 0 0,2-1 79,-2 1 1,2 1 553,0 2-409,1 1-514,1-2 1,2 9 0,1 1 0,1 0-199,-1 1 0,2-1 0,0 1 0,1 1-49,1 0 1,0 3 0,0-2 0,0 0-11,0 0 1,0 2 0,0-2 0,0 0-53,0 1 1,0-2-1,-2-2 1,0 0-43,0 0 1,1 0 0,-1-1-262,0-1-864,-3-2-719,1-3-545,-3 0 2525,-3-3 0,-1-1 0,-3-3 0</inkml:trace>
  <inkml:trace contextRef="#ctx0" brushRef="#br0" timeOffset="547">198 21 6416,'2'-5'400,"1"1"0,-1 1 0,-1 0 1052,1-1-599,-1 2-619,2 2 0,-4 3 0,0 2 1,-2 1-45,2 1 1,-2 1 0,0 1 0,-1 1-48,-2 1 1,2 0 0,0 4 0,-2-1-118,0 3 0,-2 1 0,-1 3 1,0 1-14,0 1 1,-1 0-1,0 2 1,0 0 97,0 0 0,0-3 0,3-1 1,0-4-45,0-2 0,3-1 0,0-1 0,1-1-4,1-2 1,1-5-123,1 0 1,1-4-1011,1 2 455,-1-3 0,5-3 1,-4-1-1345,-1-3 1958,3 0 0,-3 0 0,2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34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71 7878,'-5'-5'-651,"1"0"919,-1 1 0,0-3 0,1 2-73,1 0 1,1 3-110,2-3 1,3 1-1,2-1 1,1 1 27,1 1 1,1 0-1,1 1 1,1-1-76,1-1 1,-2 3-1,3-2 1,0 2-52,2 1 0,-1 0 1,-1 0-1,0 1-18,1 2 0,-3 0 0,-1 5 0,-1 2 113,-1 1 1,-3 0 0,-1 1 0,-1 1-29,1 3 1,-1-1-1,-3 2 1,0 0 14,-2-1 0,-2 1 1,0-1-1,-1 0-21,-1 0 0,2-1 1,1-2-1,0-1-12,1 0 1,1-3 0,0 0 11,1-1 0,1-1-48,0 0 1,1-3-1,0-1 2,2 0 0,2-2 0,0 1-18,1-1 1,1-1 0,0 0 22,0 0 0,0 0 1,0 0-1,0 0-74,0 0 1,-2 0 0,-1-1 0,0 0-61,0-2 0,0 0 375,0 1 114,2 1-280,-5-5 1,2 5-7,-6-1 0,-1 2-72,-3 2 1,0 2 0,1 3-34,1 0 1,0 0 0,2 0 0,0 0-33,-1 0 0,0 0 0,1 0 0,2 0 37,0 0 0,1 3 1,0-1-1,0 0-32,0-1 1,1 2-1,1 1 1,3 0 56,1 1 1,2 0 0,1 2-1,1 0 45,1 0 1,0-1 0,3 0 0,-2-1 73,0 0 0,-3 2 1,-1-1-1,-2-1 146,-4 0 1,-1-1 0,-2 2 0,-1-2 60,-3 2 1,-4-1 0,-3 1 0,-2-1-195,-3 0 0,-1 1 0,-2-1 0,1-1-341,3-1 0,-1-1 1,0-4-1,2-1-328,0-1 0,4 0-751,1-3 1,6-1-1161,1-2 2446,3 0 0,6-4 0,2-1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46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6008,'-3'4'362,"2"0"1,-2-4 307,3 3 352,0-3-414,0 4 1,0-1-1,0 1-420,0 3 0,0 0 0,0 2 0,0 1-13,0 1 0,0 3 1,1 3-1,0 1-42,2 2 0,-1 0 1,-2 2-1,0 1-83,0 0 0,0 0 0,0-3 0,0-2-55,0-1 1,0-2-1,0-3 1,0-2-21,0-3 1,2-2-266,1 0 1,-1-5 10,-2 0 0,0-3 0,-1-4-239,-1 0 1,1 3 0,-2 0 0,1 0-419,-1 0 0,1 2 936,2-3 0,-3-3 0,-1-3 0</inkml:trace>
  <inkml:trace contextRef="#ctx0" brushRef="#br0" timeOffset="637">205 345 7186,'0'7'-680,"-1"-3"2118,-1-1-955,1-3-446,-5 0 69,5 0 0,-2-3-163,3-1 1,0 0 10,0-1 194,3 3 170,-2-1-18,5 3 1,-5 1 49,1 1 1,-1 0-36,-1 3 1,-1-4-139,-1 2-158,-2-3 0,-2 0-1237,1-3 372,2 2 1,4-4 0,0 2 845,2-1 0,2 2 0,-4-4 0,2 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5:51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0 209 7847,'5'0'-215,"-1"-1"169,-1-1 0,0 1 0,-1-2 467,0 0 1,1 1 557,0-3-378,-2 4-338,2-2 1,-3 3-1,0 3 1,2 2 47,0 4 0,1 2 1,-3 4-1,0 0-133,3 2 0,-2 5 1,3-1-1,-1 1-62,-1 0 1,1-1-1,0 0 1,0-1-160,0-1 0,0-3 1,-2-3-1,0-2-526,2-1-196,-1-1 387,-2-5 1,0-1-194,0-6 1,0-1-588,0-3 1,-2 3-496,-1-1 1653,-2 0 0,1-2 0,-3 0 0</inkml:trace>
  <inkml:trace contextRef="#ctx0" brushRef="#br0" timeOffset="832">15 244 6313,'3'-3'711,"1"2"-540,-4-2 0,0 0-76,0-2 1,0-1 0,0-1 0,2 0-39,0 0 1,3 0 0,-2 0 0,1 0-1,2 0 0,0 0 0,1 0 0,0-1 14,0 1 0,3 0 0,1 0 1,1 1-24,-1 1 0,2 2 0,3 1 1,0 0-30,0 0 1,-1 4 0,-1 1 0,-1 1 6,-1 4 0,0 0 0,-3 3 1,-1 0 3,-2 0 0,-1 0 0,-2 1 0,-2 0 12,0 1 1,-1-1-1,0 0 1,-1-2 45,-1 0 0,-3-2 0,-3 1 1,-3-1-30,0-1 0,0 0 0,-4 0 0,-1 0-14,0 0 1,-3-2 0,2-1 0,0 0-58,-1 0 1,0-3 0,1 2 0,2-2-174,3-1 0,2 0 1,3-1-383,3-2 0,1 2 18,3-4 0,3 1 0,1 0 549,3 1 0,0 2 0,0-2 0,0-1 0</inkml:trace>
  <inkml:trace contextRef="#ctx0" brushRef="#br0" timeOffset="1549">303 343 7847,'7'0'-4,"-2"0"0,-1 0 0,0 3 120,0 1 0,-3 0 0,1 2 0,-1 1 18,-1 1 0,1 5 1,1-2-1,0 1 55,0-1 1,-2 0 0,0 2 0,0-2 9,0-1 1,0-1 0,0-2 518,0 0-494,0 0 1,0-6 0,-2-3 0,0-4-70,0-1 1,1-3 0,1-2 0,0-1-131,0-1 0,0-2 0,0-1 0,0 2-89,0 0 0,1 3 1,1 0-1,1 0-129,1-2 0,0 3 0,3 2 0,1 1-20,2 1 1,-3 1-1,4 1 1,-2 3 31,0 1 1,1 2 0,-2 1 0,0 3 40,2 1 0,-3 2 1,-3 1-1,2 0-151,0 0 0,0 1 0,-1-1 1,-2 0-108,0-1 0,-1-1 0,2 0 0,0 0 398,-1 0 0,-1 0 0,4 3 0,-2 1 0</inkml:trace>
  <inkml:trace contextRef="#ctx0" brushRef="#br0" timeOffset="1985">592 328 7847,'-7'-3'-72,"2"3"0,0-3 165,0 2 0,-2-1 0,0 0 51,0 0 0,0 2 0,0 2 0,0 1-49,0 1 0,0 0 1,0 3-1,1 1-89,1 2 0,0-2 0,2 3 0,0 0 27,-1 0 1,2-2-1,2 3 1,1 1-16,1 0 0,3-1 0,3-1 0,3-1-22,0-2 1,0 0 0,3-1-1,-2-2 45,0 0 1,0-4 0,1 2 0,-1-3 107,0-3 0,-3-1 1,0-3-1,-1-3-23,-1-2 0,-1-1 1,-1-2-1,-3 0-93,-1-2 0,-1-2 0,-1 2 0,-1 0-143,-3 0 0,1 0 1,0 4-1,-3 1-348,-1 3 0,0 2 1,-1 2-1,1 3-455,1 1 0,0 2 913,0 1 0,0 5 0,0 4 0</inkml:trace>
  <inkml:trace contextRef="#ctx0" brushRef="#br0" timeOffset="2484">739 307 8040,'0'7'168,"3"1"1,0 1 0,1 1-85,1 1 0,2 1 0,0 4 0,0 0-57,0 0 1,0 1-1,0-1 1,0-2-73,0-1 0,0-5 0,0 1 179,0-4 0,0-2 0,0-6-85,0-1 1,-2-6-1,-1-2 1,2-3-89,0-2 0,-1 0 0,0 1 0,0 0-65,1 0 1,1 2 0,-2 0 0,-1 3 21,-1 1 1,2 2-1,-2 1-503,1 0-366,-3 3 696,2 1 1,-3 10-1,0 0 1</inkml:trace>
  <inkml:trace contextRef="#ctx0" brushRef="#br0" timeOffset="2982">1028 399 7847,'7'0'-411,"0"0"403,0 0 0,-2-1 1,-1-1 104,2 0 1,-2-3 0,0 2 0,0 0 27,0 0 0,-2-2 1,2 0-1,0-1-4,0-1 0,-3 0 0,2 0-123,0-1 1,-2 1 0,2 0-1,0 0-17,-1 0 0,0 0 0,-2 0 0,0 0-103,0 0 0,-2 0 0,-1 0 1,0 0 49,0 0 0,-3 2 0,2 1 27,-3 1 1,0 1 0,0 3-1,0 1 58,0 3 1,0 1 0,0 2 0,1 0 83,1 2 0,-1 2 1,2 0-1,-1 1 33,1 1 1,2 1 0,0-1 0,1 0 190,1 3 1,1-2-1,1 3 1,3 0-129,1-3 0,1 0 0,1-2 0,0-1-168,2-2 1,2-3-1,-1-3 1,1-1-318,0-3 0,-1 0 0,3-3 0,1-2-61,-1-4 1,-3-2-1,0-3 1,-1 0-1196,-1 0 1548,-1 3 0,-1-5 0,0 1 0</inkml:trace>
  <inkml:trace contextRef="#ctx0" brushRef="#br0" timeOffset="5315">162 1082 7842,'0'-7'130,"-1"2"1,-1 2 46,-3-1 1,2 1-1,-2 2 1,-1-2-2,-3 2 1,0 0 0,-2 1-1,0 0 36,1 0 1,-2 0 0,-2 1 0,0 1-75,0 3 0,2 1 0,1 1 0,0 0-156,0 0 1,2 3 0,0 2 0,2 1 12,2 2 0,2-1 0,3 0 0,0 0 13,0 0 1,3 0 0,3-1-1,2 0-36,1-2 1,3-2-1,0 0 1,1-4-147,-2-3 1,3-1 0,-3-1 0,3 0-120,0 0 0,-2-3 0,-1-2 1,1-2-175,-1-2 0,1-2 1,-2-3-1,-2 0 467,0 0 0,-1 0 0,0 0 0,0-4 0,0 0 0</inkml:trace>
  <inkml:trace contextRef="#ctx0" brushRef="#br0" timeOffset="5599">169 829 7766,'4'-1'348,"-1"-1"1,-3 2 0,0 0-52,0 4 1,1 3-1,1 3 1,0 4-169,0 4 0,1 3 0,0 3 0,0 4-121,0 1 1,2 2 0,-3-3 0,0 0-113,2 0 1,-4-3 0,3-4 0,-2-4-492,-1-2 1,0-4-1,0-2-1074,0-1 1669,0-4 0,0-4 0,0-5 0,0-1 0,0-1 0</inkml:trace>
  <inkml:trace contextRef="#ctx0" brushRef="#br0" timeOffset="6099">289 1153 7581,'3'-4'567,"1"-3"1,3 3-618,0-3 0,2 3 0,1-1 0,-1 0 10,1-2 1,-2 0 0,2 0 0,-3-2 117,0 0 0,0-1 1,0 3-1,-3 0-9,-1 0 1,0 2-1,-1 1 1,-1-1 9,-3 1 1,1-1 0,-4 2 0,0 2-55,-2 0 1,-2-1-1,0-1 1,-1 2-60,0 0 0,2 2 0,-1 0 0,0 2 33,0 1 1,1 1 0,0 2 0,1 1 29,3 1 1,1 0-1,-1 2 1,1 0 71,2 0 1,0 0 0,1 3 0,1 0 35,1 1 0,2-1 0,4-1 0,1-1-173,3 0 0,1-3 1,1 0-1,0-1-173,0-1 0,0-1 1,0-1-1,1-3 27,-1-4 1,-3 0 0,0-5-1,0-1-253,0-2 0,-2-2 0,0-2 0,-1 0 435,-1 3 0,0-3 0,0 3 0,0-6 0,0-1 0</inkml:trace>
  <inkml:trace contextRef="#ctx0" brushRef="#br0" timeOffset="6400">535 801 7193,'0'-4'799,"3"5"1,-1 6-1,0 4-538,1 5 0,-1 3 1,2 4-1,0 4-124,0 3 0,0 1 0,0 2 0,-1-1-137,1 0 1,-4-5 0,3-3 0,-2-3-406,2-3 1,-3-1-235,3-5 1,-2-6 0,-1-6 169,0-4 1,0-2 0,0-1 0,0-1 468,0-2 0,-4 0 0,0-5 0</inkml:trace>
  <inkml:trace contextRef="#ctx0" brushRef="#br0" timeOffset="6582">437 1033 7847,'7'0'210,"1"-2"1,0-1 78,2 2 0,0-2 1,-1 0-1,3 1-420,1-1 0,4 1 1,-1-2-1,0 1-59,-2 2 0,0-1 0,-2 0 0,0 0-1090,1 1 1280,-3 0 0,3-2 0,-2-1 0</inkml:trace>
  <inkml:trace contextRef="#ctx0" brushRef="#br0" timeOffset="7051">704 1117 9211,'7'0'397,"0"0"1,1-2-1,1-1-522,0-1 1,1-3-1,-1-2 1,0 0 62,0 1 0,-1-1 1,-1-1-1,0-1 11,0 1 0,-3 1 0,-2 2 33,-1 0 1,-1 0 0,-1 1 0,-1 1-14,-3 3 1,-2 1-1,-2 1 1,0 0 7,0 0 1,-1 1 0,0 0 0,0 2 77,0 1 0,-2 1 0,3 2 0,0 0 147,1 0 1,1 2 0,0 1-1,1 1 32,1-1 1,2 2 0,3 0-1,0 1 11,0 1 1,1 0 0,2 0 0,3-2-73,3 0 0,2-3 1,0 0-1,0-1-278,1-1 1,1-3 0,1-2 0,1-1-126,-1-1 0,0 0 0,-1 0 0,-1-1-248,0-1 1,-3-2 0,1-3 0,-1 0-261,1 0 0,-2 2 0,-2 0 0,-2 0 738,2-1 0,0-1 0,1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01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0 296 9925,'0'7'84,"0"0"0,0 1 1,0 0-1,0 2 1,0-2 0,0 3 0,0-2 0,0 0 5,0 2 0,0-4 0,0 3 592,0-2-105,0-1-478,0-4 0,0-3 1,0-5-1,0-3-111,0-1 1,0-4 0,0 2 0,0-2-214,0 1 1,3-1 0,0 1 0,1-1-53,1-1 0,1 3 0,1 1 1,0 0 4,1 1 1,-1 2 0,0 2 0,0 1-209,0 0 1,0 1 0,0 3 90,0 3 1,-1 1-1,-1 3 1,-2 0 388,0 0 0,-2 0 0,1 0 0,-1 0 0,-1 0 0,0 0 0</inkml:trace>
  <inkml:trace contextRef="#ctx0" brushRef="#br0" timeOffset="750">176 275 7847,'4'3'-1717,"0"-1"2216,-2 2 0,-1 1-285,2 2 0,-3 0 0,0 0 1,0 0-76,0 0 0,3 2 0,-1 2 0,0 0 35,-2 1 1,0 1 0,0-1 0,0-1-10,0-1 0,0 2 1,0-3-56,0 0 1,0-4-57,0 0 0,3-6 0,-1-2 0,0-3-140,2-3 1,-4-2-1,3-3 1,1-1-92,0-2 0,0 2 0,1-3 0,0 0-115,2 3 0,-3 1 0,1 1 0,0 2-7,2 1 0,-3 1 0,1 2 128,1 3 0,0 1 130,1 3 0,-3 4 1,-1 2-1,-1 3 181,1 2 1,-1 1-1,-2 2 1,0 0-69,0 0 1,0 0-1,0 0 1,0 0 187,0-3 0,0-1 0,0-3 0,0 1 757,0-1-942,0-4 0,0 0 0,0-6 0,1-2-179,1-4 1,0 1 0,2-4 0,-1 0-210,1-2 1,0 0 0,2 0 0,-2 0-14,2 0 1,0 0-1,1 1 1,-1 1 160,-1 2 1,1 3-1,-1 0 151,1 0 1,1 3 154,0 1 0,0 8 0,-3 2 0,-1 2 119,1 1 1,-4 2-1,3 3 1,-2 2-33,-1 1 0,2-2 1,0 1-1,0 0-191,-1-1 1,-1 0 0,0-4 0,0-1-263,3-1 1,-3 0-1,4-4-202,-1-1 0,-2-3 0,3-4 0,0-4 427,0-2 0,-2-1 0,3-3 0,0 1 0,2-4 0</inkml:trace>
  <inkml:trace contextRef="#ctx0" brushRef="#br0" timeOffset="1000">514 211 7415,'0'8'482,"0"-1"0,0 0 0,-1 4-229,-1 3 1,1 3-1,-1 4 1,1 1-234,1 1 0,-2-1 1,-1 2-1,2-3-349,0-2 0,1-3 0,0-4 0,0-3-205,0-1 1,0-5 0,0-3 533,0-4 0,3-5 0,1-2 0</inkml:trace>
  <inkml:trace contextRef="#ctx0" brushRef="#br0" timeOffset="1150">500 85 7578,'0'-7'-1431,"0"0"1431,0 0 0,0 4 0,0 3 0,0 3 0,0 4 0,0 1 0,0 1 0,3 2 0,1 3 0</inkml:trace>
  <inkml:trace contextRef="#ctx0" brushRef="#br0" timeOffset="1637">598 233 7847,'0'4'-346,"0"1"0,0-3 0,0 3 1,0 1 728,0 0 0,0 2 0,0 1 0,0 3-42,0 4 1,0 2-1,0 3 1,0 0-154,0 0 0,0 1 0,0-2 0,0-1 25,0-3 0,0-4-87,0-3 1,1-6 0,1-5-197,0-7 1,4-3 0,-2-3 0,3-1-219,0-3 1,0-2 0,0 0 0,0 0-150,0 0 1,0 0 0,0 1 0,0 2 192,0 4 0,0 0 0,0 5 0,0 1 159,0 3 1,-2-1-1,-1 4 1,1 1 102,-1 3 0,2 2 0,-2 3 1,1 0 104,0 0 0,-4 3 0,2 2 0,0 1 39,-1 1 0,0 0 1,-1 0-1,1 0 9,0 0 0,0 0 0,-2 0 1,0 0-278,0 1 0,0-4 0,1 0 0,1-1-553,0-1 1,1-4 658,0-3 0,0-3 0,1-3 0,3-1 0,-3-5 0</inkml:trace>
  <inkml:trace contextRef="#ctx0" brushRef="#br0" timeOffset="1850">873 240 7847,'-2'4'-20,"-1"1"1,2 1 222,0 0 1,1 4-1,0 2 1,0 1 159,0 1 0,0 3 0,0 2 1,0 1-346,0-2 1,0 0 0,0-4 0,0 0-813,0 0 0,0-3-159,0-2 0,1-5 953,1-4 0,-1-6 0,2-5 0</inkml:trace>
  <inkml:trace contextRef="#ctx0" brushRef="#br0" timeOffset="2000">859 78 7847,'-5'-7'0,"1"0"0,2 2 0,0 0 0,1 5 0,1 0 365,0 3 0,3 4-365,2 0 0,1 3 0,1 1 0</inkml:trace>
  <inkml:trace contextRef="#ctx0" brushRef="#br0" timeOffset="2370">979 254 7648,'-8'10'0,"1"-2"-633,0-3 1,4 0 567,0 2 1,2-2 0,2-1 65,2-1 0,0-1 0,5-2 0,1 0 92,0 0 0,4 0 1,-2 0-1,0 0 61,1 0 1,-2 3 0,1 1-1,1 1 153,-1-1 0,-1 3 0,-3 4 0,-1-1-34,-1 0 0,1 5 1,-4-1-1,-1 1-46,0 0 0,-4-4 1,-2 1-1,-2 1 36,-2 0 0,0-2 0,-2-2 1,-1-2-505,1-2 0,-2-2 0,3-3 0,0-1-328,0-1 1,-2-2-1,3-4 1,0-1-141,1-3 1,2-4-1,1-3 709,0-1 0,3-5 0,-1 0 0</inkml:trace>
  <inkml:trace contextRef="#ctx0" brushRef="#br0" timeOffset="2650">1126 0 7847,'0'7'-83,"3"0"1,0 1 0,0 2 364,0 5 1,2 3 0,-3 7 0,0 4-103,2 3 1,-3 3-1,3 1 1,-1 0-55,-1-3 0,-2-5 1,0 0-1,0-2-257,0-4 1,0 1-1,0-7 1,0-3-1019,0-3 0,0-1 738,-3-2 0,0-2 0,-1-7 411,1-3 0,-1-1 0,0-1 0</inkml:trace>
  <inkml:trace contextRef="#ctx0" brushRef="#br0" timeOffset="2833">1056 282 7752,'7'0'-159,"-2"-1"1,-1 0-1,2-2 188,0 2 1,3-3-1,2 2 1,0 1 138,1 0 0,1-2 0,2 1 0,1 1-287,0 0 1,0 1-1,-4 0 1,-1 1-269,0 1 1,0-1 0,-2 2 386,-3 0 0,4-2 0,-2 2 0</inkml:trace>
  <inkml:trace contextRef="#ctx0" brushRef="#br0" timeOffset="3067">1337 275 7847,'0'9'-77,"0"1"0,0 1 0,0-1 1,0 1 466,0 2 1,3-2-1,-1 1 1,0 0-161,-2 1 0,0 1 1,0-2-1,0-1-643,0-1 0,0 0 0,0-3-1464,0 0 1877,0-3 0,0-4 0,0-4 0</inkml:trace>
  <inkml:trace contextRef="#ctx0" brushRef="#br0" timeOffset="3250">1309 43 7847,'1'-7'-499,"1"0"0,-1-1 0,2 1 731,-3 0-312,0 3 1,0 4 0,1 5 0,1 2 79,0 3 0,3-3 0,-1 10 0,3-2 0</inkml:trace>
  <inkml:trace contextRef="#ctx0" brushRef="#br0" timeOffset="3604">1591 233 7847,'0'-5'-269,"0"0"1,-1 1 0,-1 0 700,-3 1 1,1 2 0,-1 1 0,0 0-136,-1 0 1,-2 4 0,-1 3 0,0 4-128,0 0 0,-1 4 0,1-1 0,0 2 96,1 1 1,2-1 0,1 3 0,3-1 57,1 0 1,2 3-1,2-3 1,4 2-183,4-1 0,3-3 0,3-3 0,2-2-241,4-1 1,-1-4 0,1-4 0,-1-1-524,-1-1 0,0-3 0,0-2 1,-3-2-383,-1-2 0,-5 0 1,-3-2 1003,-1 1 0,-1-2 0,0 1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6:19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21 127 7258,'0'-4'1938,"-3"2"-546,2 1-475,-2-2-690,3 2 0,0-1 0,0 4 1,0 3-63,0 1 0,3 2 1,-1 1-1,0 1-131,-2 1 1,0 0 0,0 3 0,0 0-203,0-3 0,0 3 0,0-3 1,0 2 52,0-1 1,0-1 0,0-3 0,0 2-130,0-2 1,0 0 0,0-1-694,0 0-633,0 0 1209,0-3 1,0-2 0,0-4 0,0-3-67,0-1 0,0-1 0,0 0 427,0 0 0,0-3 0,0-1 0</inkml:trace>
  <inkml:trace contextRef="#ctx0" brushRef="#br0" timeOffset="331">0 14 8249,'0'-3'637,"0"-1"-1903,0 1 147,0 3 1119,0-4 0,3 4 0,1 0 0</inkml:trace>
  <inkml:trace contextRef="#ctx0" brushRef="#br0" timeOffset="1113">268 99 8075,'-5'0'130,"0"0"0,3-2 0,-2-2 325,1 1 0,-3 0-267,2-1 1,0 2-1,-1 0-91,0 1 0,-2 2 0,0 0-94,0 2 1,0 2-1,0 0 1,0 1-83,0 1 0,2 0 0,2 0 1,-1 0 41,0 0 0,2 0 0,0 0 0,1 0 13,1 0 0,0-2 1,1 0 30,1 0 0,2-1 0,4 0 0,0-1-46,2-1 0,2-1 0,-1 1 0,1 1-87,0 1 1,-3-2-1,2 2 1,0 0 139,0 0 0,-2 1 1,0 2 74,-1 0 0,-2 0 0,-1 0 0,-3 0 174,-1 0 0,-1 0 1,-1 0-1,-1 0 131,-3 0 1,-1 0-1,-2 0 1,-1 0-246,0 0 0,-3-2 0,0-1 0,-1 1-174,2-1 1,-2 2 0,3-4 0,0 0-233,0 1 1,-2-2 0,2 2-1264,2-3 1,2 0-760,2 0 2279,-1 0 0,-2-3 0,0-1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2:57:59.886"/>
    </inkml:context>
    <inkml:brush xml:id="br0">
      <inkml:brushProperty name="width" value="0.08571" units="cm"/>
      <inkml:brushProperty name="height" value="0.08571" units="cm"/>
      <inkml:brushProperty name="color" value="#0F9ED5"/>
    </inkml:brush>
  </inkml:definitions>
  <inkml:trace contextRef="#ctx0" brushRef="#br0">1 92 7904,'0'-7'-327,"0"2"611,0 0 1,0 3-22,0-3 1,0 1-150,0-3 1,0 2-1,1 1 1,0 0-86,1 0 1,4 2-1,-1-2-89,1 1 0,1 1 1,0 2-1,0 0 15,0 0 0,0 0 0,0 0 0,0 0 52,0 0 1,3 2 0,-1 1 0,0 1-1,-2 1 1,0 2-1,-2 2 1,0 0-17,0 0 1,1 1-1,1 0 1,-2 1-9,0-1 0,-4 1 0,3 0 0,-2-1 14,0 0 0,1 2 0,-3-3 1,2 0-31,0 2 0,1-4 0,-1 0 0,1-1-69,1-1 1,-2-1 0,3 0-93,1-1 0,0 2-50,1-3 0,0 0-9,0-4 0,-3 0 0,-1-2-58,0 1 1,-2 0 310,1 0 0,-4 0 0,-2-4 0</inkml:trace>
  <inkml:trace contextRef="#ctx0" brushRef="#br0" timeOffset="550">219 0 6347,'-5'0'912,"1"0"0,1 1 0,-2 2-642,0 1 0,-1 5 0,-1 1 1,0 1-30,0 1 1,-3 4-1,0 1 1,-1 0-124,-1 1 0,1 0 0,0 0 0,1-1-115,1 0 1,1-1 0,1-4 0,1-1-116,1-1 1,1 0 0,3-3-575,-2 0-557,1-3-239,2-1 1114,0-3 0,-3-6 0,-1-2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02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58 7906,'5'-1'727,"-2"-1"0,-2 0-391,2-4 0,2 1-215,3-4 0,0 2 1,1 1-127,-1 0 0,0 4 1,-1-1-1,0 0-3,-2 0 0,2 0 1,3 3-1,1 0-7,-1 0 0,-1 0 0,0 1 1,-1 2 26,0 3 1,0-2 0,1 2 0,-2 0-8,-1 1 1,0 2 0,-2-1 0,-1 0-33,1 1 1,-1 0 0,-3 1 0,0 1 5,0-1 0,3 0 0,-1 0 1,0 1 17,-1-1 0,-1 1 0,-1-1 0,-1 1 42,0-1 1,-1 0 0,2 0 0,-1 1 53,-1-1 1,1-1 0,1 0 0,-1 0-60,-1 2 1,0-2-1,2 2 1,0-2-34,-2 0 1,0-1 0,3 0-1,0 0 40,0 1 1,0-1 0,0 0 27,0 1 0,0-1 0,0 0 1,0 0-17,0 1 0,0-4 1,0 1-1,0 0 19,0 1 1,0 2 0,0-1 78,0 0 0,0 1-80,0 3 0,0-3 0,0 2 0,0-2 38,0-1 1,-3 0 0,0 1-242,2-1 1,0 0 0,1 1-1,0-1 174,0 0 0,-3 0 0,0 1 0,1-1 2,1 0 1,1 1-1,0-1 1,0 0-18,0 0 1,0 1 0,0-1 0,0 0-14,0 0 0,0 1 1,0-1-1,0 1 12,0 2 0,0-2 0,0 2 0,1-1 2,2-2 0,-2 3 1,3 0-1,-2-1-12,1-1 0,1 0 1,-2-1-1,1 0-25,2 0 1,-2 0 0,1-2 0,1 0 59,0 0 1,-3-1 0,4-1 0,0 1-46,2 0 0,-3-4 0,1 3 0,0-1-82,1 0 0,2 2 0,-1-2-9,0-1 1,1-1-248,-1-1 90,0 0 1,-2 0-253,-1 0 1,-3-4-757,1-2 1,-3 3 1249,-3 0 0,-2-2 0,-3 1 0</inkml:trace>
  <inkml:trace contextRef="#ctx0" brushRef="#br0" timeOffset="1297">373 952 6422,'-1'-4'429,"-2"1"0,2 1 132,-1-1 1,0 2 23,-1-1-288,2-3 0,-3 4-66,1-2 0,1 2-142,-4 1 1,4 0-1,-4 0-69,0 0 0,2 1 0,0 1 0,2 2 70,-1 0 1,-4 2 0,3 2-14,-1 0 0,1 1 0,2-1 0,-1 0-26,1 1 1,-1-1-1,0 0 1,1 0-28,1 1 0,-2-1 0,0 0 0,2 1 10,0 2 1,1-1-1,0 1 1,0-2-3,0-1 1,0 0 0,0 1-22,0-1 0,1 0 0,0 1 0,2-1-42,-1 0 1,0 0 0,0 1 71,1-1 0,-1 0 0,-2 0 0,0 1-24,0-1 1,3 0-1,0 1 1,-1-1-5,-1 0 1,-1 0 0,0 1 0,0-1-25,3 0 0,-2 1 0,2 2 0,-2 0-12,-1-1 1,1-1 0,1 0 0,0 1 24,0 1 0,-1 1 0,-1-2 1,0 2 5,0 1 0,0-2 0,0 2 1,0 0-7,0 0 1,0-2-1,1 3 1,1-1 16,1 0 0,-1 2 1,-2-3-1,0 0-6,0 0 0,0 3 0,0-3 0,0 2-15,0 0 1,0-3 0,1 3 0,1 0 15,1-1 1,0 1 0,-3-2 0,0 0 81,0 0 0,0 3 0,0-2 0,0 1-32,0-1 1,0-2 0,0 2 0,0 0-22,0 0 1,0-2 0,0 2 0,0 0-5,0 0 0,0-2 0,0 2 1,-1-1-10,-2 1 0,2-3 0,-2 1 0,2 0-19,1 0 1,-1-2-1,0 2 1,-2-2 5,1-1 1,1 3 0,0 0 0,-1-1-23,0 0 1,-2-3 0,2-1 0,-1 1 13,1 2 1,-1-3 0,-1 2 0,0-1 20,-3 1 1,2 0 0,0 0 0,-1 0 52,2 1 1,-4-1 0,3-1 0,-2 0 43,-2-2 1,1 1 0,0 1 0,-1 0 18,1-2 0,0-2 0,0 1-63,-1 0 0,1 2 1,0-4-1,0 1-54,-1 1 1,1-3 0,1 2-1,0 0-30,2 0 0,-1 1 1,-2-2-90,0 0 1,2 1 0,1-3-62,-2 0 0,3 0-395,-2 0 0,1-1 0,-1-1-519,0 0 1,2-2 0,-3 2 176,2-1 1,-1-2-1,-1 1 888,2-1 0,-3 0 0,4-3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2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 1 7899,'0'5'567,"0"0"1,1-5-405,2 0 1,2 0-1,5 0 1,0 0-60,-1 0 1,1 0-1,1 0 1,1 0-237,1 0 0,3-2 0,-3 0 0,-2-1-102,0 1 1,-1 1 0,0 1 0,-1 0-338,1 0 1,0 0-633,-1 0 1203,-3 0 0,-2 0 0,-4 0 0</inkml:trace>
  <inkml:trace contextRef="#ctx0" brushRef="#br0" timeOffset="284">9 117 7899,'-1'7'-36,"-3"-1"1,3-3 129,-2 4 0,3-5 47,3 1 0,6-2 0,4-1 0,0 0-58,1 0 1,0 0-1,4 1 1,0 2-49,3 0 1,0 0 0,-1-3 0,-2 0-314,-2 0 1,3 1 0,-4 1-1,1 1-450,0 0 0,-7-2 728,0-1 0,3-5 0,3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24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320 165 7899,'3'-6'-129,"1"-1"1,0 1 281,-1-4 0,-2 1 0,2-1 41,-1 0 0,-2 0 1,-2 1-54,-1-1 1,-1 4-1,-4-1 1,2 0-117,-2-2 1,0 0 0,-2 2 0,-1 0 53,-2 0 1,3 1 0,-3 1 0,1 1-13,-1 2 0,1 0 1,-3 2-1,1 0-46,2 0 0,1 5 1,2 1-1,-1 3 27,0 1 1,4 2 0,0 2 0,2 2-6,2 1 1,1 1 0,1 3 0,1 0 79,2 2 1,1 4 0,4-1-1,-2 2-73,2 1 1,1 0 0,0 0-1,1 0-16,0 0 1,-4 0 0,1 0 0,-1 0-108,-1 0 0,3-4 0,-4-1 1,1-2 60,-1 1 1,2 0-1,-2-5 1,-1-1 12,1-1 1,-3-3 0,4 2-59,-1-1 0,-3-1 0,2-3-61,-2 0-45,-1-1 0,0-2-271,0-1 117,0-4 0,0 2 22,0-8 0,-3 2 0,0-4-211,1-2 0,-3 3 0,1-2 506,-1 0 0,3-6 0,-3-2 0</inkml:trace>
  <inkml:trace contextRef="#ctx0" brushRef="#br0" timeOffset="401">0 476 8395,'7'-4'1623,"-1"1"-1363,2 1 0,5 1 1,3 0-1,2-1-74,1-2 0,2-2 0,2 3 1,2-1-135,3 0 0,0 3 1,-2-2-1,-4 1-529,-5-2 0,0 3 0,-4-2-1385,-1 2 1099,-5 1 0,-4 0 1,-6 0 762,-4 0 0,-2 0 0,0 0 0</inkml:trace>
  <inkml:trace contextRef="#ctx0" brushRef="#br0" timeOffset="1333">504 669 7222,'-9'0'0,"-1"-1"-225,0-2 0,5 1 1,2-4 1147,2-2 0,1-1-634,0 0 1,1 0 0,2 1-165,3 2 1,3 3 0,1-3 0,-1 2-49,1 2 0,1 1 0,1 1 0,1-1 33,-2-2 0,0 1 0,-1-1 1,0 2-47,-1 1 1,-2 0 0,-1 0 0,1 1-91,-2 2 1,0 0-1,-2 3 1,0 2-48,-1 0 1,-1 2 0,-1 0-1,-1-1 41,-2 1 0,1 0 0,-5-1 1,1 1 20,0 0 0,-2 1 0,1 0 47,-1 2 1,1-1-1,1-4 13,-2-2 1,0-4-21,-2 2 0,3-3 14,1-1 1,-1 0-50,-2 0 1,2 0-306,1 0 103,4 0 241,-3 0 1,6 0 0,2 1 0,0 2 61,-1 3 1,2 0 0,1 0 0,-1 2 10,0 0 1,3 2 0,-3 0 0,0 0-24,1-1 0,-1 1 0,-2 0 0,1-1-113,-1 1 1,1-1 0,-1-2-318,1 0-587,0-1-51,-3-1 1,0-5-842,0-6 1826,0 2 0,5-5 0,0 4 0</inkml:trace>
  <inkml:trace contextRef="#ctx0" brushRef="#br0" timeOffset="1737">533 1057 7899,'-9'0'-137,"2"0"108,1 0 170,4 0 0,-3-1 0,6-1 0,2-2 35,0-2 1,4 4 0,-1-2 0,0 1 114,1-1 0,-4 0 1,3 2 95,2-1 1,1-1-41,0 4 1,-3 2 44,-3 1 1,1-1 117,-1 4 0,0 0-422,-7 0 1,2-1 0,-4-5-708,-2 0 1,3 0-1,-2 0-542,0 0 0,2-2 1,1 0 1160,0-1 0,3-4 0,-4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27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34 7888,'3'-7'204,"1"1"1,0 3 762,-1-4-245,-2 5-454,4-6 0,-5 8-136,0 0 0,-5 4 0,0 6 0,-2 0-60,1 3 0,0 2 0,-4 5 0,-1-1-43,-2 0 1,2 5 0,-2 2 0,3 2 28,0 1 1,0 3 0,2 2 0,0 0-88,2 3 0,3-3 0,0 2 0,2 1-46,1 0 0,1-1 0,2-2 1,5 0-43,4-3 0,-1-2 1,2-2-1,-2-2 29,2-2 1,-2-1 0,2-5-1,-2-2-37,-1-1 1,-1-2 0,1-5 0,0-4-216,-1-2 0,1 2 0,0-1-134,-1-3 0,0 0 0,-1-4 0,-2-1 474,2 1 0,0-1 0,2-4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30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40 7222,'0'-7'348,"0"1"1,0 3 926,0-4 0,0 4-703,0-4 1,1 5-358,2-1 0,0 2 0,3 1-139,2 0 0,0 4 1,2 3-1,0 1-19,-1 2 0,1 4 1,0 2-1,0 3 38,3 0 0,-2 5 0,2 2 0,-2 3 34,-1 3 0,-1 0 0,0 5 0,-3 1-47,-2-2 0,0-2 0,-1 0 0,-1-1-36,-1-1 0,-1-6 0,0-4 0,-1-1 39,-2-2 0,1 0 1,-4 1-1,1-2 42,0-2 0,1-1 0,-2-3 0,0 1-148,0-1 1,-2-1-1,2-2 1,0 0-475,-1-2 1,4 1-1,-3-2-432,-2-1 1,3-1-681,-2-4 1,4-1-317,-4-2 1923,5 2 0,-6-8 0,2 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38.625"/>
    </inkml:context>
    <inkml:brush xml:id="br0">
      <inkml:brushProperty name="width" value="0.08571" units="cm"/>
      <inkml:brushProperty name="height" value="0.08571" units="cm"/>
      <inkml:brushProperty name="color" value="#E97132"/>
    </inkml:brush>
  </inkml:definitions>
  <inkml:trace contextRef="#ctx0" brushRef="#br0">1 29 7886,'0'-6'690,"0"-1"0,0 4 147,0-3-504,0 3 1,1-1-204,2 4 1,3 4 0,2 3 0,0 2-103,-2 0 0,4 4 0,3 1 1,-1 1-20,-2 3 0,3 3 0,1 3 0,0-1-102,0 1 0,-1-1 0,-3-4 0,0 1-100,-1-1 0,1 0 0,-1 0 0,-2-3-250,0-3 1,-4-2-496,3-2 449,-4-3 1,3-3 175,-5-6 1,0 0 0,0-3 312,0-2 0,0 0 0,-5-2 0,0 0 0</inkml:trace>
  <inkml:trace contextRef="#ctx0" brushRef="#br0" timeOffset="450">301 10 6234,'-6'0'3132,"-1"0"-2911,5 0 0,-3 1 0,3 2 0,-2 4-1,2 1 1,1 3 0,0 3 0,-1 5-53,-1 6 0,-5 8 0,2 3 0,-3 4-150,-1 2 0,1 1 1,-2-2-1,-1 1-47,-1-1 0,0-2 0,4-4 1,0-3-73,3-6 0,1-2 0,4-5 0,-1-3-92,-1-3 1,0-3-102,3 0 244,0-5 0,0-5-452,0-6 104,0 2 1,-2-1 0,0 4-528,-1-2 1,0 1 924,3-5 0,4 1 0,2-4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40.056"/>
    </inkml:context>
    <inkml:brush xml:id="br0">
      <inkml:brushProperty name="width" value="0.08571" units="cm"/>
      <inkml:brushProperty name="height" value="0.08571" units="cm"/>
      <inkml:brushProperty name="color" value="#0F9ED5"/>
    </inkml:brush>
  </inkml:definitions>
  <inkml:trace contextRef="#ctx0" brushRef="#br0">1 39 7886,'0'-10'283,"0"1"0,0 2 715,0 1-365,0 4-470,0-3 0,4 10 0,-1 1-51,3 3 0,0 4 0,4 0 0,0 0-68,-1 1 1,2-3 0,-2 5 0,0-1-139,1 0 0,3-2 1,-1 2-1,1-2-100,-2 0 0,-2 1 0,1-2 0,0-3-265,0-2 1,-1-1 63,0 1 0,2-4-452,-2-3 399,-3 0 0,-2-1 124,-4-1 1,-2 1 323,0-3 0,1-2 0,-8 2 0,4-7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6:44.176"/>
    </inkml:context>
    <inkml:brush xml:id="br0">
      <inkml:brushProperty name="width" value="0.08571" units="cm"/>
      <inkml:brushProperty name="height" value="0.08571" units="cm"/>
      <inkml:brushProperty name="color" value="#0F9ED5"/>
    </inkml:brush>
  </inkml:definitions>
  <inkml:trace contextRef="#ctx0" brushRef="#br0">146 40 6230,'0'-7'1742,"0"1"-1592,0 4 1,1-6 11,2 5 0,-1-1 140,1 1 141,-2 1-61,-1-2 0,-3 8 0,-1 3-367,2 2 1,-2 0 0,0 0 0,-1-2 13,1 0 0,-2-1 1,1 4-1,1 0 22,0-1 0,-3 1 0,3 0 0,0-1 25,-1 1 0,-2 0 0,1 0 0,0-1-61,-1 1 0,4-4 0,-2 1 0,-1 0-45,1 2 1,2 0 0,-3-2-43,2 0 29,-4-1 0,6 3 36,-4-3 1,4 0 2,-2-3 8,3-2 1,1 4 44,0-1 0,-1-3-47,-2 2 0,2-1-5,-2 1-20,2-2-1582,1 4 1,3-6 762,0-3 1,0 2 841,-3-4 0,5 4 0,0-3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27.0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49 7870,'-3'-8'-267,"0"-1"672,1 1 1,-1 3 0,-1-1 1777,-1 0-1450,4 2 1,-3 1-478,4 6 0,0 4 0,0 5 1,0 2-63,0 3 1,0 4 0,1 4 0,2 0-96,2 3 1,0-1 0,0 3 0,1 1-216,-2 1 0,4 2 0,-4 0 0,2-1-137,-1-3 1,-3-4 0,1-4 0,-2-3-168,-1-1 1,3-6-195,-1-1 1,1-6 44,-3-5 0,-3-4 0,1-5 1,-1-1-207,-1-1 0,3 0 0,-2 3 775,3-1 0,-4-3 0,-1 0 0</inkml:trace>
  <inkml:trace contextRef="#ctx0" brushRef="#br0" timeOffset="499">59 372 7870,'-6'-4'-1650,"1"-2"2282,-2-1 0,4 2 1,0-1-218,2 0 0,1-2 0,0-1 0,1-1-226,2-1 0,-1-1 0,4 2 0,2-2-85,2-1 0,4 3 0,-2-1 0,1 2-81,2 0 0,0 1 0,2 0 0,-1 0-100,1 3 1,0 1-1,-1 4 1,0 0-128,-2 0 1,0 4 0,-3 2 0,-1 4 100,0 1 1,-3 3 0,-1 1-1,-1 3 236,-1 1 0,-2 4 1,-2-1-1,0 1 1,0-1 0,-1 1 1,-1-3-1,-4 0 137,-1 1 1,-1-3-1,-1-3 1,0-2 68,-2-1 0,1-1 0,-3-4 0,0-1-223,0-4 0,0 2 0,-1-1 1,0-1-167,-1-2 1,2-3 0,0-3 0,-1-2-375,1-3 1,-2 1 0,4-3 0,1 0-361,1 0 1,1 3-1,0-1 1,2 3-1493,0 2 2275,4-1 0,-1 2 0,3-3 0</inkml:trace>
  <inkml:trace contextRef="#ctx0" brushRef="#br0" timeOffset="1230">497 421 9724,'6'-1'387,"0"0"1,0-3-276,1-1 0,2 3 1,-1-4-1,0 0-146,0-2 0,3 0 0,0 0 0,0-2 20,-2-1 0,-2 2 0,0-2 0,-3 1-40,0-1 1,-1 2 0,-3-2 0,0 2 119,0 0 1,-4 1 0,-2 0 0,-1 0 21,-1 3 0,-1-2 1,-2 4-1,0-1-38,-2 0 0,2 2 0,-3 2 1,0 0 44,1 0 0,-2 0 0,3 1 0,1 0-35,-1 2 1,1 4 0,2-1 0,2 3-37,1 2 0,0 3 1,3-2-1,1 1 140,1 2 1,1 0-1,0 2 1,1 0 94,2 3 1,4-2 0,5 3 0,-1-1 50,1-1 1,-1-2-1,4 0 1,-1-1-164,1 1 0,0-4 0,2-3 0,-1-4-276,1-3 1,0-2 0,-1-1-1,0-1-196,-2-2 0,0-1 1,-3-5-1,-1 0-141,0-2 0,-3 2 0,-2-2 0,-1 2-321,0 1 0,-3-1 1,1 1-1,0 0-1280,1-1 2067,-2 1 0,3 0 0,-4 0 0</inkml:trace>
  <inkml:trace contextRef="#ctx0" brushRef="#br0" timeOffset="1716">920 272 7870,'0'-8'-29,"0"3"0,0-1 179,0 0 0,-3-2 0,-1 1 332,0 1 1,1 3 0,-3 3-207,0 0 0,-2 0 1,-1 0-1,-1 1 12,-1 1 1,-1 3 0,1 3 0,-2 1-64,0 2 0,-1 0 0,3 2 0,0 2-140,-1 1 0,3 0 1,1 1-1,4-1-35,4 1 1,0 0-1,0 2 1,3 0 42,3-1 0,5-3 0,3-2 0,1 0-92,2 0 0,-1-6 1,2 1-1,0-1-293,1-2 0,1-1 0,-4-2 0,0 1-357,-2-1 0,0-2 0,-3-2 1,0-2 87,-2-1 0,-4 0 1,0-3-1,-1-1-947,-3 1 1508,0-4 0,3-1 0,1-3 0</inkml:trace>
  <inkml:trace contextRef="#ctx0" brushRef="#br0" timeOffset="2182">1193 272 7870,'-5'-3'30,"-1"1"0,2-3 0,0 1 239,1-1 0,-4 3 1,3-2-1,-2 2 259,1-1 0,-1 0 0,-2 3-287,0 0 0,-2 1 1,0 2-1,-1 2-71,1 3 1,1 1 0,0 2 0,-1 3-75,-1 1 0,0 2 0,5 0 1,1 0-200,2 2 1,0 0 0,4 2 0,2-1 69,2-2 0,3 0 0,3-2 0,3-2 18,2 0 1,0-5 0,1 0-1,0-6 66,3-2 0,-2-1 1,3-1-1,0-2 182,-3-6 1,-2 0-1,-1-5 1,-1-1-26,1-4 1,-6 1 0,-2-3-1,-2 0-151,-3-1 1,-1 1 0,-1-2-1,-1 2-309,-2 1 0,-4-2 0,-5 3 0,0 3-382,0 1 0,-2 6 0,2 1 0,0 4-211,0 3 1,1 1-1,2 0 1,-1 1 844,-1 2 0,0 1 0,2 5 0</inkml:trace>
  <inkml:trace contextRef="#ctx0" brushRef="#br0" timeOffset="3047">1441 264 8742,'0'9'0,"0"2"188,0 3 1,0 2 0,0 1-1,0 2-83,0 0 0,4 3 1,0-2-1,2 0-52,-1 1 1,-2-3-1,2-4 1,-1-3 228,1-2-149,-3-4 0,4-3 1,-3-7-1,-1-3-92,-1-2 0,-1-2 0,0-2 0,0-2-79,0 0 0,0-2 0,0 0 0,1-2-113,1 2 1,-1-2 0,2 0-1,-1 2-63,1 1 0,-2 3 1,5 1-1,0 2-95,2 4 1,0-1 0,0 5 216,1 2 1,-1 1 0,0 2 0,0 5 145,1 3 0,-1 0 1,-1 4-1,0 1-10,-2 4 0,-2-2 1,2 4-1,-2-2 82,-1 0 1,-1-2 0,0-3 0,1-1 210,1 0 0,-1-1 0,-2-4 70,0 1 1,0-6-296,0-3 1,0-3 0,0-7 0,0 0-175,0-1 1,4-3 0,1 0 0,0-3-283,1-2 1,-2 1-1,3-1 1,-2 2 116,2 0 1,0 3-1,1 1 1,1 2 6,-1 0 0,0 3 0,0 2 1,1 1 188,-1 1 0,0 2 0,1 3 0,-1 2 200,0 6 0,-2 0 0,-1 5 0,1 3 136,-2 1 1,1 4 0,-3-1 0,0-1-105,0 0 1,2-1 0,-1-2-1,-1-1-219,2-3 0,-3 2 1,3-4-1800,-1-1 1021,-2-4 1,3-3 795,-4-6 0,4-2 0,0-3 0</inkml:trace>
  <inkml:trace contextRef="#ctx0" brushRef="#br0" timeOffset="3646">1954 396 7870,'0'5'-1050,"1"2"1616,2-5 0,-1 1 1,3-3-60,2 0 1,1 0 0,2 0-1,2-1-475,1-2 1,-2-1-1,2-5 1,0 1 3,0 0 0,-3 0 0,1-2 0,-2 0-118,-1-1 0,0-2 0,0 1 0,-3 0-8,-2 0 0,1-3 0,-2 2 0,-1 0 131,-2 2 0,-1 0 0,-4 2 0,0 2 17,-2-1 0,-3 4 1,0-1-1,1 1-25,1 2 1,-2 2 0,-1 0-1,0 3 20,0 3 0,0 1 0,2 1 0,-1 2 89,1 1 0,-2 1 0,1 2 0,2 0-29,2 1 1,1 3-1,3 2 0,1-2 87,1-1 0,1 1 0,1 0 0,2 2 37,3-2 0,4-1 0,2-1 0,0-1-177,3-1 0,-2-5 0,1 1 1,1-3-215,0 0 0,2-2 1,-1-5-1,1 0-45,-1 0 1,0-1 0,-1-1 0,-2-4-299,-1-1 0,-1-4 0,-2 0 1,0 0-393,-1 2 1,2 1 0,-7 0 0,1-1 888,0 1 0,2 0 0,-1 0 0</inkml:trace>
  <inkml:trace contextRef="#ctx0" brushRef="#br0" timeOffset="4080">2426 181 7870,'-8'0'0,"-1"1"99,1 2 0,0-2 0,0 2 0,-2-2 250,-1 2 1,2-1 0,-2 4-1,2-1-77,1 0 1,0 2 0,2-1-1,1 1-173,2 1 0,0 0 0,3 1 25,0-1 1,3-1 0,3 0 0,2-3-107,3 0 1,2 2 0,4-4-1,0 1-115,3 1 0,-2-2 0,3 2 0,0 1 121,0-1 0,1 1 0,0 2 0,-3-1 141,-2 3 0,-1 0 1,-1 5-1,-2 1 168,-1 0 0,-5 2 0,-4 0 1,-2-1 255,-1 1 1,-2-2 0,-3 0 0,-4-2-229,-3-1 0,-3-1 1,-3-3-1,-1 0-369,0-3 0,-1 0 1,0-4-1,-1 2-480,1-1 0,-2-4 0,3-1 0,1-2-971,4-1 0,-1-2 0,4 0 1459,1 0 0,1-1 0,0 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47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183 92 7424,'5'-8'-153,"-3"-1"1,0 4-1,0-1 1618,1 0 1,0 1-761,-3 0 0,-4 0 0,-1-1-252,1 0 1,-4 4 0,3 0-212,-3 1 1,0-2 0,0 0 0,0 1-36,-1 1 0,1 4 0,-1 1 0,-1 1-105,-1 5 1,-1-2 0,2 4-1,-2 0-150,-1 1 0,3 3 1,-1 1-1,1-1-25,2 1 1,4-1 0,1 1 0,2 0 44,1 3 0,2-6 0,2 3 0,6-2-16,2-2 0,4-2 0,4-2 0,1-2-18,-1-1 1,3-3 0,-1-3 0,2 0 6,1 0 0,-2-1 0,0-2 0,-4-5 128,-2-2 1,-3-4 0,-1 1-1,-1-1 26,-2 0 0,-2 0 1,-1-2-1,-3-2-57,0-1 0,-1 1 0,-3-1 0,-1 3-46,-2 2 1,-4-2-1,-5 2 1,0 0-174,0 0 1,-3 2-1,2 4 1,0-1 104,-1 1 0,1 3 1,-1 3-1,2 1-48,0 1 1,3 0 0,-2 1 0,2 1-522,0 0 0,2 5 0,1-2-367,0 3 0,4-3 0,0 1 50,1 0 1,1 1 957,0 2 0,3-1 0,2 0 0</inkml:trace>
  <inkml:trace contextRef="#ctx0" brushRef="#br0" timeOffset="549">473 42 7969,'1'-4'611,"1"1"0,-1 3 1,3 4-1,-1 3-354,-1 3 1,5 5 0,-2-2 0,2 4-152,-2 2 1,3 0 0,-4 2-1,2 0-79,-1 0 0,-2 0 0,2 1 0,-2-5 102,-1-2 1,-1-5 102,-1 1 1,0-7 0,0-4 0,0-4 143,0-4 1,-3-3 0,1-2 0,0-2-298,1-2 0,1 2 0,0-6 0,0 0-310,0 3 0,0 1 0,0 0 1,1 0-99,2 1 0,1 0 1,4 1-1,2 3-334,1 0 1,1 1-1,2 2 1,0 2 302,1 1 1,0 3 0,2 3 0,0 0 132,-1 0 0,1 3 0,-1 3 0,0 1 215,-2 2 0,1 0 0,-2 0 0,0 0 44,-2-1 1,-2-3 0,0 2-1,0-3-333,2 0 1,-5 1 0,3-2 300,-2-1 0,-3-1 0,2-1 0,-4 0 0,2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51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67 728 7830,'-4'-5'1760,"2"1"-985,-3 4 1,2 0-83,-3 0 1,4 0-57,-4 0 1,1 0-210,-4 0 1,5 1 524,1 2-643,2-2 1,5 3 0,2-4-1,3 0-153,2 0 1,4 0 0,-1 0 0,2 0-133,0 0 0,1 0 0,-1 0 0,1 0 29,-1 0 0,0 0 0,-2 0 1,-3 0-120,-2 0 1,-1-1 0,1-1-216,-1-1-345,-4 0-936,0 3-1321,-4 0 1528,-7 0 0,4 1 0,-5 1 355,0 1 1,4 2 998,-2-2 0,1 4 0,-4-3 0</inkml:trace>
  <inkml:trace contextRef="#ctx0" brushRef="#br0" timeOffset="284">1 868 11654,'8'0'0,"0"0"441,0 0 1,4 0 0,3 0 0,2 0-202,3 0 1,2 0 0,-2 0-1,0 1-131,1 2 1,-2-2 0,-3 2-1,1-2 1,0-1 1,-2 0 0,-1 0 0,-3 0-510,-2 0 0,-1 0-653,1 0 1,-6 0-3346,-3 0 4397,-3-4 0,-9-1 0,-1-3 0</inkml:trace>
  <inkml:trace contextRef="#ctx0" brushRef="#br0" timeOffset="1234">845 140 8193,'0'-8'531,"0"2"81,0 1 1,0-1-93,0-2 0,0 0 0,0-1-105,0 1 1,0 0 0,0 0-246,0-1 1,-3 1-1,-1 0 1,0 0-168,-3 3 0,0-3 0,-1 4 0,-2-2 18,-1 1 0,-1 3 1,-2-1-1,0 3-71,-1 3 1,0 2 0,-2 3 0,0 1-20,1 2 1,-1 2 0,2 4 0,1-2 77,3-1 0,2 2 1,1-3-1,3 3-10,2 1 0,2-1 0,1 1 0,1-1-1,2 1 1,2 0 0,5 2 0,2 0-58,-2-1 1,2 0 0,-1-2-1,-1 1 15,-1 0 1,-1-2 0,0 0 0,1-1 146,-1 0 1,-1-1 0,0 1 0,-3 1-14,0 0 0,2-1 1,-4 0-1,0 1-52,-1 0 0,-1 1 1,0-1-1,0-2 71,0 2 1,0 1 0,-1 0-1,-1 1 88,0-1 0,-4 0 0,2-1 1,0-1-82,-3 0 0,3-2 0,-2 0 0,1-1 16,0 0 0,-2 0 0,1-3 1,0-2-86,0 0 0,-1-2-293,1 2 0,-1-3 0,-1-3-213,0 0 1,-1 0-1,1 0-240,0-3 0,-1 1 1,1-3-660,0 2 1,0-1-1053,-1 1 2410,5 2 0,0-6 0,4 2 0</inkml:trace>
  <inkml:trace contextRef="#ctx0" brushRef="#br0" timeOffset="1934">588 877 7793,'-4'-1'811,"1"-2"1,2 1-350,1-3 1,0 2 0,1-2-185,2 2 1,1-3 0,4 2 0,2 1-89,1-1 0,2-2 0,3 1 1,1 0-165,-1 3 0,1 1 0,-2 1 0,0 0-107,-1 0 0,-4 6 0,0 3 0,-3 3 52,-5 3 0,-1 1 1,-1 0-1,0 2 13,0 1 1,-3 1 0,-3 3 0,-1-2 47,-2 0 1,4 2-1,-1-1 1,0 1 81,-1-1 0,-2 1 1,1-3-1,0 1 59,-1 2 0,2-3 1,1 0-1,0-3-21,0 0 0,2 2 1,1 0-1,2 0-109,1-2 0,0 0 0,0 0 0,1 2-75,2 0 0,2-1 0,3-3 0,1-2-13,2-1 0,0 0 1,4-3-1,1 0 213,2-1 0,-2-5 0,4 2 0,-1-2 37,0-1 0,1-1 1,-4-1-1,1 0-158,-1 0 1,1 0 0,-1 0-1,-3 0-319,-2 0 1,-1 0 0,-2 0-1,0 0-1630,0 0-90,-3 0 0,-1-3 1992,-4-3 0,0-1 0,0-2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54.9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34 8054,'-3'-8'853,"1"-1"1,-1 4-1,2 0 1092,-2 1-1336,2 2 1,-2 3-293,3 1 1,0 4 0,0 5-1,0 4 20,0 3 1,1 3 0,0 5-1,3 2-221,1 2 0,-3 3 0,3 2 1,-1 1-19,-2-1 0,-1-1 0,1-2 0,1-2-269,-1-2 0,-1-7 0,-1-4 1,0-5-526,0-3 0,0-6 202,0-3 0,0-3 0,-1-6 1,-1 1-282,-1 0 1,1-3-1,1 0 1,-1 1-796,-1 1 1570,0-3 0,0-1 0,-2-4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56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382 272 8193,'-9'0'2424,"6"0"-1989,3 0 0,3 0 1,7 0-1,0 0-113,1 0 0,3 0 0,0 0 1,2 0-297,0 0 1,4 0-1,-1-1 1,-2-1-227,-2 0 0,0-1 0,-4 3 0,-1-1-1083,-1-2 1,0 2 181,-1-2 1,-4 3 0,-4 2 1100,-5 1 0,-3 3 0,-3 0 0,-2 1 0,-4 2 0</inkml:trace>
  <inkml:trace contextRef="#ctx0" brushRef="#br0" timeOffset="180">415 355 8193,'-9'4'76,"4"-4"1,-1 3 715,0-2 1,2 0-58,2 2 1,2-2 0,5 1-319,3-1 0,6-1 0,0 0 0,2 0-210,4 0 0,-2 0 1,3 0-1,0 0-538,1 0 1,-4-1-1,0 0 1,-2-2-447,-2 1 0,-1-2 0,1 2 0,-3-1-391,1-1 0,-5 2 1168,1-3 0,2-1 0,3-2 0</inkml:trace>
  <inkml:trace contextRef="#ctx0" brushRef="#br0" timeOffset="566">870 32 8193,'0'-8'751,"3"-1"-295,-1 1 0,2 4 0,-2 2 1,1 5 206,-1 5 1,2 1 0,1 6-1,0 2-146,1 4 0,-1 3 0,3 1 0,-2 1 77,0 1 1,-5 2-1,3 3 1,-1-1-452,0 1 1,-1-3 0,-2-6 0,0-2-612,0-1 1,0-1-1,0-5-1332,0-3 984,0-6 1,0-5-1,0-5 1,0-3-2128,0 0 2943,0 0 0,-3-4 0,-2-1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58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91 8193,'0'-8'-175,"-3"-3"1,0 0 0,1 1 442,1 1 1,0 0-1,-1 1 1,-1 1 389,-2 1 1,2 0-1,-2 3-299,-2 1 0,3 1 1,-2 2-1,0 2-53,-1 2 0,-4 4 0,-1 3 1,2 3-72,1 4 1,1 4 0,0-1-1,-1 2-163,1 1 0,3 0 1,3 2-1,1 1-143,1-2 0,1 0 1,2-1-1,5-1-88,2-2 0,5-1 0,-1-4 0,5 0-64,3-4 0,2-4 1,1-3-1,-1-4-26,1-1 0,0-2 1,-1-2-1,-2-6 226,-3-4 1,-1-2 0,-3-2 0,-1 0 81,-3-2 1,-4 0 0,-3-3 0,0-1 36,-2-1 0,-1 2 1,-2 0-1,-3-1-84,-4-1 0,-1-1 0,-5 0 0,-2 2-13,-2 0 1,0 1 0,-1 5-1,1 2 54,-2 2 1,3 6 0,-2 4 0,2 2 0,3 1 0,-1 4 0,1 1 0,-1 4-215,1 2 0,2-2 1,5 3-1,0-1-455,2 0 0,3 0 1,-1-3-1,2 1-637,1-1 1,1 0 1252,2 0 0,2 1 0,3-1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7:58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181 150 8193,'-4'-9'0,"-1"2"-285,-3 2 1,1-3-1,1 3 1,0-2 726,0 2 0,-2-2 1,0 5-1,0 0-13,-1 1 1,0 1 0,-1 1 0,-1 2-178,1 2 1,1 2-1,0 3 1,1 1-53,0 2 0,0 3 1,0 1-1,2-1-44,0 1 0,4 2 1,1 1-1,2 0-200,1 1 1,7-2 0,1-2 0,2-1-69,2 1 0,5-4 0,0-3 1,0-3-79,2-1 0,-3-5 1,3 2-1,-1-3 130,-1-3 0,-2-2 0,0-6 1,-2-4 56,-1-3 1,-2-1-1,-4-3 1,-2 0 208,0 1 1,-5-3 0,1 2 0,-4-2-68,-3-1 0,-5 3 0,-2 1 1,-2 1-91,-4 1 0,2 2 1,-3 1-1,1 3-167,2 2 0,0 2 1,1 4-1,2 2-332,1 2 0,1 2 0,4 2 0,1 2-500,0 3 0,4 3 0,-1 1 0,3 0 950,0 0 0,3 6 0,2-1 0</inkml:trace>
  <inkml:trace contextRef="#ctx0" brushRef="#br0" timeOffset="301">471 324 8193,'5'0'623,"1"0"1,-4 0 137,4 0-1704,-4 0 1,1-1 93,-3-2 0,0 1 849,0-3 0,-3-1 0,-2-2 0</inkml:trace>
  <inkml:trace contextRef="#ctx0" brushRef="#br0" timeOffset="884">611 1 8193,'-5'0'-628,"-1"0"1,2 1-1,-3 1 996,2 0 0,2 5 0,-2-2 0,2 3-60,1 0 0,-2 4 1,1 2-1,2 1-298,0 2 0,2 2 0,1 1 0,4 2-20,1 1 1,2 0-1,1-1 1,2-3-14,1-2 0,-2 0 1,3-1-1,0 0-206,-1-2 1,2-3-1,-4-6 1,-1-2 170,-1-2 0,-1-2 0,-1-2 0,-1-2 316,-3-2 0,0-4 1,0-1-1,-1-1-124,-1-2 1,-1 3 0,0 0 0,0 1 11,0 0 0,0 0 1,0 3-780,0-1 328,0 5 0,0 1 0,1 6 0,2 2 133,2 3 1,3 0-1,0 0 1,1 1 180,2-1 1,-1 0 0,4 0 0,0 1 115,-1-1 0,2-3 0,-1 0 0,1-1 258,-1-2 1,0-2-1,-3-1 1,-1-4 54,0-3 0,-2-5 1,-1 1-1,-1-1-182,-3-2 0,-3 0 0,0-3 0,0 0-238,-3-1 0,-3-1 0,-5 5 1,-2 0-523,0 1 1,-2 4 0,1-1-1,-2 3-248,0 2 1,0 2 0,1 4 0,3 0 751,0 0 0,2 4 0,3 2 0,2 1 0,3 1 0,-2 1 0</inkml:trace>
  <inkml:trace contextRef="#ctx0" brushRef="#br0" timeOffset="1117">1075 340 8193,'5'0'749,"1"0"0,-2-1 0,3-1 655,-2 0 1,-3-2-2296,1 1-163,-2 2 1,-2-2 1053,-2 3 0,-1 0 0,-5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8:03.6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50 8193,'0'-6'-385,"1"2"1,1-1 65,1 0 0,0 3 979,0-4 0,-2 3-180,2-2 1,-2 2 15,-1-2 38,0 3-367,0-2 0,0 11 0,0 1-86,0 1 0,-1 5 0,-2 1 0,-2 5-33,-3 1 0,0 1 1,-1 4-1,-1 0-23,-1 2 1,0 2-1,2-2 1,1-1-154,0-2 0,0-1 0,0-2 0,3-3-898,2-5 420,2-2 0,1-8 0,0-4 75,0-5 1,3-2 0,-1-1 530,0 0 0,3-4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8:13.831"/>
    </inkml:context>
    <inkml:brush xml:id="br0">
      <inkml:brushProperty name="width" value="0.08571" units="cm"/>
      <inkml:brushProperty name="height" value="0.08571" units="cm"/>
      <inkml:brushProperty name="color" value="#0F9ED5"/>
    </inkml:brush>
  </inkml:definitions>
  <inkml:trace contextRef="#ctx0" brushRef="#br0">9 82 7744,'0'-8'-914,"0"0"1607,0 0 1,0 2 0,0 1 73,0-2 0,-1 1-99,-2 0 1,2 2-122,-2 1 1,2 3-266,1 0 1,4 3 0,1 6 0,0 0-61,1 2 1,0 2 0,4 3 0,2 2-109,1 1 0,1 2 1,2 4-1,1 0-210,0 0 0,-2 0 0,0-1 1,-2-1-203,-1-1 0,1-4 1,-1 0-1,-2-3-157,-1-4 0,-4-3-403,1-2 607,-4-2 1,1-8 0,-4-1 0,0 0-206,-2-1 1,-3 4 0,3-3 0,-1 0-170,0 1 0,-1 1 0,2-3 0,0 1 625,0 0 0,2-6 0,-3 2 0</inkml:trace>
  <inkml:trace contextRef="#ctx0" brushRef="#br0" timeOffset="383">232 24 8414,'5'-3'447,"-3"-3"1,-1 2 1304,-1-2-1346,0 4 0,-1 0 0,-1 4-89,-4 4 1,-1 4 0,-2 3 0,-2 2 66,-3 2 1,0 6 0,-2 1 0,-1 3-90,-1 3 1,1 0 0,1 2 0,3 0-398,2-2 0,1-7 0,3-1 0,1-4-658,4-5 1,1-1 42,1-3 1,0-6 0,1-2-1,1-4-321,0-1 0,4-2 0,-3-2 1038,-2 0 0,0 0 0,-1-1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3:08:12.484"/>
    </inkml:context>
    <inkml:brush xml:id="br0">
      <inkml:brushProperty name="width" value="0.08571" units="cm"/>
      <inkml:brushProperty name="height" value="0.08571" units="cm"/>
      <inkml:brushProperty name="color" value="#E97132"/>
    </inkml:brush>
  </inkml:definitions>
  <inkml:trace contextRef="#ctx0" brushRef="#br0">8 83 8414,'0'-8'1035,"0"-1"0,-1 5 966,-1 1-1725,1-2 0,-2 5 1,5 0-1,1 5 59,2 2 0,1 2 1,2 0-1,0 2-204,0 3 1,2 1 0,0 3-1,1 1-55,-1 3 1,2 2 0,-1 1 0,0 0-333,1-1 0,-3-1 0,2-2 0,-3-1-126,-2-2 1,0-4 0,-2-3-459,1-2 1,-4-5 93,2-4 0,-2-4 1,-1-4-1,-1 0-502,-2 0 1,2-2 1247,-1-1 0,-3-2 0,1-3 0</inkml:trace>
  <inkml:trace contextRef="#ctx0" brushRef="#br0" timeOffset="415">273 0 8225,'5'0'1573,"-2"5"1,-4 2-1243,-1 3 1,0 6 0,-4 0 0,0 6 29,-1 5 0,-4 3 0,-1 7 0,0 4-151,0 2 1,-3 1-1,2-3 1,0 1-3,2-1 0,-1 1 0,1-2 0,2-6-39,3-4 0,-2-2 0,3-3 0,-2-1-139,2-2 0,0-6 0,3-5-1090,0-1 175,-1-2 0,3-4-4009,0-4 4894,-4 0 0,-1-8 0,-3 4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6:22:45.2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59 320 9138,'7'5'148,"5"1"1,4 0-1,6 3 113,7 4 1,8 1 0,9 4 0,9 2 290,9 4 0,3 4 0,5 3 0,1 2-338,4 1 1,2 1 0,5 2 0,1 0-93,1 1 1,2-1-1,3 0 1,-43-18-1,0 0-24,3 1 0,-1 0 1,0-1-1,0 0 1,3 1-1,0 1 1,1-1-1,0-1-24,1 1 1,0 0-1,2 2 1,0 0-1,3-1 1,0 1-1,0 0 1,0 1 34,-1-1 1,0-1 0,0 1 0,1 0 0,0 1 0,1 1 0,2 0 0,-1 0 4,3 0 0,-1 0 1,-3 1-1,1 0 0,-1 1 1,0-1-1,-1 1 1,-1-1-31,-1 0 0,1-1 0,0 1 0,0 0 0,0 0 1,-1 1-1,-1-2 0,-1 0-85,-3 0 0,0 0 0,-1-2 1,0-1-1,-1 3 0,0-1 1,0-1-1,-1 0-92,-2-1 0,0 0 0,38 15 0,-2 1 0,-5-3-167,-6 0 1,-2-5-1,-8-1 1,-4-4-198,-6-5 0,-8-2 0,-5-3 1,-2-2-184,0-2 1,-9-1-1,-4-3 1,-7-1-992,-4-2 1,-4-2 1630,-2-1 0,-2-5 0</inkml:trace>
  <inkml:trace contextRef="#ctx0" brushRef="#br0" timeOffset="557">7 3180 8103,'-3'-20'0,"1"0"239,0 0 0,5 1 0,5-1 0,5-1-200,6 0 1,8-5 0,9-2 0,6-4 153,8-6 1,6 0 0,9-4 0,5-2-38,5-2 1,9-7 0,-39 24-1,0-1 1,3-1 0,0-1-92,2-1 0,0 0 0,2-1 0,0-1 0,6-4 0,0 1 0,3-3 0,1 0-162,3-3 0,0-1 1,2 1-1,0 0 0,3-5 1,0 0-1,2 0 0,-1 0 195,3-2 0,1 1 0,0-4 0,1 1 0,2-1 0,0 0 0,2 1 0,-1 0 125,1 0 1,-1 1 0,-1 1-1,0 0 1,2-1 0,-1 1-1,0 1 1,0 0 80,-1 1 1,0 1 0,-4 6-1,-1 1 1,-1 0 0,0 0 0,-2 3-1,0 0-110,-2 1 1,0 1 0,-2 1 0,0 2 0,-4 2 0,-1 1 0,-3 0 0,0 2-121,-2 0 1,-2 1-1,-2 1 1,-2 0-1,-1 1 1,-1 1-1,-2 1 1,0 1-299,41-21 0,-9 7 0,-8 1 1,-7 5-880,-5 2 1,-6 3 0,-7 4 0,-5 4-1558,-8 4 2660,-5 4 0,-5 3 0,-2 1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8F5ED-3224-436C-8EAF-4CB9582FCCF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88EF2-EF11-4F6F-93B1-CB5220693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78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I’m Alex, a postdoc at the MPI-SP and an incoming professor at Georgia Tech.</a:t>
            </a:r>
          </a:p>
          <a:p>
            <a:r>
              <a:rPr lang="en-US"/>
              <a:t>Today I will discus why you should formally verify ZKP *circuits*, and the recent progress that academics and industrial auditors have made on this problem.</a:t>
            </a:r>
          </a:p>
          <a:p>
            <a:r>
              <a:rPr lang="en-US"/>
              <a:t>This talk itself is also an academic-industrial collaboration.</a:t>
            </a:r>
          </a:p>
          <a:p>
            <a:r>
              <a:rPr lang="en-US"/>
              <a:t>I prepared it with Shankara </a:t>
            </a:r>
            <a:r>
              <a:rPr lang="en-US" err="1"/>
              <a:t>Pailoor</a:t>
            </a:r>
            <a:r>
              <a:rPr lang="en-US"/>
              <a:t>, the chief research officer at </a:t>
            </a:r>
            <a:r>
              <a:rPr lang="en-US" err="1"/>
              <a:t>Veridise</a:t>
            </a:r>
            <a:r>
              <a:rPr lang="en-US"/>
              <a:t>, an audit firm.</a:t>
            </a:r>
          </a:p>
          <a:p>
            <a:r>
              <a:rPr lang="en-US"/>
              <a:t>But unfortunately due to </a:t>
            </a:r>
            <a:r>
              <a:rPr lang="en-US" err="1"/>
              <a:t>unforeseable</a:t>
            </a:r>
            <a:r>
              <a:rPr lang="en-US"/>
              <a:t> circumstances, he can’t travel right now, so you get just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6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First, some background on ZKPs and their applications.</a:t>
            </a:r>
          </a:p>
          <a:p>
            <a:r>
              <a:rPr lang="en-US"/>
              <a:t>A quick caveat for experts: this talk is really about cryptographic proof systems in general: © including plain SNARKs, but I’ll just say ZKPs.</a:t>
            </a:r>
          </a:p>
          <a:p>
            <a:r>
              <a:rPr lang="en-US"/>
              <a:t>If you haven’t heard already, ZKPs are an emerging technology for privacy and efficiency.</a:t>
            </a:r>
          </a:p>
          <a:p>
            <a:r>
              <a:rPr lang="en-US"/>
              <a:t>They have many applications.</a:t>
            </a:r>
          </a:p>
          <a:p>
            <a:r>
              <a:rPr lang="en-US"/>
              <a:t>One is, private credentials. With a ZKP, you can prove your age to a website without revealing your whole driver’s license ©. </a:t>
            </a:r>
          </a:p>
          <a:p>
            <a:r>
              <a:rPr lang="en-US"/>
              <a:t>Second, private payments. With a ZKP you can make a payment ©, without revealing your transaction to the public or even a bank ©.</a:t>
            </a:r>
          </a:p>
          <a:p>
            <a:r>
              <a:rPr lang="en-US"/>
              <a:t>Third, blockchain scalability. With a ZKP, you can trick a slow and public blockchain © into authenticating a private or large computation ©.</a:t>
            </a:r>
          </a:p>
          <a:p>
            <a:r>
              <a:rPr lang="en-US"/>
              <a:t>These applications are not hypothetical. They have all been deployed, © or are being deployed, in the real world, by different organizations, from Google to </a:t>
            </a:r>
            <a:r>
              <a:rPr lang="en-US" err="1"/>
              <a:t>Zcash</a:t>
            </a:r>
            <a:r>
              <a:rPr lang="en-US"/>
              <a:t> to RISC Zero.</a:t>
            </a:r>
          </a:p>
          <a:p>
            <a:r>
              <a:rPr lang="en-US"/>
              <a:t>But, building these applications is hard, because ZKPs are powerful but hard to use.</a:t>
            </a:r>
          </a:p>
          <a:p>
            <a:r>
              <a:rPr lang="en-US"/>
              <a:t>Fundamentally, a ZKP © shows that a public property P © holds over potentially private data w ©.</a:t>
            </a:r>
          </a:p>
          <a:p>
            <a:r>
              <a:rPr lang="en-US"/>
              <a:t>ZKPs are powerful, because they are programmable ©. They work for any property expressed in a specific format.</a:t>
            </a:r>
          </a:p>
          <a:p>
            <a:r>
              <a:rPr lang="en-US"/>
              <a:t>But ZKPs are hard to use, because that format is arcane and low-level.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Most ZKPs can only prove the satisfiability of circuits over a finite field. Think of this circuit as a bunch of equations, mod p.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So, to build your application with a ZKP ©, you need to translate application-relevant properties (like credential validity) into a circuit. 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This is a low-level and arcane programing model, so typically developers use a multi-level stack.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This is hard, so it is typically done with a multi-layer stack. The developer expresses the property in a higher-level language ©, and turns it  into a circuit with a compiler or library ©.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This stack is how ZKPs are used.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This stack, or something similar, is how all of last slide’s deployments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834F3-694A-4F18-ABBB-3B57DF270D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59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354B-1785-3713-F84F-C0235D48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6FD9C-9F92-5AEF-9CBE-1C81CECE4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CB49C-52B1-BC8B-6624-DF0694458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This talk is about preventing mistakes in this stack.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That’s crucial because in this stack mistakes have unusually severe consequences.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Suppose the circuit has a tiny bug ©. Just one incorrect equation.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Even this can totally break the application. For example in private payments system, it could allow a hacker to print free money ©.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However such a bug wouldn’t break the system’s privacy. If the circuit is wrong, the ZKP is proving the wrong thing, but the proof is still © zero-knowledge.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That might seem good (at least we have privacy!), but it’s not, because it mean that exploitation cannot be detected, © and vulnerabilities can not be fixed in response. 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And these bugs really happen. © For example, Tornado cash (a private payment system) had a money-printing bug just like this.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Given these facts, it is essential to formally verify © this stack.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And, verifying the *whole* stack is essential, because any layer can have bugs.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59E8B-C2D7-4091-F96E-685320C18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834F3-694A-4F18-ABBB-3B57DF270D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04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EFA7-F6CB-5A9C-2FC1-30213DC0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73579-CF81-8396-4B99-BEB1F1EB1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82763-C3B2-AB54-2E49-0C96E52B0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And in practice, every layer does have bugs.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Consider dividing the stack into cryptography ©, and “translation” ©.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Translation produces the circuit, and the crypto consumes it.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 recent survey paper of 141 real-world ZKP bugs found that © 75% of them were in translation, and 16% were in the crypto.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The prevalence of translation bugs---circuit bugs—might seem surprising at first, since the crypto is more mathematically complex ©.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But, the translation layer has its own kind of complexity: engineering complexity ©.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It has far more code, is written by far more people, and relates to specific applications that are not formally described in academic papers (as ZKPs are).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There’s a lot that can get lost in translation.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And, in the rest of this talk ©, I’ll describe the progress that we have made in formally verifying circuits using AUTOMATIC © techniques.</a:t>
            </a:r>
          </a:p>
          <a:p>
            <a:pPr marL="0" indent="0">
              <a:buFont typeface="Arial"/>
              <a:buNone/>
            </a:pPr>
            <a:r>
              <a:rPr lang="en-US">
                <a:cs typeface="Calibri"/>
              </a:rPr>
              <a:t>And, in the next talk, © Quang will discuss verification for the crypto layer.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A67A3-4B86-C835-AF13-E9B9A461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834F3-694A-4F18-ABBB-3B57DF270D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1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7CA4-753F-3D85-612B-5B3D8D4B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615BF-94DA-CC8C-FBAA-C9975FA18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DE5F0-5A8D-F229-60A6-C24580812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Formal verification doesn’t just make sense. It is already happening in industry.</a:t>
            </a:r>
          </a:p>
          <a:p>
            <a:r>
              <a:rPr lang="en-US"/>
              <a:t>Last year, over 75% © of </a:t>
            </a:r>
            <a:r>
              <a:rPr lang="en-US" err="1"/>
              <a:t>Veridise’s</a:t>
            </a:r>
            <a:r>
              <a:rPr lang="en-US"/>
              <a:t> ZKP audits used tools for automatic formal verification.</a:t>
            </a:r>
          </a:p>
          <a:p>
            <a:r>
              <a:rPr lang="en-US" err="1"/>
              <a:t>Veridise</a:t>
            </a:r>
            <a:r>
              <a:rPr lang="en-US"/>
              <a:t> and its customers choose formal verification for three reasons.</a:t>
            </a:r>
          </a:p>
          <a:p>
            <a:r>
              <a:rPr lang="en-US"/>
              <a:t>First, attempting verification can reveal deep bugs in circuits that manual audits miss. © For example, </a:t>
            </a:r>
            <a:r>
              <a:rPr lang="en-US" err="1"/>
              <a:t>Veridise’s</a:t>
            </a:r>
            <a:r>
              <a:rPr lang="en-US"/>
              <a:t> verification tools found 9 new bugs in RISC Zero’s </a:t>
            </a:r>
            <a:r>
              <a:rPr lang="en-US" err="1"/>
              <a:t>zkVM</a:t>
            </a:r>
            <a:r>
              <a:rPr lang="en-US"/>
              <a:t> v2 circuit, which is now deployed.</a:t>
            </a:r>
          </a:p>
          <a:p>
            <a:r>
              <a:rPr lang="en-US"/>
              <a:t>Second, when verification succeeds, it provides very strong guarantees. © For example, </a:t>
            </a:r>
            <a:r>
              <a:rPr lang="en-US" err="1"/>
              <a:t>Veridise’s</a:t>
            </a:r>
            <a:r>
              <a:rPr lang="en-US"/>
              <a:t> tools have verified that 122 of RISC Zero’s 123 </a:t>
            </a:r>
            <a:r>
              <a:rPr lang="en-US" err="1"/>
              <a:t>zkVM</a:t>
            </a:r>
            <a:r>
              <a:rPr lang="en-US"/>
              <a:t> components are fully deterministic on all possible inputs---a property that I’ll define later.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Third, automated verification tools are *automatic*, so they can be integrated into CI © for continually verification, as RISC Zero, for example, has done.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And last, automated verification isn’t just about one organization. © There are other teams like COSTA, using other tools, like CIVER to find other real bugs too.</a:t>
            </a:r>
          </a:p>
          <a:p>
            <a:r>
              <a:rPr lang="en-US"/>
              <a:t>Formal verification for ZKP circuits isn’t just academic research. It’s already seeing industrial adoption. </a:t>
            </a:r>
          </a:p>
          <a:p>
            <a:r>
              <a:rPr lang="en-US"/>
              <a:t>Next, I want to give you a tiny example of WHAT it means to formally verify a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4655-B046-9383-1283-8C0B79608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E12D-5B2F-0BC9-B69B-713E02D3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D2725-EEC1-84B9-99C6-C38503757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1F0BD-C987-B1D7-D642-21B9CBB23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 example is a circuit for bit decomposition.</a:t>
            </a:r>
          </a:p>
          <a:p>
            <a:r>
              <a:rPr lang="en-US"/>
              <a:t>Here is a Rust program that expressed the </a:t>
            </a:r>
            <a:r>
              <a:rPr lang="en-US" b="1"/>
              <a:t>intended</a:t>
            </a:r>
            <a:r>
              <a:rPr lang="en-US"/>
              <a:t> </a:t>
            </a:r>
            <a:r>
              <a:rPr lang="en-US" b="1"/>
              <a:t>computation</a:t>
            </a:r>
            <a:r>
              <a:rPr lang="en-US"/>
              <a:t>.</a:t>
            </a:r>
          </a:p>
          <a:p>
            <a:r>
              <a:rPr lang="en-US"/>
              <a:t>Its input © is a 32 bit integer.</a:t>
            </a:r>
          </a:p>
          <a:p>
            <a:r>
              <a:rPr lang="en-US"/>
              <a:t>Its output © is an array of bits.</a:t>
            </a:r>
          </a:p>
          <a:p>
            <a:r>
              <a:rPr lang="en-US"/>
              <a:t>Here © is actual ZKP </a:t>
            </a:r>
            <a:r>
              <a:rPr lang="en-US" b="1"/>
              <a:t>circuit</a:t>
            </a:r>
            <a:r>
              <a:rPr lang="en-US"/>
              <a:t> for this computation.</a:t>
            </a:r>
          </a:p>
          <a:p>
            <a:r>
              <a:rPr lang="en-US"/>
              <a:t>The first line © represents 32 different equations that force each bit to be 0 or 1.</a:t>
            </a:r>
          </a:p>
          <a:p>
            <a:r>
              <a:rPr lang="en-US"/>
              <a:t>The next line © binds their binary sum to the input.</a:t>
            </a:r>
          </a:p>
          <a:p>
            <a:r>
              <a:rPr lang="en-US"/>
              <a:t>Or does it?</a:t>
            </a:r>
          </a:p>
          <a:p>
            <a:r>
              <a:rPr lang="en-US"/>
              <a:t>The question here © is whether the computation and circuit are equivalent.</a:t>
            </a:r>
          </a:p>
          <a:p>
            <a:r>
              <a:rPr lang="en-US"/>
              <a:t>Informally, © this means that every solution to the circuit should represent an execution of the computation.</a:t>
            </a:r>
          </a:p>
          <a:p>
            <a:r>
              <a:rPr lang="en-US"/>
              <a:t>For example, consider an input 0 © and a circuit solution of all 0s ©.</a:t>
            </a:r>
          </a:p>
          <a:p>
            <a:r>
              <a:rPr lang="en-US"/>
              <a:t>This does represent the computation, because executing the computation on input 0 © would give all zeros.</a:t>
            </a:r>
          </a:p>
          <a:p>
            <a:r>
              <a:rPr lang="en-US"/>
              <a:t>But what about all solutions? And all inputs? Are these always equivalent?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B1C4-709C-363D-5DDC-0D14623A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67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A7C6-E84B-4E7B-2E1B-BC93A21C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B78BE-238A-9AAB-45D7-C9108CB7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952A1-82B0-95F4-A12D-0327B395E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answer actually depends. It depends on the prime modulus of the field.</a:t>
            </a:r>
          </a:p>
          <a:p>
            <a:r>
              <a:rPr lang="en-US"/>
              <a:t>If the prime fits in 32 bits ©, then for the input 0 there is another, unintended circuit solution: the bits of the prime p ©.</a:t>
            </a:r>
          </a:p>
          <a:p>
            <a:r>
              <a:rPr lang="en-US"/>
              <a:t>This satisfies the circuit because, modulo p, 0 is equivalent to p ©.</a:t>
            </a:r>
          </a:p>
          <a:p>
            <a:r>
              <a:rPr lang="en-US"/>
              <a:t>But, this solution doesn’t match the computation ©.</a:t>
            </a:r>
          </a:p>
          <a:p>
            <a:r>
              <a:rPr lang="en-US"/>
              <a:t>So, for some p, this circuit is buggy.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5FB18-3AEA-E0E5-427F-4747694E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44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CC17-28DD-281B-8B58-04B454A9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8D633-9365-0357-E8D9-00209B094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C72BC-EC07-8AB2-D11B-550E57442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Abstractly, ZKP verification is hard because computations and circuits are very different.</a:t>
            </a:r>
          </a:p>
          <a:p>
            <a:r>
              <a:rPr lang="en-US"/>
              <a:t>Computations are generally deterministic ©. Each input gives a unique output.</a:t>
            </a:r>
          </a:p>
          <a:p>
            <a:r>
              <a:rPr lang="en-US"/>
              <a:t>But, circuits are non-deterministic ©. There might be many solutions for each “input”.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Fuzzing and testing struggle because it’s hard to “sample” valid solutions ©.</a:t>
            </a:r>
          </a:p>
          <a:p>
            <a:r>
              <a:rPr lang="en-US"/>
              <a:t>And verification is also hard, but I said earlier, verification is off to a very strong start.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3B1FF-252B-4463-7A5E-BC4AFBFD4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20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I shared earlier, we’ve made a lot of progress on this, and this kind of verification is gaining industrial adoption.</a:t>
            </a:r>
          </a:p>
          <a:p>
            <a:r>
              <a:rPr lang="en-US"/>
              <a:t>Now, I’ll explain HOW we’ve done this.</a:t>
            </a:r>
          </a:p>
          <a:p>
            <a:r>
              <a:rPr lang="en-US"/>
              <a:t>Essentially, we’ve adapted © existing techniques for formal verification to non-deterministic ZKP circuits over finite fields.</a:t>
            </a:r>
          </a:p>
          <a:p>
            <a:r>
              <a:rPr lang="en-US"/>
              <a:t>I’ll explain 4 techniques © that we’ve adapted.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79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EA22-FA29-63D6-D2C7-8D02BB0C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4CC99-2C06-71AA-9362-04D988B94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78BD1-FEDE-8F66-D3D9-3E315ACED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technique is relaxation. This mean being clever about what we verify.</a:t>
            </a:r>
          </a:p>
          <a:p>
            <a:r>
              <a:rPr lang="en-US"/>
              <a:t>Recall that the circuit PHI should encode a function F from inputs to outputs.</a:t>
            </a:r>
          </a:p>
          <a:p>
            <a:r>
              <a:rPr lang="en-US"/>
              <a:t>Most tools don’t even think directly about F.</a:t>
            </a:r>
          </a:p>
          <a:p>
            <a:r>
              <a:rPr lang="en-US"/>
              <a:t>Instead, they focus on just the inputs and outputs.</a:t>
            </a:r>
          </a:p>
          <a:p>
            <a:r>
              <a:rPr lang="en-US"/>
              <a:t>They take in PHI, the inputs and the outputs.</a:t>
            </a:r>
          </a:p>
          <a:p>
            <a:r>
              <a:rPr lang="en-US"/>
              <a:t>And they try to verify that in PHI, the inputs uniquely determine the outputs.</a:t>
            </a:r>
          </a:p>
          <a:p>
            <a:r>
              <a:rPr lang="en-US"/>
              <a:t>This property is called DETERMINISM</a:t>
            </a:r>
          </a:p>
          <a:p>
            <a:r>
              <a:rPr lang="en-US"/>
              <a:t>And while it’s technically a weaker property, it catches 96% of bugs in practice.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50D1E-7CB9-93C0-1271-CD3D8E657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99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Determinism takes us to our second technique called SMT solving for finite fields, which can be used to check determinism.</a:t>
            </a:r>
          </a:p>
          <a:p>
            <a:r>
              <a:rPr lang="en-US"/>
              <a:t>Recall that our basic question is whether input IN uniquely determines output Y in a circuit PHI.</a:t>
            </a:r>
          </a:p>
          <a:p>
            <a:r>
              <a:rPr lang="en-US"/>
              <a:t>This property can be directly written as a formula in first-order logic by duplicating the circuit phi to get phi’.</a:t>
            </a:r>
          </a:p>
          <a:p>
            <a:r>
              <a:rPr lang="en-US"/>
              <a:t>This formula  asks whether solving the two copies  PHI with equal inputs implies equal outputs.</a:t>
            </a:r>
          </a:p>
          <a:p>
            <a:r>
              <a:rPr lang="en-US"/>
              <a:t>That’s true exactly when PHI is deterministic</a:t>
            </a:r>
          </a:p>
          <a:p>
            <a:r>
              <a:rPr lang="en-US"/>
              <a:t>This formula involves both Boolean conditions and finite field operations,</a:t>
            </a:r>
          </a:p>
          <a:p>
            <a:r>
              <a:rPr lang="en-US"/>
              <a:t>So solving it (proving it) requires a special kind of satisfiability solver that understand finite fields.</a:t>
            </a:r>
          </a:p>
          <a:p>
            <a:r>
              <a:rPr lang="en-US"/>
              <a:t>We call this an SMT solver for finite fields.</a:t>
            </a:r>
          </a:p>
          <a:p>
            <a:r>
              <a:rPr lang="en-US"/>
              <a:t>You should think of SMT as meaning satisfiability modulo different types, like finite fields.</a:t>
            </a:r>
          </a:p>
          <a:p>
            <a:r>
              <a:rPr lang="en-US"/>
              <a:t>But, prior to ZKPs there weren’t any SMT solvers for finite fields, so we created a few by adapting ideas from computer algebra to finite fields of cryptographic size.</a:t>
            </a:r>
          </a:p>
          <a:p>
            <a:r>
              <a:rPr lang="en-US"/>
              <a:t>The result, is that we now have SMT solvers that are complete and sound for </a:t>
            </a:r>
            <a:r>
              <a:rPr lang="en-US" err="1"/>
              <a:t>verfifying</a:t>
            </a:r>
            <a:r>
              <a:rPr lang="en-US"/>
              <a:t> determinism.</a:t>
            </a:r>
          </a:p>
          <a:p>
            <a:r>
              <a:rPr lang="en-US"/>
              <a:t>However, they can also be slow, so they’re not the only tool we use.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66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last technique is static analysis, which complements SMT solving.</a:t>
            </a:r>
          </a:p>
          <a:p>
            <a:r>
              <a:rPr lang="en-US"/>
              <a:t>Static analyses are specialized reasoning procedures that are very fast, but only work on specific circuit patterns.</a:t>
            </a:r>
          </a:p>
          <a:p>
            <a:r>
              <a:rPr lang="en-US"/>
              <a:t>So, we create static analyses for common patterns that SMT struggles with.</a:t>
            </a:r>
          </a:p>
          <a:p>
            <a:r>
              <a:rPr lang="en-US"/>
              <a:t>For example, we have one for bit-splitting. The example from earlier.</a:t>
            </a:r>
          </a:p>
          <a:p>
            <a:r>
              <a:rPr lang="en-US"/>
              <a:t>The analysis matches the bit-split pattern.</a:t>
            </a:r>
          </a:p>
          <a:p>
            <a:r>
              <a:rPr lang="en-US"/>
              <a:t>Checks for conditions like no-overflow,</a:t>
            </a:r>
          </a:p>
          <a:p>
            <a:r>
              <a:rPr lang="en-US"/>
              <a:t>And deduces summaries.</a:t>
            </a:r>
          </a:p>
          <a:p>
            <a:r>
              <a:rPr lang="en-US"/>
              <a:t>This analysis, like many static analyses is fast but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27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 makes it highly complementary to SMT solving.</a:t>
            </a:r>
          </a:p>
          <a:p>
            <a:r>
              <a:rPr lang="en-US"/>
              <a:t>And using the earlier idea of modular reasoning, © we’ve built automatic verification tools that combing both, typically quickly switching back and forth thousands of times to verify properties like </a:t>
            </a:r>
            <a:r>
              <a:rPr lang="en-US" err="1"/>
              <a:t>determism</a:t>
            </a:r>
            <a:r>
              <a:rPr lang="en-US"/>
              <a:t> © of a complex circuit.</a:t>
            </a:r>
          </a:p>
          <a:p>
            <a:r>
              <a:rPr lang="en-US"/>
              <a:t>And that’s basically how automatic verification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39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</a:t>
            </a:r>
            <a:r>
              <a:rPr lang="en-US" err="1"/>
              <a:t>thi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03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B64E-E7AF-9361-E390-3DA8EBD3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B3190-A38C-A7C0-9D65-13AC56ECE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FB69B-D05D-1668-D1BC-13F502DC9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days there’s a rich landscape of automatic verification tools. They support different ZKP circuit languages like </a:t>
            </a:r>
            <a:r>
              <a:rPr lang="en-US" err="1"/>
              <a:t>Circom</a:t>
            </a:r>
            <a:r>
              <a:rPr lang="en-US"/>
              <a:t>, Halo2, Plonky3, and Gnark, they verify different types of specifications.</a:t>
            </a:r>
          </a:p>
          <a:p>
            <a:r>
              <a:rPr lang="en-US"/>
              <a:t>Most of these tools originate in academia, but many have been used in industry to find real bugs, often in systems that are now deployed.</a:t>
            </a:r>
          </a:p>
          <a:p>
            <a:r>
              <a:rPr lang="en-US"/>
              <a:t>And, underneath the verification tools, there’s a rich landscape of SMT solvers for finite fields and related domains.</a:t>
            </a:r>
          </a:p>
          <a:p>
            <a:r>
              <a:rPr lang="en-US"/>
              <a:t>Solver research continues to uncover new ways that old ideas in computer algebra can be adapted into highly effective verification tools for ZKPs.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1671-9BF6-148D-1949-35BCAE8B7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61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third technique is modular reasoning, which speeds things up, and takes many forms.</a:t>
            </a:r>
          </a:p>
          <a:p>
            <a:r>
              <a:rPr lang="en-US"/>
              <a:t>One form is incremental reasoning ©.</a:t>
            </a:r>
          </a:p>
          <a:p>
            <a:r>
              <a:rPr lang="en-US"/>
              <a:t>Say we have many equations © and want to verify that y is deterministic ©.</a:t>
            </a:r>
          </a:p>
          <a:p>
            <a:r>
              <a:rPr lang="en-US"/>
              <a:t>Instead of directly analyzing y by considering all equations,</a:t>
            </a:r>
          </a:p>
          <a:p>
            <a:r>
              <a:rPr lang="en-US"/>
              <a:t>We can first verify that x is deterministic © using equation 1, and then go after y ©.</a:t>
            </a:r>
          </a:p>
          <a:p>
            <a:r>
              <a:rPr lang="en-US"/>
              <a:t>In each step, we’re looking at fewer equations, and solving a (potentially) easier subproblem,</a:t>
            </a:r>
          </a:p>
          <a:p>
            <a:r>
              <a:rPr lang="en-US"/>
              <a:t>And these subproblems © can often be parallelized and solved with different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9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F6A2-1E82-3535-8280-537388E2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84FDF-D470-8655-F424-FA4B7D21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10DD1-54C6-9AD6-E110-3C8D6CBA3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second technique is modular reasoning, which takes many forms.</a:t>
            </a:r>
          </a:p>
          <a:p>
            <a:r>
              <a:rPr lang="en-US"/>
              <a:t>First is incremental reasoning ©.</a:t>
            </a:r>
          </a:p>
          <a:p>
            <a:r>
              <a:rPr lang="en-US"/>
              <a:t>Say we have many equations © and want to verify that y is deterministic ©.</a:t>
            </a:r>
          </a:p>
          <a:p>
            <a:r>
              <a:rPr lang="en-US"/>
              <a:t>Instead of directly analyzing y by considering all equations,</a:t>
            </a:r>
          </a:p>
          <a:p>
            <a:r>
              <a:rPr lang="en-US"/>
              <a:t>We can first verify that x is deterministic © using equation 1, and then go after y ©.</a:t>
            </a:r>
          </a:p>
          <a:p>
            <a:r>
              <a:rPr lang="en-US"/>
              <a:t>In each step, we’re looking at fewer equations, and solving a (potentially) easier problem.</a:t>
            </a:r>
          </a:p>
          <a:p>
            <a:endParaRPr lang="en-US"/>
          </a:p>
          <a:p>
            <a:r>
              <a:rPr lang="en-US"/>
              <a:t>We can also do this out-of-order using module summaries ©.</a:t>
            </a:r>
          </a:p>
          <a:p>
            <a:r>
              <a:rPr lang="en-US"/>
              <a:t>That is, we can start by analyzing that last two equations to see that y is determined by x ©.</a:t>
            </a:r>
          </a:p>
          <a:p>
            <a:r>
              <a:rPr lang="en-US"/>
              <a:t>And, we can replace those equations © with that fact.</a:t>
            </a:r>
          </a:p>
          <a:p>
            <a:r>
              <a:rPr lang="en-US"/>
              <a:t>Or, we might replace them with a more fine-grained summary,</a:t>
            </a:r>
          </a:p>
          <a:p>
            <a:r>
              <a:rPr lang="en-US"/>
              <a:t>That expresses the exact relationship between y and x © in a simple way.</a:t>
            </a:r>
          </a:p>
          <a:p>
            <a:endParaRPr lang="en-US"/>
          </a:p>
          <a:p>
            <a:r>
              <a:rPr lang="en-US"/>
              <a:t>Incrementality and module summaries are powerful ways to break hard verification problems © into easier ones that can be solved in parallel and tackled with different, sometimes specialized techniques.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5C1E7-8C7C-8A3B-CAF2-E4CFB359C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88EF2-EF11-4F6F-93B1-CB52206936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9FA0-138A-58FA-46ED-F705D096F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24D25-2F76-5E84-58FF-E969C978C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96D2-0271-A314-E076-1A63D117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C9BF-C5D0-4DA7-84FB-0DFCE0DF48A6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0F559-9DA9-3707-26D1-8D40E2C0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A2083-E7BE-6077-0F19-79BC4CB5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2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8653-40AB-1E2B-C35F-5BF7B82C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788BA-BF04-08DE-6506-A6CE5E8C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C61CC-FE22-7CF9-0E18-40F8FABC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46D3-3BB3-4AF0-AE6D-53D2BF365676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0BBD6-F5D1-D8DB-DC5A-E2E1835B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93B33-BDB4-4F91-2A51-8840CADE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B113-0AEC-AB09-E229-21E98B60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C07BD-B3A2-BA86-FC00-7655C16B7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66AB-C92F-5F05-F1DC-16027441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F79B-83E7-4192-9A99-DB9C18F27AFA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6032-09FE-CB51-0211-35350B6C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2C4-A5FE-744E-BFB4-808090F3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7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54A2-4F90-473B-B19E-D67878FA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84FC-2D94-F3E5-ED1D-5B3802551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9CBDA-804F-1EE5-A15F-778834AB3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38BF4-2E85-FE1D-DB00-3AA2C79B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063E-D297-438C-AF9E-A33C9A937E84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B6031-818F-B62B-29C9-AE74BE80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313C-4DC1-073A-17DF-0005965B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6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3A3E-1FEF-7B52-B469-04031E5D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42A1-1654-FE9A-5145-45915CD35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B7BA0-E4D2-907D-98F8-C2231F92E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CECAB-28EB-DFB0-DDB1-08634378F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72E54-2EE7-0155-CEB5-DA21F048F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71FCE-E452-F6C6-5A49-C6B5DAF9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79F69-44F8-4E18-9A8A-5871B6ED217A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F9279-6A8B-04FD-6471-2F9640D6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F0120-81AF-3062-0125-44477B15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7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AF27-B655-1F2A-AB14-902C80A8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55DCA-A49D-E3AD-100F-6F6765EF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387D-1E62-4077-90B1-D85AEA2842DF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9DC47-0C77-805C-AED4-3C4BE86E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86A61-BFCC-D953-9D30-93E11B00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4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DCFFD-4677-C3A5-1A60-C3D5FC8F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9A77-FD83-4BE9-90CA-CC648EE4E1E7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83B50-A88C-B678-7E31-65EDAD97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9823-544B-E5CF-372D-1587E524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9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4A1A-29DC-2E4E-7AE5-1CDBAFB0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95A6-A8FD-0A3F-41A8-4FF218EE6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250F0-BBA9-1BAF-3C90-BD34B454B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1CFD0-429A-A960-1B3D-2F58109E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8A16-6127-49F2-8D8C-8D1D0D59501B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575DD-B151-1AA8-60F6-36FAF5EA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F9C48-5993-299A-B212-0B37684C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EA43-A994-C8CD-55CC-7AAC2B97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5CD12-18CA-F44A-A619-BFFF4008ED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10E31-F16B-C5CF-E612-E99AFA647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3E698-EF25-B12B-DC23-A2EF0FF4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9E9C-C361-49B8-9FC3-6F49E8FC0063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DA165-0C9B-DB4F-020C-52BD6EE4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3E350-5DBE-B69D-F105-871F3128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B4D1-8C81-4242-A8F5-27DFD819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01C43-E069-8382-C0B1-BCAE575FD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D2EA-85A0-1FCB-5D1D-75FE5D91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B209-D653-4267-A5F1-F5DEE78EB3D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C8AC-8045-AF48-7491-5AC1EE2A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E3DB-4A80-4106-58BD-DA9FA418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5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6A845-971B-5A71-C0DC-EFB406673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4077C-B14B-DF82-1BAA-64216FBA2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1FEC5-D0B5-323C-90F3-D4EB4A14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8369-80A3-49C8-8575-34BA5515099B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1CE34-13C5-D9BC-A59B-A0D25D82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52448-E0BA-B067-82E7-F440886C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2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FB653-3735-C8E8-A773-49BA6B98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B8E14-EA03-5085-1A24-25676896A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5E929-1E0D-F847-ABEB-E23D34DFE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448CF-2C94-4A5E-A400-9F95217CD724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9A9B-16C9-96CD-BEDE-61138A05A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D49D-A7F0-3936-F764-BAFA7CF6D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5DFB8-9872-4341-868E-E5F59EA3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16.xml"/><Relationship Id="rId42" Type="http://schemas.openxmlformats.org/officeDocument/2006/relationships/image" Target="../media/image26.png"/><Relationship Id="rId47" Type="http://schemas.openxmlformats.org/officeDocument/2006/relationships/image" Target="../media/image29.png"/><Relationship Id="rId50" Type="http://schemas.openxmlformats.org/officeDocument/2006/relationships/customXml" Target="../ink/ink22.xml"/><Relationship Id="rId55" Type="http://schemas.openxmlformats.org/officeDocument/2006/relationships/image" Target="../media/image3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9" Type="http://schemas.openxmlformats.org/officeDocument/2006/relationships/image" Target="../media/image18.png"/><Relationship Id="rId11" Type="http://schemas.openxmlformats.org/officeDocument/2006/relationships/customXml" Target="../ink/ink5.xml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2.png"/><Relationship Id="rId40" Type="http://schemas.openxmlformats.org/officeDocument/2006/relationships/image" Target="../media/image24.png"/><Relationship Id="rId45" Type="http://schemas.openxmlformats.org/officeDocument/2006/relationships/image" Target="../media/image28.png"/><Relationship Id="rId53" Type="http://schemas.openxmlformats.org/officeDocument/2006/relationships/image" Target="../media/image32.png"/><Relationship Id="rId5" Type="http://schemas.openxmlformats.org/officeDocument/2006/relationships/image" Target="../media/image6.png"/><Relationship Id="rId19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7.png"/><Relationship Id="rId30" Type="http://schemas.openxmlformats.org/officeDocument/2006/relationships/customXml" Target="../ink/ink14.xml"/><Relationship Id="rId35" Type="http://schemas.openxmlformats.org/officeDocument/2006/relationships/image" Target="../media/image21.png"/><Relationship Id="rId43" Type="http://schemas.openxmlformats.org/officeDocument/2006/relationships/image" Target="../media/image27.png"/><Relationship Id="rId48" Type="http://schemas.openxmlformats.org/officeDocument/2006/relationships/customXml" Target="../ink/ink21.xml"/><Relationship Id="rId56" Type="http://schemas.openxmlformats.org/officeDocument/2006/relationships/image" Target="../media/image34.png"/><Relationship Id="rId8" Type="http://schemas.openxmlformats.org/officeDocument/2006/relationships/customXml" Target="../ink/ink3.xml"/><Relationship Id="rId51" Type="http://schemas.openxmlformats.org/officeDocument/2006/relationships/image" Target="../media/image31.png"/><Relationship Id="rId3" Type="http://schemas.openxmlformats.org/officeDocument/2006/relationships/image" Target="../media/image5.jpe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8.xml"/><Relationship Id="rId46" Type="http://schemas.openxmlformats.org/officeDocument/2006/relationships/customXml" Target="../ink/ink20.xml"/><Relationship Id="rId20" Type="http://schemas.openxmlformats.org/officeDocument/2006/relationships/customXml" Target="../ink/ink9.xml"/><Relationship Id="rId41" Type="http://schemas.openxmlformats.org/officeDocument/2006/relationships/image" Target="../media/image25.png"/><Relationship Id="rId54" Type="http://schemas.openxmlformats.org/officeDocument/2006/relationships/customXml" Target="../ink/ink2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0.png"/><Relationship Id="rId57" Type="http://schemas.openxmlformats.org/officeDocument/2006/relationships/image" Target="../media/image35.png"/><Relationship Id="rId10" Type="http://schemas.openxmlformats.org/officeDocument/2006/relationships/customXml" Target="../ink/ink4.xml"/><Relationship Id="rId31" Type="http://schemas.openxmlformats.org/officeDocument/2006/relationships/image" Target="../media/image19.png"/><Relationship Id="rId44" Type="http://schemas.openxmlformats.org/officeDocument/2006/relationships/customXml" Target="../ink/ink19.xml"/><Relationship Id="rId52" Type="http://schemas.openxmlformats.org/officeDocument/2006/relationships/customXml" Target="../ink/ink2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customXml" Target="../ink/ink34.xml"/><Relationship Id="rId42" Type="http://schemas.openxmlformats.org/officeDocument/2006/relationships/customXml" Target="../ink/ink44.xml"/><Relationship Id="rId47" Type="http://schemas.openxmlformats.org/officeDocument/2006/relationships/customXml" Target="../ink/ink46.xml"/><Relationship Id="rId63" Type="http://schemas.openxmlformats.org/officeDocument/2006/relationships/customXml" Target="../ink/ink54.xml"/><Relationship Id="rId68" Type="http://schemas.openxmlformats.org/officeDocument/2006/relationships/image" Target="../media/image68.png"/><Relationship Id="rId16" Type="http://schemas.openxmlformats.org/officeDocument/2006/relationships/image" Target="../media/image42.png"/><Relationship Id="rId11" Type="http://schemas.openxmlformats.org/officeDocument/2006/relationships/customXml" Target="../ink/ink29.xml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37" Type="http://schemas.openxmlformats.org/officeDocument/2006/relationships/image" Target="../media/image52.png"/><Relationship Id="rId40" Type="http://schemas.openxmlformats.org/officeDocument/2006/relationships/customXml" Target="../ink/ink43.xml"/><Relationship Id="rId45" Type="http://schemas.openxmlformats.org/officeDocument/2006/relationships/customXml" Target="../ink/ink45.xml"/><Relationship Id="rId53" Type="http://schemas.openxmlformats.org/officeDocument/2006/relationships/customXml" Target="../ink/ink49.xml"/><Relationship Id="rId58" Type="http://schemas.openxmlformats.org/officeDocument/2006/relationships/image" Target="../media/image63.png"/><Relationship Id="rId66" Type="http://schemas.openxmlformats.org/officeDocument/2006/relationships/image" Target="../media/image67.png"/><Relationship Id="rId74" Type="http://schemas.openxmlformats.org/officeDocument/2006/relationships/image" Target="../media/image71.png"/><Relationship Id="rId5" Type="http://schemas.openxmlformats.org/officeDocument/2006/relationships/customXml" Target="../ink/ink26.xml"/><Relationship Id="rId61" Type="http://schemas.openxmlformats.org/officeDocument/2006/relationships/customXml" Target="../ink/ink53.xml"/><Relationship Id="rId19" Type="http://schemas.openxmlformats.org/officeDocument/2006/relationships/customXml" Target="../ink/ink33.xml"/><Relationship Id="rId14" Type="http://schemas.openxmlformats.org/officeDocument/2006/relationships/image" Target="../media/image41.png"/><Relationship Id="rId22" Type="http://schemas.openxmlformats.org/officeDocument/2006/relationships/image" Target="../media/image45.png"/><Relationship Id="rId27" Type="http://schemas.openxmlformats.org/officeDocument/2006/relationships/customXml" Target="../ink/ink37.xml"/><Relationship Id="rId30" Type="http://schemas.openxmlformats.org/officeDocument/2006/relationships/image" Target="../media/image49.png"/><Relationship Id="rId35" Type="http://schemas.openxmlformats.org/officeDocument/2006/relationships/image" Target="../media/image24.png"/><Relationship Id="rId43" Type="http://schemas.openxmlformats.org/officeDocument/2006/relationships/image" Target="../media/image55.png"/><Relationship Id="rId48" Type="http://schemas.openxmlformats.org/officeDocument/2006/relationships/image" Target="../media/image58.png"/><Relationship Id="rId56" Type="http://schemas.openxmlformats.org/officeDocument/2006/relationships/image" Target="../media/image62.png"/><Relationship Id="rId64" Type="http://schemas.openxmlformats.org/officeDocument/2006/relationships/image" Target="../media/image66.png"/><Relationship Id="rId69" Type="http://schemas.openxmlformats.org/officeDocument/2006/relationships/customXml" Target="../ink/ink57.xml"/><Relationship Id="rId77" Type="http://schemas.openxmlformats.org/officeDocument/2006/relationships/customXml" Target="../ink/ink61.xml"/><Relationship Id="rId8" Type="http://schemas.openxmlformats.org/officeDocument/2006/relationships/image" Target="../media/image38.png"/><Relationship Id="rId51" Type="http://schemas.openxmlformats.org/officeDocument/2006/relationships/customXml" Target="../ink/ink48.xml"/><Relationship Id="rId72" Type="http://schemas.openxmlformats.org/officeDocument/2006/relationships/image" Target="../media/image70.png"/><Relationship Id="rId3" Type="http://schemas.openxmlformats.org/officeDocument/2006/relationships/customXml" Target="../ink/ink25.xml"/><Relationship Id="rId12" Type="http://schemas.openxmlformats.org/officeDocument/2006/relationships/image" Target="../media/image40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customXml" Target="../ink/ink42.xml"/><Relationship Id="rId46" Type="http://schemas.openxmlformats.org/officeDocument/2006/relationships/image" Target="../media/image57.png"/><Relationship Id="rId59" Type="http://schemas.openxmlformats.org/officeDocument/2006/relationships/customXml" Target="../ink/ink52.xml"/><Relationship Id="rId67" Type="http://schemas.openxmlformats.org/officeDocument/2006/relationships/customXml" Target="../ink/ink56.xml"/><Relationship Id="rId20" Type="http://schemas.openxmlformats.org/officeDocument/2006/relationships/image" Target="../media/image44.png"/><Relationship Id="rId41" Type="http://schemas.openxmlformats.org/officeDocument/2006/relationships/image" Target="../media/image54.png"/><Relationship Id="rId54" Type="http://schemas.openxmlformats.org/officeDocument/2006/relationships/image" Target="../media/image61.png"/><Relationship Id="rId62" Type="http://schemas.openxmlformats.org/officeDocument/2006/relationships/image" Target="../media/image65.png"/><Relationship Id="rId70" Type="http://schemas.openxmlformats.org/officeDocument/2006/relationships/image" Target="../media/image69.png"/><Relationship Id="rId75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48.png"/><Relationship Id="rId36" Type="http://schemas.openxmlformats.org/officeDocument/2006/relationships/customXml" Target="../ink/ink41.xml"/><Relationship Id="rId49" Type="http://schemas.openxmlformats.org/officeDocument/2006/relationships/customXml" Target="../ink/ink47.xml"/><Relationship Id="rId57" Type="http://schemas.openxmlformats.org/officeDocument/2006/relationships/customXml" Target="../ink/ink51.xml"/><Relationship Id="rId10" Type="http://schemas.openxmlformats.org/officeDocument/2006/relationships/image" Target="../media/image39.png"/><Relationship Id="rId31" Type="http://schemas.openxmlformats.org/officeDocument/2006/relationships/customXml" Target="../ink/ink39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60" Type="http://schemas.openxmlformats.org/officeDocument/2006/relationships/image" Target="../media/image64.png"/><Relationship Id="rId65" Type="http://schemas.openxmlformats.org/officeDocument/2006/relationships/customXml" Target="../ink/ink55.xml"/><Relationship Id="rId73" Type="http://schemas.openxmlformats.org/officeDocument/2006/relationships/customXml" Target="../ink/ink59.xml"/><Relationship Id="rId78" Type="http://schemas.openxmlformats.org/officeDocument/2006/relationships/image" Target="../media/image73.png"/><Relationship Id="rId4" Type="http://schemas.openxmlformats.org/officeDocument/2006/relationships/image" Target="../media/image36.png"/><Relationship Id="rId9" Type="http://schemas.openxmlformats.org/officeDocument/2006/relationships/customXml" Target="../ink/ink28.xml"/><Relationship Id="rId13" Type="http://schemas.openxmlformats.org/officeDocument/2006/relationships/customXml" Target="../ink/ink30.xml"/><Relationship Id="rId18" Type="http://schemas.openxmlformats.org/officeDocument/2006/relationships/image" Target="../media/image43.png"/><Relationship Id="rId39" Type="http://schemas.openxmlformats.org/officeDocument/2006/relationships/image" Target="../media/image53.png"/><Relationship Id="rId34" Type="http://schemas.openxmlformats.org/officeDocument/2006/relationships/image" Target="../media/image51.png"/><Relationship Id="rId50" Type="http://schemas.openxmlformats.org/officeDocument/2006/relationships/image" Target="../media/image59.png"/><Relationship Id="rId55" Type="http://schemas.openxmlformats.org/officeDocument/2006/relationships/customXml" Target="../ink/ink50.xml"/><Relationship Id="rId76" Type="http://schemas.openxmlformats.org/officeDocument/2006/relationships/image" Target="../media/image72.png"/><Relationship Id="rId7" Type="http://schemas.openxmlformats.org/officeDocument/2006/relationships/customXml" Target="../ink/ink27.xml"/><Relationship Id="rId71" Type="http://schemas.openxmlformats.org/officeDocument/2006/relationships/customXml" Target="../ink/ink58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38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customXml" Target="../ink/ink71.xml"/><Relationship Id="rId34" Type="http://schemas.openxmlformats.org/officeDocument/2006/relationships/image" Target="../media/image51.png"/><Relationship Id="rId42" Type="http://schemas.openxmlformats.org/officeDocument/2006/relationships/customXml" Target="../ink/ink81.xml"/><Relationship Id="rId47" Type="http://schemas.openxmlformats.org/officeDocument/2006/relationships/customXml" Target="../ink/ink83.xml"/><Relationship Id="rId50" Type="http://schemas.openxmlformats.org/officeDocument/2006/relationships/image" Target="../media/image59.png"/><Relationship Id="rId55" Type="http://schemas.openxmlformats.org/officeDocument/2006/relationships/image" Target="../media/image75.png"/><Relationship Id="rId63" Type="http://schemas.openxmlformats.org/officeDocument/2006/relationships/image" Target="../media/image79.png"/><Relationship Id="rId68" Type="http://schemas.openxmlformats.org/officeDocument/2006/relationships/image" Target="../media/image36.jpeg"/><Relationship Id="rId7" Type="http://schemas.openxmlformats.org/officeDocument/2006/relationships/customXml" Target="../ink/ink64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2.png"/><Relationship Id="rId29" Type="http://schemas.openxmlformats.org/officeDocument/2006/relationships/customXml" Target="../ink/ink75.xml"/><Relationship Id="rId11" Type="http://schemas.openxmlformats.org/officeDocument/2006/relationships/customXml" Target="../ink/ink66.xml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37" Type="http://schemas.openxmlformats.org/officeDocument/2006/relationships/image" Target="../media/image52.png"/><Relationship Id="rId40" Type="http://schemas.openxmlformats.org/officeDocument/2006/relationships/customXml" Target="../ink/ink80.xml"/><Relationship Id="rId45" Type="http://schemas.openxmlformats.org/officeDocument/2006/relationships/customXml" Target="../ink/ink82.xml"/><Relationship Id="rId53" Type="http://schemas.openxmlformats.org/officeDocument/2006/relationships/image" Target="../media/image74.png"/><Relationship Id="rId58" Type="http://schemas.openxmlformats.org/officeDocument/2006/relationships/customXml" Target="../ink/ink88.xml"/><Relationship Id="rId66" Type="http://schemas.openxmlformats.org/officeDocument/2006/relationships/customXml" Target="../ink/ink92.xml"/><Relationship Id="rId5" Type="http://schemas.openxmlformats.org/officeDocument/2006/relationships/customXml" Target="../ink/ink63.xml"/><Relationship Id="rId61" Type="http://schemas.openxmlformats.org/officeDocument/2006/relationships/image" Target="../media/image78.png"/><Relationship Id="rId19" Type="http://schemas.openxmlformats.org/officeDocument/2006/relationships/customXml" Target="../ink/ink70.xml"/><Relationship Id="rId14" Type="http://schemas.openxmlformats.org/officeDocument/2006/relationships/image" Target="../media/image41.png"/><Relationship Id="rId22" Type="http://schemas.openxmlformats.org/officeDocument/2006/relationships/image" Target="../media/image45.png"/><Relationship Id="rId27" Type="http://schemas.openxmlformats.org/officeDocument/2006/relationships/customXml" Target="../ink/ink74.xml"/><Relationship Id="rId30" Type="http://schemas.openxmlformats.org/officeDocument/2006/relationships/image" Target="../media/image49.png"/><Relationship Id="rId35" Type="http://schemas.openxmlformats.org/officeDocument/2006/relationships/image" Target="../media/image24.png"/><Relationship Id="rId43" Type="http://schemas.openxmlformats.org/officeDocument/2006/relationships/image" Target="../media/image55.png"/><Relationship Id="rId48" Type="http://schemas.openxmlformats.org/officeDocument/2006/relationships/image" Target="../media/image58.png"/><Relationship Id="rId56" Type="http://schemas.openxmlformats.org/officeDocument/2006/relationships/customXml" Target="../ink/ink87.xml"/><Relationship Id="rId64" Type="http://schemas.openxmlformats.org/officeDocument/2006/relationships/customXml" Target="../ink/ink91.xml"/><Relationship Id="rId8" Type="http://schemas.openxmlformats.org/officeDocument/2006/relationships/image" Target="../media/image38.png"/><Relationship Id="rId51" Type="http://schemas.openxmlformats.org/officeDocument/2006/relationships/customXml" Target="../ink/ink85.xml"/><Relationship Id="rId3" Type="http://schemas.openxmlformats.org/officeDocument/2006/relationships/customXml" Target="../ink/ink62.xml"/><Relationship Id="rId12" Type="http://schemas.openxmlformats.org/officeDocument/2006/relationships/image" Target="../media/image40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33" Type="http://schemas.openxmlformats.org/officeDocument/2006/relationships/customXml" Target="../ink/ink77.xml"/><Relationship Id="rId38" Type="http://schemas.openxmlformats.org/officeDocument/2006/relationships/customXml" Target="../ink/ink79.xml"/><Relationship Id="rId46" Type="http://schemas.openxmlformats.org/officeDocument/2006/relationships/image" Target="../media/image57.png"/><Relationship Id="rId59" Type="http://schemas.openxmlformats.org/officeDocument/2006/relationships/image" Target="../media/image77.png"/><Relationship Id="rId67" Type="http://schemas.openxmlformats.org/officeDocument/2006/relationships/image" Target="../media/image81.png"/><Relationship Id="rId20" Type="http://schemas.openxmlformats.org/officeDocument/2006/relationships/image" Target="../media/image44.png"/><Relationship Id="rId41" Type="http://schemas.openxmlformats.org/officeDocument/2006/relationships/image" Target="../media/image54.png"/><Relationship Id="rId54" Type="http://schemas.openxmlformats.org/officeDocument/2006/relationships/customXml" Target="../ink/ink86.xml"/><Relationship Id="rId62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48.png"/><Relationship Id="rId36" Type="http://schemas.openxmlformats.org/officeDocument/2006/relationships/customXml" Target="../ink/ink78.xml"/><Relationship Id="rId49" Type="http://schemas.openxmlformats.org/officeDocument/2006/relationships/customXml" Target="../ink/ink84.xml"/><Relationship Id="rId57" Type="http://schemas.openxmlformats.org/officeDocument/2006/relationships/image" Target="../media/image76.png"/><Relationship Id="rId10" Type="http://schemas.openxmlformats.org/officeDocument/2006/relationships/image" Target="../media/image39.png"/><Relationship Id="rId31" Type="http://schemas.openxmlformats.org/officeDocument/2006/relationships/customXml" Target="../ink/ink76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60" Type="http://schemas.openxmlformats.org/officeDocument/2006/relationships/customXml" Target="../ink/ink89.xml"/><Relationship Id="rId65" Type="http://schemas.openxmlformats.org/officeDocument/2006/relationships/image" Target="../media/image80.png"/><Relationship Id="rId4" Type="http://schemas.openxmlformats.org/officeDocument/2006/relationships/image" Target="../media/image36.png"/><Relationship Id="rId9" Type="http://schemas.openxmlformats.org/officeDocument/2006/relationships/customXml" Target="../ink/ink65.xml"/><Relationship Id="rId13" Type="http://schemas.openxmlformats.org/officeDocument/2006/relationships/customXml" Target="../ink/ink67.xml"/><Relationship Id="rId18" Type="http://schemas.openxmlformats.org/officeDocument/2006/relationships/image" Target="../media/image43.png"/><Relationship Id="rId39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customXml" Target="../ink/ink102.xml"/><Relationship Id="rId42" Type="http://schemas.openxmlformats.org/officeDocument/2006/relationships/customXml" Target="../ink/ink112.xml"/><Relationship Id="rId47" Type="http://schemas.openxmlformats.org/officeDocument/2006/relationships/customXml" Target="../ink/ink114.xml"/><Relationship Id="rId63" Type="http://schemas.openxmlformats.org/officeDocument/2006/relationships/customXml" Target="../ink/ink121.xml"/><Relationship Id="rId68" Type="http://schemas.openxmlformats.org/officeDocument/2006/relationships/image" Target="../media/image9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2.png"/><Relationship Id="rId29" Type="http://schemas.openxmlformats.org/officeDocument/2006/relationships/customXml" Target="../ink/ink106.xml"/><Relationship Id="rId11" Type="http://schemas.openxmlformats.org/officeDocument/2006/relationships/customXml" Target="../ink/ink97.xml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37" Type="http://schemas.openxmlformats.org/officeDocument/2006/relationships/image" Target="../media/image52.png"/><Relationship Id="rId40" Type="http://schemas.openxmlformats.org/officeDocument/2006/relationships/customXml" Target="../ink/ink111.xml"/><Relationship Id="rId45" Type="http://schemas.openxmlformats.org/officeDocument/2006/relationships/customXml" Target="../ink/ink113.xml"/><Relationship Id="rId53" Type="http://schemas.openxmlformats.org/officeDocument/2006/relationships/image" Target="../media/image83.png"/><Relationship Id="rId58" Type="http://schemas.openxmlformats.org/officeDocument/2006/relationships/image" Target="../media/image86.png"/><Relationship Id="rId66" Type="http://schemas.openxmlformats.org/officeDocument/2006/relationships/image" Target="../media/image90.png"/><Relationship Id="rId74" Type="http://schemas.openxmlformats.org/officeDocument/2006/relationships/image" Target="../media/image94.png"/><Relationship Id="rId5" Type="http://schemas.openxmlformats.org/officeDocument/2006/relationships/customXml" Target="../ink/ink94.xml"/><Relationship Id="rId61" Type="http://schemas.openxmlformats.org/officeDocument/2006/relationships/customXml" Target="../ink/ink120.xml"/><Relationship Id="rId19" Type="http://schemas.openxmlformats.org/officeDocument/2006/relationships/customXml" Target="../ink/ink101.xml"/><Relationship Id="rId14" Type="http://schemas.openxmlformats.org/officeDocument/2006/relationships/image" Target="../media/image41.png"/><Relationship Id="rId22" Type="http://schemas.openxmlformats.org/officeDocument/2006/relationships/image" Target="../media/image45.png"/><Relationship Id="rId27" Type="http://schemas.openxmlformats.org/officeDocument/2006/relationships/customXml" Target="../ink/ink105.xml"/><Relationship Id="rId30" Type="http://schemas.openxmlformats.org/officeDocument/2006/relationships/image" Target="../media/image49.png"/><Relationship Id="rId35" Type="http://schemas.openxmlformats.org/officeDocument/2006/relationships/image" Target="../media/image24.png"/><Relationship Id="rId43" Type="http://schemas.openxmlformats.org/officeDocument/2006/relationships/image" Target="../media/image55.png"/><Relationship Id="rId48" Type="http://schemas.openxmlformats.org/officeDocument/2006/relationships/image" Target="../media/image58.png"/><Relationship Id="rId56" Type="http://schemas.openxmlformats.org/officeDocument/2006/relationships/image" Target="../media/image85.png"/><Relationship Id="rId64" Type="http://schemas.openxmlformats.org/officeDocument/2006/relationships/image" Target="../media/image89.png"/><Relationship Id="rId69" Type="http://schemas.openxmlformats.org/officeDocument/2006/relationships/customXml" Target="../ink/ink124.xml"/><Relationship Id="rId8" Type="http://schemas.openxmlformats.org/officeDocument/2006/relationships/image" Target="../media/image38.png"/><Relationship Id="rId51" Type="http://schemas.openxmlformats.org/officeDocument/2006/relationships/customXml" Target="../ink/ink116.xml"/><Relationship Id="rId72" Type="http://schemas.openxmlformats.org/officeDocument/2006/relationships/image" Target="../media/image93.png"/><Relationship Id="rId3" Type="http://schemas.openxmlformats.org/officeDocument/2006/relationships/customXml" Target="../ink/ink93.xml"/><Relationship Id="rId12" Type="http://schemas.openxmlformats.org/officeDocument/2006/relationships/image" Target="../media/image40.png"/><Relationship Id="rId17" Type="http://schemas.openxmlformats.org/officeDocument/2006/relationships/customXml" Target="../ink/ink100.xml"/><Relationship Id="rId25" Type="http://schemas.openxmlformats.org/officeDocument/2006/relationships/customXml" Target="../ink/ink104.xml"/><Relationship Id="rId33" Type="http://schemas.openxmlformats.org/officeDocument/2006/relationships/customXml" Target="../ink/ink108.xml"/><Relationship Id="rId38" Type="http://schemas.openxmlformats.org/officeDocument/2006/relationships/customXml" Target="../ink/ink110.xml"/><Relationship Id="rId46" Type="http://schemas.openxmlformats.org/officeDocument/2006/relationships/image" Target="../media/image57.png"/><Relationship Id="rId59" Type="http://schemas.openxmlformats.org/officeDocument/2006/relationships/customXml" Target="../ink/ink119.xml"/><Relationship Id="rId67" Type="http://schemas.openxmlformats.org/officeDocument/2006/relationships/customXml" Target="../ink/ink123.xml"/><Relationship Id="rId20" Type="http://schemas.openxmlformats.org/officeDocument/2006/relationships/image" Target="../media/image44.png"/><Relationship Id="rId41" Type="http://schemas.openxmlformats.org/officeDocument/2006/relationships/image" Target="../media/image54.png"/><Relationship Id="rId54" Type="http://schemas.openxmlformats.org/officeDocument/2006/relationships/image" Target="../media/image84.png"/><Relationship Id="rId62" Type="http://schemas.openxmlformats.org/officeDocument/2006/relationships/image" Target="../media/image88.png"/><Relationship Id="rId70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customXml" Target="../ink/ink99.xml"/><Relationship Id="rId23" Type="http://schemas.openxmlformats.org/officeDocument/2006/relationships/customXml" Target="../ink/ink103.xml"/><Relationship Id="rId28" Type="http://schemas.openxmlformats.org/officeDocument/2006/relationships/image" Target="../media/image48.png"/><Relationship Id="rId36" Type="http://schemas.openxmlformats.org/officeDocument/2006/relationships/customXml" Target="../ink/ink109.xml"/><Relationship Id="rId49" Type="http://schemas.openxmlformats.org/officeDocument/2006/relationships/customXml" Target="../ink/ink115.xml"/><Relationship Id="rId57" Type="http://schemas.openxmlformats.org/officeDocument/2006/relationships/customXml" Target="../ink/ink118.xml"/><Relationship Id="rId10" Type="http://schemas.openxmlformats.org/officeDocument/2006/relationships/image" Target="../media/image39.png"/><Relationship Id="rId31" Type="http://schemas.openxmlformats.org/officeDocument/2006/relationships/customXml" Target="../ink/ink107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60" Type="http://schemas.openxmlformats.org/officeDocument/2006/relationships/image" Target="../media/image87.png"/><Relationship Id="rId65" Type="http://schemas.openxmlformats.org/officeDocument/2006/relationships/customXml" Target="../ink/ink122.xml"/><Relationship Id="rId73" Type="http://schemas.openxmlformats.org/officeDocument/2006/relationships/customXml" Target="../ink/ink126.xml"/><Relationship Id="rId4" Type="http://schemas.openxmlformats.org/officeDocument/2006/relationships/image" Target="../media/image36.png"/><Relationship Id="rId9" Type="http://schemas.openxmlformats.org/officeDocument/2006/relationships/customXml" Target="../ink/ink96.xml"/><Relationship Id="rId13" Type="http://schemas.openxmlformats.org/officeDocument/2006/relationships/customXml" Target="../ink/ink98.xml"/><Relationship Id="rId18" Type="http://schemas.openxmlformats.org/officeDocument/2006/relationships/image" Target="../media/image43.png"/><Relationship Id="rId39" Type="http://schemas.openxmlformats.org/officeDocument/2006/relationships/image" Target="../media/image53.png"/><Relationship Id="rId34" Type="http://schemas.openxmlformats.org/officeDocument/2006/relationships/image" Target="../media/image51.png"/><Relationship Id="rId50" Type="http://schemas.openxmlformats.org/officeDocument/2006/relationships/image" Target="../media/image59.png"/><Relationship Id="rId55" Type="http://schemas.openxmlformats.org/officeDocument/2006/relationships/customXml" Target="../ink/ink117.xml"/><Relationship Id="rId7" Type="http://schemas.openxmlformats.org/officeDocument/2006/relationships/customXml" Target="../ink/ink95.xml"/><Relationship Id="rId71" Type="http://schemas.openxmlformats.org/officeDocument/2006/relationships/customXml" Target="../ink/ink1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8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1.xml"/><Relationship Id="rId18" Type="http://schemas.openxmlformats.org/officeDocument/2006/relationships/image" Target="../media/image107.png"/><Relationship Id="rId26" Type="http://schemas.openxmlformats.org/officeDocument/2006/relationships/image" Target="../media/image111.png"/><Relationship Id="rId39" Type="http://schemas.openxmlformats.org/officeDocument/2006/relationships/customXml" Target="../ink/ink144.xml"/><Relationship Id="rId21" Type="http://schemas.openxmlformats.org/officeDocument/2006/relationships/customXml" Target="../ink/ink135.xml"/><Relationship Id="rId34" Type="http://schemas.openxmlformats.org/officeDocument/2006/relationships/image" Target="../media/image115.png"/><Relationship Id="rId42" Type="http://schemas.openxmlformats.org/officeDocument/2006/relationships/image" Target="../media/image119.png"/><Relationship Id="rId47" Type="http://schemas.openxmlformats.org/officeDocument/2006/relationships/image" Target="../media/image122.png"/><Relationship Id="rId50" Type="http://schemas.openxmlformats.org/officeDocument/2006/relationships/image" Target="../media/image101.svg"/><Relationship Id="rId55" Type="http://schemas.openxmlformats.org/officeDocument/2006/relationships/image" Target="../media/image128.png"/><Relationship Id="rId63" Type="http://schemas.openxmlformats.org/officeDocument/2006/relationships/image" Target="../media/image132.png"/><Relationship Id="rId7" Type="http://schemas.openxmlformats.org/officeDocument/2006/relationships/customXml" Target="../ink/ink128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6.png"/><Relationship Id="rId29" Type="http://schemas.openxmlformats.org/officeDocument/2006/relationships/customXml" Target="../ink/ink139.xml"/><Relationship Id="rId11" Type="http://schemas.openxmlformats.org/officeDocument/2006/relationships/customXml" Target="../ink/ink130.xml"/><Relationship Id="rId24" Type="http://schemas.openxmlformats.org/officeDocument/2006/relationships/image" Target="../media/image110.png"/><Relationship Id="rId32" Type="http://schemas.openxmlformats.org/officeDocument/2006/relationships/image" Target="../media/image114.png"/><Relationship Id="rId37" Type="http://schemas.openxmlformats.org/officeDocument/2006/relationships/customXml" Target="../ink/ink143.xml"/><Relationship Id="rId40" Type="http://schemas.openxmlformats.org/officeDocument/2006/relationships/image" Target="../media/image118.png"/><Relationship Id="rId45" Type="http://schemas.openxmlformats.org/officeDocument/2006/relationships/customXml" Target="../ink/ink147.xml"/><Relationship Id="rId53" Type="http://schemas.openxmlformats.org/officeDocument/2006/relationships/image" Target="../media/image127.png"/><Relationship Id="rId58" Type="http://schemas.openxmlformats.org/officeDocument/2006/relationships/customXml" Target="../ink/ink151.xml"/><Relationship Id="rId5" Type="http://schemas.openxmlformats.org/officeDocument/2006/relationships/customXml" Target="../ink/ink127.xml"/><Relationship Id="rId61" Type="http://schemas.openxmlformats.org/officeDocument/2006/relationships/image" Target="../media/image131.png"/><Relationship Id="rId19" Type="http://schemas.openxmlformats.org/officeDocument/2006/relationships/customXml" Target="../ink/ink134.xml"/><Relationship Id="rId14" Type="http://schemas.openxmlformats.org/officeDocument/2006/relationships/image" Target="../media/image105.png"/><Relationship Id="rId22" Type="http://schemas.openxmlformats.org/officeDocument/2006/relationships/image" Target="../media/image109.png"/><Relationship Id="rId27" Type="http://schemas.openxmlformats.org/officeDocument/2006/relationships/customXml" Target="../ink/ink138.xml"/><Relationship Id="rId30" Type="http://schemas.openxmlformats.org/officeDocument/2006/relationships/image" Target="../media/image113.png"/><Relationship Id="rId35" Type="http://schemas.openxmlformats.org/officeDocument/2006/relationships/customXml" Target="../ink/ink142.xml"/><Relationship Id="rId43" Type="http://schemas.openxmlformats.org/officeDocument/2006/relationships/customXml" Target="../ink/ink146.xml"/><Relationship Id="rId48" Type="http://schemas.openxmlformats.org/officeDocument/2006/relationships/image" Target="../media/image123.png"/><Relationship Id="rId56" Type="http://schemas.openxmlformats.org/officeDocument/2006/relationships/customXml" Target="../ink/ink150.xml"/><Relationship Id="rId8" Type="http://schemas.openxmlformats.org/officeDocument/2006/relationships/image" Target="../media/image102.png"/><Relationship Id="rId51" Type="http://schemas.openxmlformats.org/officeDocument/2006/relationships/image" Target="../media/image126.png"/><Relationship Id="rId3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customXml" Target="../ink/ink133.xml"/><Relationship Id="rId25" Type="http://schemas.openxmlformats.org/officeDocument/2006/relationships/customXml" Target="../ink/ink137.xml"/><Relationship Id="rId33" Type="http://schemas.openxmlformats.org/officeDocument/2006/relationships/customXml" Target="../ink/ink141.xml"/><Relationship Id="rId38" Type="http://schemas.openxmlformats.org/officeDocument/2006/relationships/image" Target="../media/image117.png"/><Relationship Id="rId46" Type="http://schemas.openxmlformats.org/officeDocument/2006/relationships/image" Target="../media/image121.png"/><Relationship Id="rId59" Type="http://schemas.openxmlformats.org/officeDocument/2006/relationships/image" Target="../media/image130.png"/><Relationship Id="rId20" Type="http://schemas.openxmlformats.org/officeDocument/2006/relationships/image" Target="../media/image108.png"/><Relationship Id="rId41" Type="http://schemas.openxmlformats.org/officeDocument/2006/relationships/customXml" Target="../ink/ink145.xml"/><Relationship Id="rId54" Type="http://schemas.openxmlformats.org/officeDocument/2006/relationships/customXml" Target="../ink/ink149.xml"/><Relationship Id="rId62" Type="http://schemas.openxmlformats.org/officeDocument/2006/relationships/customXml" Target="../ink/ink1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5" Type="http://schemas.openxmlformats.org/officeDocument/2006/relationships/customXml" Target="../ink/ink132.xml"/><Relationship Id="rId23" Type="http://schemas.openxmlformats.org/officeDocument/2006/relationships/customXml" Target="../ink/ink136.xml"/><Relationship Id="rId28" Type="http://schemas.openxmlformats.org/officeDocument/2006/relationships/image" Target="../media/image112.png"/><Relationship Id="rId36" Type="http://schemas.openxmlformats.org/officeDocument/2006/relationships/image" Target="../media/image116.png"/><Relationship Id="rId49" Type="http://schemas.openxmlformats.org/officeDocument/2006/relationships/image" Target="../media/image100.png"/><Relationship Id="rId57" Type="http://schemas.openxmlformats.org/officeDocument/2006/relationships/image" Target="../media/image129.png"/><Relationship Id="rId10" Type="http://schemas.openxmlformats.org/officeDocument/2006/relationships/image" Target="../media/image103.png"/><Relationship Id="rId31" Type="http://schemas.openxmlformats.org/officeDocument/2006/relationships/customXml" Target="../ink/ink140.xml"/><Relationship Id="rId44" Type="http://schemas.openxmlformats.org/officeDocument/2006/relationships/image" Target="../media/image120.png"/><Relationship Id="rId52" Type="http://schemas.openxmlformats.org/officeDocument/2006/relationships/customXml" Target="../ink/ink148.xml"/><Relationship Id="rId60" Type="http://schemas.openxmlformats.org/officeDocument/2006/relationships/customXml" Target="../ink/ink152.xml"/><Relationship Id="rId4" Type="http://schemas.openxmlformats.org/officeDocument/2006/relationships/image" Target="../media/image98.png"/><Relationship Id="rId9" Type="http://schemas.openxmlformats.org/officeDocument/2006/relationships/customXml" Target="../ink/ink12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customXml" Target="../ink/ink155.xml"/><Relationship Id="rId18" Type="http://schemas.openxmlformats.org/officeDocument/2006/relationships/image" Target="../media/image140.png"/><Relationship Id="rId3" Type="http://schemas.openxmlformats.org/officeDocument/2006/relationships/image" Target="../media/image99.png"/><Relationship Id="rId21" Type="http://schemas.openxmlformats.org/officeDocument/2006/relationships/image" Target="../media/image98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17" Type="http://schemas.openxmlformats.org/officeDocument/2006/relationships/customXml" Target="../ink/ink157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9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customXml" Target="../ink/ink154.xml"/><Relationship Id="rId5" Type="http://schemas.openxmlformats.org/officeDocument/2006/relationships/image" Target="../media/image126.png"/><Relationship Id="rId15" Type="http://schemas.openxmlformats.org/officeDocument/2006/relationships/customXml" Target="../ink/ink156.xml"/><Relationship Id="rId10" Type="http://schemas.openxmlformats.org/officeDocument/2006/relationships/image" Target="../media/image125.svg"/><Relationship Id="rId19" Type="http://schemas.openxmlformats.org/officeDocument/2006/relationships/customXml" Target="../ink/ink158.xml"/><Relationship Id="rId9" Type="http://schemas.openxmlformats.org/officeDocument/2006/relationships/image" Target="../media/image124.png"/><Relationship Id="rId14" Type="http://schemas.openxmlformats.org/officeDocument/2006/relationships/image" Target="../media/image1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customXml" Target="../ink/ink166.xml"/><Relationship Id="rId26" Type="http://schemas.openxmlformats.org/officeDocument/2006/relationships/image" Target="../media/image147.png"/><Relationship Id="rId21" Type="http://schemas.openxmlformats.org/officeDocument/2006/relationships/image" Target="../media/image119.png"/><Relationship Id="rId34" Type="http://schemas.openxmlformats.org/officeDocument/2006/relationships/customXml" Target="../ink/ink173.xml"/><Relationship Id="rId7" Type="http://schemas.openxmlformats.org/officeDocument/2006/relationships/image" Target="../media/image112.png"/><Relationship Id="rId12" Type="http://schemas.openxmlformats.org/officeDocument/2006/relationships/customXml" Target="../ink/ink163.xml"/><Relationship Id="rId17" Type="http://schemas.openxmlformats.org/officeDocument/2006/relationships/image" Target="../media/image117.png"/><Relationship Id="rId25" Type="http://schemas.openxmlformats.org/officeDocument/2006/relationships/image" Target="../media/image121.png"/><Relationship Id="rId33" Type="http://schemas.openxmlformats.org/officeDocument/2006/relationships/image" Target="../media/image151.png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165.xml"/><Relationship Id="rId20" Type="http://schemas.openxmlformats.org/officeDocument/2006/relationships/customXml" Target="../ink/ink167.xml"/><Relationship Id="rId29" Type="http://schemas.openxmlformats.org/officeDocument/2006/relationships/image" Target="../media/image149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60.xml"/><Relationship Id="rId11" Type="http://schemas.openxmlformats.org/officeDocument/2006/relationships/image" Target="../media/image114.png"/><Relationship Id="rId24" Type="http://schemas.openxmlformats.org/officeDocument/2006/relationships/customXml" Target="../ink/ink169.xml"/><Relationship Id="rId32" Type="http://schemas.openxmlformats.org/officeDocument/2006/relationships/customXml" Target="../ink/ink172.xml"/><Relationship Id="rId37" Type="http://schemas.openxmlformats.org/officeDocument/2006/relationships/image" Target="../media/image153.png"/><Relationship Id="rId5" Type="http://schemas.openxmlformats.org/officeDocument/2006/relationships/image" Target="../media/image111.png"/><Relationship Id="rId15" Type="http://schemas.openxmlformats.org/officeDocument/2006/relationships/image" Target="../media/image116.png"/><Relationship Id="rId23" Type="http://schemas.openxmlformats.org/officeDocument/2006/relationships/image" Target="../media/image120.png"/><Relationship Id="rId28" Type="http://schemas.openxmlformats.org/officeDocument/2006/relationships/customXml" Target="../ink/ink170.xml"/><Relationship Id="rId36" Type="http://schemas.openxmlformats.org/officeDocument/2006/relationships/customXml" Target="../ink/ink174.xml"/><Relationship Id="rId10" Type="http://schemas.openxmlformats.org/officeDocument/2006/relationships/customXml" Target="../ink/ink162.xml"/><Relationship Id="rId19" Type="http://schemas.openxmlformats.org/officeDocument/2006/relationships/image" Target="../media/image118.png"/><Relationship Id="rId31" Type="http://schemas.openxmlformats.org/officeDocument/2006/relationships/image" Target="../media/image150.png"/><Relationship Id="rId4" Type="http://schemas.openxmlformats.org/officeDocument/2006/relationships/customXml" Target="../ink/ink159.xml"/><Relationship Id="rId9" Type="http://schemas.openxmlformats.org/officeDocument/2006/relationships/image" Target="../media/image113.png"/><Relationship Id="rId14" Type="http://schemas.openxmlformats.org/officeDocument/2006/relationships/customXml" Target="../ink/ink164.xml"/><Relationship Id="rId22" Type="http://schemas.openxmlformats.org/officeDocument/2006/relationships/customXml" Target="../ink/ink168.xml"/><Relationship Id="rId27" Type="http://schemas.openxmlformats.org/officeDocument/2006/relationships/image" Target="../media/image148.png"/><Relationship Id="rId30" Type="http://schemas.openxmlformats.org/officeDocument/2006/relationships/customXml" Target="../ink/ink171.xml"/><Relationship Id="rId35" Type="http://schemas.openxmlformats.org/officeDocument/2006/relationships/image" Target="../media/image152.png"/><Relationship Id="rId8" Type="http://schemas.openxmlformats.org/officeDocument/2006/relationships/customXml" Target="../ink/ink161.xml"/><Relationship Id="rId3" Type="http://schemas.openxmlformats.org/officeDocument/2006/relationships/image" Target="../media/image14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8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" Type="http://schemas.openxmlformats.org/officeDocument/2006/relationships/image" Target="../media/image154.png"/><Relationship Id="rId21" Type="http://schemas.openxmlformats.org/officeDocument/2006/relationships/customXml" Target="../ink/ink182.xml"/><Relationship Id="rId34" Type="http://schemas.openxmlformats.org/officeDocument/2006/relationships/image" Target="../media/image171.png"/><Relationship Id="rId7" Type="http://schemas.openxmlformats.org/officeDocument/2006/relationships/customXml" Target="../ink/ink175.xml"/><Relationship Id="rId12" Type="http://schemas.openxmlformats.org/officeDocument/2006/relationships/image" Target="../media/image160.png"/><Relationship Id="rId17" Type="http://schemas.openxmlformats.org/officeDocument/2006/relationships/customXml" Target="../ink/ink180.xml"/><Relationship Id="rId25" Type="http://schemas.openxmlformats.org/officeDocument/2006/relationships/customXml" Target="../ink/ink184.xml"/><Relationship Id="rId33" Type="http://schemas.openxmlformats.org/officeDocument/2006/relationships/customXml" Target="../ink/ink188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29" Type="http://schemas.openxmlformats.org/officeDocument/2006/relationships/customXml" Target="../ink/ink1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jpeg"/><Relationship Id="rId11" Type="http://schemas.openxmlformats.org/officeDocument/2006/relationships/customXml" Target="../ink/ink177.xml"/><Relationship Id="rId24" Type="http://schemas.openxmlformats.org/officeDocument/2006/relationships/image" Target="../media/image166.png"/><Relationship Id="rId32" Type="http://schemas.openxmlformats.org/officeDocument/2006/relationships/image" Target="../media/image170.png"/><Relationship Id="rId5" Type="http://schemas.openxmlformats.org/officeDocument/2006/relationships/image" Target="../media/image156.png"/><Relationship Id="rId15" Type="http://schemas.openxmlformats.org/officeDocument/2006/relationships/customXml" Target="../ink/ink179.xml"/><Relationship Id="rId23" Type="http://schemas.openxmlformats.org/officeDocument/2006/relationships/customXml" Target="../ink/ink183.xml"/><Relationship Id="rId28" Type="http://schemas.openxmlformats.org/officeDocument/2006/relationships/image" Target="../media/image168.png"/><Relationship Id="rId10" Type="http://schemas.openxmlformats.org/officeDocument/2006/relationships/image" Target="../media/image159.png"/><Relationship Id="rId19" Type="http://schemas.openxmlformats.org/officeDocument/2006/relationships/customXml" Target="../ink/ink181.xml"/><Relationship Id="rId31" Type="http://schemas.openxmlformats.org/officeDocument/2006/relationships/customXml" Target="../ink/ink187.xml"/><Relationship Id="rId4" Type="http://schemas.openxmlformats.org/officeDocument/2006/relationships/image" Target="../media/image155.png"/><Relationship Id="rId9" Type="http://schemas.openxmlformats.org/officeDocument/2006/relationships/customXml" Target="../ink/ink176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Relationship Id="rId27" Type="http://schemas.openxmlformats.org/officeDocument/2006/relationships/customXml" Target="../ink/ink185.xml"/><Relationship Id="rId30" Type="http://schemas.openxmlformats.org/officeDocument/2006/relationships/image" Target="../media/image169.png"/><Relationship Id="rId8" Type="http://schemas.openxmlformats.org/officeDocument/2006/relationships/image" Target="../media/image1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1.xml"/><Relationship Id="rId13" Type="http://schemas.openxmlformats.org/officeDocument/2006/relationships/image" Target="../media/image181.png"/><Relationship Id="rId3" Type="http://schemas.openxmlformats.org/officeDocument/2006/relationships/image" Target="../media/image127.jpeg"/><Relationship Id="rId7" Type="http://schemas.openxmlformats.org/officeDocument/2006/relationships/image" Target="../media/image178.png"/><Relationship Id="rId12" Type="http://schemas.openxmlformats.org/officeDocument/2006/relationships/customXml" Target="../ink/ink19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0.xml"/><Relationship Id="rId11" Type="http://schemas.openxmlformats.org/officeDocument/2006/relationships/image" Target="../media/image180.png"/><Relationship Id="rId5" Type="http://schemas.openxmlformats.org/officeDocument/2006/relationships/image" Target="../media/image177.png"/><Relationship Id="rId10" Type="http://schemas.openxmlformats.org/officeDocument/2006/relationships/customXml" Target="../ink/ink192.xml"/><Relationship Id="rId4" Type="http://schemas.openxmlformats.org/officeDocument/2006/relationships/customXml" Target="../ink/ink189.xml"/><Relationship Id="rId9" Type="http://schemas.openxmlformats.org/officeDocument/2006/relationships/image" Target="../media/image17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202.xml"/><Relationship Id="rId26" Type="http://schemas.openxmlformats.org/officeDocument/2006/relationships/customXml" Target="../ink/ink206.xml"/><Relationship Id="rId39" Type="http://schemas.openxmlformats.org/officeDocument/2006/relationships/customXml" Target="../ink/ink212.xml"/><Relationship Id="rId21" Type="http://schemas.openxmlformats.org/officeDocument/2006/relationships/image" Target="../media/image45.png"/><Relationship Id="rId34" Type="http://schemas.openxmlformats.org/officeDocument/2006/relationships/image" Target="../media/image24.png"/><Relationship Id="rId42" Type="http://schemas.openxmlformats.org/officeDocument/2006/relationships/image" Target="../media/image55.png"/><Relationship Id="rId47" Type="http://schemas.openxmlformats.org/officeDocument/2006/relationships/image" Target="../media/image58.png"/><Relationship Id="rId50" Type="http://schemas.openxmlformats.org/officeDocument/2006/relationships/customXml" Target="../ink/ink217.xml"/><Relationship Id="rId7" Type="http://schemas.openxmlformats.org/officeDocument/2006/relationships/image" Target="../media/image38.png"/><Relationship Id="rId2" Type="http://schemas.openxmlformats.org/officeDocument/2006/relationships/customXml" Target="../ink/ink194.xml"/><Relationship Id="rId16" Type="http://schemas.openxmlformats.org/officeDocument/2006/relationships/customXml" Target="../ink/ink201.xml"/><Relationship Id="rId29" Type="http://schemas.openxmlformats.org/officeDocument/2006/relationships/image" Target="../media/image49.png"/><Relationship Id="rId11" Type="http://schemas.openxmlformats.org/officeDocument/2006/relationships/image" Target="../media/image40.png"/><Relationship Id="rId24" Type="http://schemas.openxmlformats.org/officeDocument/2006/relationships/customXml" Target="../ink/ink205.xml"/><Relationship Id="rId32" Type="http://schemas.openxmlformats.org/officeDocument/2006/relationships/customXml" Target="../ink/ink209.xml"/><Relationship Id="rId37" Type="http://schemas.openxmlformats.org/officeDocument/2006/relationships/customXml" Target="../ink/ink211.xml"/><Relationship Id="rId40" Type="http://schemas.openxmlformats.org/officeDocument/2006/relationships/image" Target="../media/image54.png"/><Relationship Id="rId45" Type="http://schemas.openxmlformats.org/officeDocument/2006/relationships/image" Target="../media/image57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28" Type="http://schemas.openxmlformats.org/officeDocument/2006/relationships/customXml" Target="../ink/ink207.xml"/><Relationship Id="rId36" Type="http://schemas.openxmlformats.org/officeDocument/2006/relationships/image" Target="../media/image52.png"/><Relationship Id="rId49" Type="http://schemas.openxmlformats.org/officeDocument/2006/relationships/image" Target="../media/image59.png"/><Relationship Id="rId10" Type="http://schemas.openxmlformats.org/officeDocument/2006/relationships/customXml" Target="../ink/ink198.xml"/><Relationship Id="rId19" Type="http://schemas.openxmlformats.org/officeDocument/2006/relationships/image" Target="../media/image44.png"/><Relationship Id="rId31" Type="http://schemas.openxmlformats.org/officeDocument/2006/relationships/image" Target="../media/image50.png"/><Relationship Id="rId44" Type="http://schemas.openxmlformats.org/officeDocument/2006/relationships/customXml" Target="../ink/ink214.xml"/><Relationship Id="rId52" Type="http://schemas.openxmlformats.org/officeDocument/2006/relationships/image" Target="../media/image183.png"/><Relationship Id="rId4" Type="http://schemas.openxmlformats.org/officeDocument/2006/relationships/customXml" Target="../ink/ink195.xml"/><Relationship Id="rId9" Type="http://schemas.openxmlformats.org/officeDocument/2006/relationships/image" Target="../media/image39.png"/><Relationship Id="rId14" Type="http://schemas.openxmlformats.org/officeDocument/2006/relationships/customXml" Target="../ink/ink200.xml"/><Relationship Id="rId22" Type="http://schemas.openxmlformats.org/officeDocument/2006/relationships/customXml" Target="../ink/ink204.xml"/><Relationship Id="rId27" Type="http://schemas.openxmlformats.org/officeDocument/2006/relationships/image" Target="../media/image48.png"/><Relationship Id="rId30" Type="http://schemas.openxmlformats.org/officeDocument/2006/relationships/customXml" Target="../ink/ink208.xml"/><Relationship Id="rId35" Type="http://schemas.openxmlformats.org/officeDocument/2006/relationships/customXml" Target="../ink/ink210.xml"/><Relationship Id="rId43" Type="http://schemas.openxmlformats.org/officeDocument/2006/relationships/image" Target="../media/image182.png"/><Relationship Id="rId48" Type="http://schemas.openxmlformats.org/officeDocument/2006/relationships/customXml" Target="../ink/ink216.xml"/><Relationship Id="rId8" Type="http://schemas.openxmlformats.org/officeDocument/2006/relationships/customXml" Target="../ink/ink197.xml"/><Relationship Id="rId51" Type="http://schemas.openxmlformats.org/officeDocument/2006/relationships/image" Target="../media/image60.png"/><Relationship Id="rId3" Type="http://schemas.openxmlformats.org/officeDocument/2006/relationships/image" Target="../media/image36.png"/><Relationship Id="rId12" Type="http://schemas.openxmlformats.org/officeDocument/2006/relationships/customXml" Target="../ink/ink199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33" Type="http://schemas.openxmlformats.org/officeDocument/2006/relationships/image" Target="../media/image51.png"/><Relationship Id="rId38" Type="http://schemas.openxmlformats.org/officeDocument/2006/relationships/image" Target="../media/image53.png"/><Relationship Id="rId46" Type="http://schemas.openxmlformats.org/officeDocument/2006/relationships/customXml" Target="../ink/ink215.xml"/><Relationship Id="rId20" Type="http://schemas.openxmlformats.org/officeDocument/2006/relationships/customXml" Target="../ink/ink203.xml"/><Relationship Id="rId41" Type="http://schemas.openxmlformats.org/officeDocument/2006/relationships/customXml" Target="../ink/ink2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0.xml"/><Relationship Id="rId13" Type="http://schemas.openxmlformats.org/officeDocument/2006/relationships/image" Target="../media/image191.png"/><Relationship Id="rId18" Type="http://schemas.openxmlformats.org/officeDocument/2006/relationships/customXml" Target="../ink/ink225.xml"/><Relationship Id="rId3" Type="http://schemas.openxmlformats.org/officeDocument/2006/relationships/image" Target="../media/image186.png"/><Relationship Id="rId21" Type="http://schemas.openxmlformats.org/officeDocument/2006/relationships/image" Target="../media/image195.png"/><Relationship Id="rId7" Type="http://schemas.openxmlformats.org/officeDocument/2006/relationships/image" Target="../media/image188.png"/><Relationship Id="rId12" Type="http://schemas.openxmlformats.org/officeDocument/2006/relationships/customXml" Target="../ink/ink222.xml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224.xml"/><Relationship Id="rId20" Type="http://schemas.openxmlformats.org/officeDocument/2006/relationships/customXml" Target="../ink/ink226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19.xml"/><Relationship Id="rId11" Type="http://schemas.openxmlformats.org/officeDocument/2006/relationships/image" Target="../media/image190.png"/><Relationship Id="rId5" Type="http://schemas.openxmlformats.org/officeDocument/2006/relationships/image" Target="../media/image187.png"/><Relationship Id="rId15" Type="http://schemas.openxmlformats.org/officeDocument/2006/relationships/image" Target="../media/image192.png"/><Relationship Id="rId23" Type="http://schemas.openxmlformats.org/officeDocument/2006/relationships/image" Target="../media/image196.png"/><Relationship Id="rId10" Type="http://schemas.openxmlformats.org/officeDocument/2006/relationships/customXml" Target="../ink/ink221.xml"/><Relationship Id="rId19" Type="http://schemas.openxmlformats.org/officeDocument/2006/relationships/image" Target="../media/image194.png"/><Relationship Id="rId4" Type="http://schemas.openxmlformats.org/officeDocument/2006/relationships/customXml" Target="../ink/ink218.xml"/><Relationship Id="rId9" Type="http://schemas.openxmlformats.org/officeDocument/2006/relationships/image" Target="../media/image189.png"/><Relationship Id="rId14" Type="http://schemas.openxmlformats.org/officeDocument/2006/relationships/customXml" Target="../ink/ink223.xml"/><Relationship Id="rId22" Type="http://schemas.openxmlformats.org/officeDocument/2006/relationships/customXml" Target="../ink/ink227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2.xml"/><Relationship Id="rId18" Type="http://schemas.openxmlformats.org/officeDocument/2006/relationships/image" Target="../media/image205.png"/><Relationship Id="rId26" Type="http://schemas.openxmlformats.org/officeDocument/2006/relationships/image" Target="../media/image209.png"/><Relationship Id="rId39" Type="http://schemas.openxmlformats.org/officeDocument/2006/relationships/customXml" Target="../ink/ink245.xml"/><Relationship Id="rId21" Type="http://schemas.openxmlformats.org/officeDocument/2006/relationships/customXml" Target="../ink/ink236.xml"/><Relationship Id="rId34" Type="http://schemas.openxmlformats.org/officeDocument/2006/relationships/image" Target="../media/image213.png"/><Relationship Id="rId42" Type="http://schemas.openxmlformats.org/officeDocument/2006/relationships/image" Target="../media/image217.png"/><Relationship Id="rId47" Type="http://schemas.openxmlformats.org/officeDocument/2006/relationships/customXml" Target="../ink/ink249.xml"/><Relationship Id="rId50" Type="http://schemas.openxmlformats.org/officeDocument/2006/relationships/image" Target="../media/image221.png"/><Relationship Id="rId55" Type="http://schemas.openxmlformats.org/officeDocument/2006/relationships/customXml" Target="../ink/ink253.xml"/><Relationship Id="rId7" Type="http://schemas.openxmlformats.org/officeDocument/2006/relationships/customXml" Target="../ink/ink229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4.png"/><Relationship Id="rId29" Type="http://schemas.openxmlformats.org/officeDocument/2006/relationships/customXml" Target="../ink/ink240.xml"/><Relationship Id="rId11" Type="http://schemas.openxmlformats.org/officeDocument/2006/relationships/customXml" Target="../ink/ink231.xml"/><Relationship Id="rId24" Type="http://schemas.openxmlformats.org/officeDocument/2006/relationships/image" Target="../media/image208.png"/><Relationship Id="rId32" Type="http://schemas.openxmlformats.org/officeDocument/2006/relationships/image" Target="../media/image212.png"/><Relationship Id="rId37" Type="http://schemas.openxmlformats.org/officeDocument/2006/relationships/customXml" Target="../ink/ink244.xml"/><Relationship Id="rId40" Type="http://schemas.openxmlformats.org/officeDocument/2006/relationships/image" Target="../media/image216.png"/><Relationship Id="rId45" Type="http://schemas.openxmlformats.org/officeDocument/2006/relationships/customXml" Target="../ink/ink248.xml"/><Relationship Id="rId53" Type="http://schemas.openxmlformats.org/officeDocument/2006/relationships/customXml" Target="../ink/ink252.xml"/><Relationship Id="rId58" Type="http://schemas.openxmlformats.org/officeDocument/2006/relationships/image" Target="../media/image225.png"/><Relationship Id="rId5" Type="http://schemas.openxmlformats.org/officeDocument/2006/relationships/customXml" Target="../ink/ink228.xml"/><Relationship Id="rId61" Type="http://schemas.openxmlformats.org/officeDocument/2006/relationships/customXml" Target="../ink/ink256.xml"/><Relationship Id="rId19" Type="http://schemas.openxmlformats.org/officeDocument/2006/relationships/customXml" Target="../ink/ink235.xml"/><Relationship Id="rId14" Type="http://schemas.openxmlformats.org/officeDocument/2006/relationships/image" Target="../media/image203.png"/><Relationship Id="rId22" Type="http://schemas.openxmlformats.org/officeDocument/2006/relationships/image" Target="../media/image207.png"/><Relationship Id="rId27" Type="http://schemas.openxmlformats.org/officeDocument/2006/relationships/customXml" Target="../ink/ink239.xml"/><Relationship Id="rId30" Type="http://schemas.openxmlformats.org/officeDocument/2006/relationships/image" Target="../media/image211.png"/><Relationship Id="rId35" Type="http://schemas.openxmlformats.org/officeDocument/2006/relationships/customXml" Target="../ink/ink243.xml"/><Relationship Id="rId43" Type="http://schemas.openxmlformats.org/officeDocument/2006/relationships/customXml" Target="../ink/ink247.xml"/><Relationship Id="rId48" Type="http://schemas.openxmlformats.org/officeDocument/2006/relationships/image" Target="../media/image220.png"/><Relationship Id="rId56" Type="http://schemas.openxmlformats.org/officeDocument/2006/relationships/image" Target="../media/image224.png"/><Relationship Id="rId8" Type="http://schemas.openxmlformats.org/officeDocument/2006/relationships/image" Target="../media/image200.png"/><Relationship Id="rId51" Type="http://schemas.openxmlformats.org/officeDocument/2006/relationships/customXml" Target="../ink/ink251.xml"/><Relationship Id="rId3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customXml" Target="../ink/ink234.xml"/><Relationship Id="rId25" Type="http://schemas.openxmlformats.org/officeDocument/2006/relationships/customXml" Target="../ink/ink238.xml"/><Relationship Id="rId33" Type="http://schemas.openxmlformats.org/officeDocument/2006/relationships/customXml" Target="../ink/ink242.xml"/><Relationship Id="rId38" Type="http://schemas.openxmlformats.org/officeDocument/2006/relationships/image" Target="../media/image215.png"/><Relationship Id="rId46" Type="http://schemas.openxmlformats.org/officeDocument/2006/relationships/image" Target="../media/image219.png"/><Relationship Id="rId59" Type="http://schemas.openxmlformats.org/officeDocument/2006/relationships/customXml" Target="../ink/ink255.xml"/><Relationship Id="rId20" Type="http://schemas.openxmlformats.org/officeDocument/2006/relationships/image" Target="../media/image206.png"/><Relationship Id="rId41" Type="http://schemas.openxmlformats.org/officeDocument/2006/relationships/customXml" Target="../ink/ink246.xml"/><Relationship Id="rId54" Type="http://schemas.openxmlformats.org/officeDocument/2006/relationships/image" Target="../media/image223.png"/><Relationship Id="rId62" Type="http://schemas.openxmlformats.org/officeDocument/2006/relationships/image" Target="../media/image2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9.png"/><Relationship Id="rId15" Type="http://schemas.openxmlformats.org/officeDocument/2006/relationships/customXml" Target="../ink/ink233.xml"/><Relationship Id="rId23" Type="http://schemas.openxmlformats.org/officeDocument/2006/relationships/customXml" Target="../ink/ink237.xml"/><Relationship Id="rId28" Type="http://schemas.openxmlformats.org/officeDocument/2006/relationships/image" Target="../media/image210.png"/><Relationship Id="rId36" Type="http://schemas.openxmlformats.org/officeDocument/2006/relationships/image" Target="../media/image214.png"/><Relationship Id="rId49" Type="http://schemas.openxmlformats.org/officeDocument/2006/relationships/customXml" Target="../ink/ink250.xml"/><Relationship Id="rId57" Type="http://schemas.openxmlformats.org/officeDocument/2006/relationships/customXml" Target="../ink/ink254.xml"/><Relationship Id="rId10" Type="http://schemas.openxmlformats.org/officeDocument/2006/relationships/image" Target="../media/image201.png"/><Relationship Id="rId31" Type="http://schemas.openxmlformats.org/officeDocument/2006/relationships/customXml" Target="../ink/ink241.xml"/><Relationship Id="rId44" Type="http://schemas.openxmlformats.org/officeDocument/2006/relationships/image" Target="../media/image218.png"/><Relationship Id="rId52" Type="http://schemas.openxmlformats.org/officeDocument/2006/relationships/image" Target="../media/image222.png"/><Relationship Id="rId60" Type="http://schemas.openxmlformats.org/officeDocument/2006/relationships/image" Target="../media/image226.png"/><Relationship Id="rId4" Type="http://schemas.openxmlformats.org/officeDocument/2006/relationships/image" Target="../media/image198.png"/><Relationship Id="rId9" Type="http://schemas.openxmlformats.org/officeDocument/2006/relationships/customXml" Target="../ink/ink2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9218-90AF-421D-44FC-A9E215421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732819"/>
            <a:ext cx="10058399" cy="1894686"/>
          </a:xfrm>
        </p:spPr>
        <p:txBody>
          <a:bodyPr>
            <a:normAutofit fontScale="90000"/>
          </a:bodyPr>
          <a:lstStyle/>
          <a:p>
            <a:r>
              <a:rPr lang="en-US"/>
              <a:t>Formally Verifying </a:t>
            </a:r>
            <a:r>
              <a:rPr lang="en-US" b="1"/>
              <a:t>Circuits</a:t>
            </a:r>
            <a:br>
              <a:rPr lang="en-US"/>
            </a:br>
            <a:r>
              <a:rPr lang="en-US"/>
              <a:t>for Zero Knowledge Proofs (ZKPs)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EA581-A556-25B3-7A03-4B0562F94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228" y="2825669"/>
            <a:ext cx="4364476" cy="1395453"/>
          </a:xfrm>
        </p:spPr>
        <p:txBody>
          <a:bodyPr>
            <a:normAutofit/>
          </a:bodyPr>
          <a:lstStyle/>
          <a:p>
            <a:r>
              <a:rPr lang="en-US" sz="3600"/>
              <a:t>Alex Ozdemir</a:t>
            </a:r>
          </a:p>
          <a:p>
            <a:r>
              <a:rPr lang="en-US" sz="2800"/>
              <a:t>MPI-SP, Georgia 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70C3B-C8E9-69C5-AE68-03808E7A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A2F091C-E734-1B76-4E30-928E94A30F5B}"/>
              </a:ext>
            </a:extLst>
          </p:cNvPr>
          <p:cNvSpPr txBox="1">
            <a:spLocks/>
          </p:cNvSpPr>
          <p:nvPr/>
        </p:nvSpPr>
        <p:spPr>
          <a:xfrm>
            <a:off x="6954932" y="2825669"/>
            <a:ext cx="3941840" cy="1395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Shankara </a:t>
            </a:r>
            <a:r>
              <a:rPr lang="en-US" sz="3600" err="1"/>
              <a:t>Pailoor</a:t>
            </a:r>
            <a:endParaRPr lang="en-US" sz="3600"/>
          </a:p>
          <a:p>
            <a:r>
              <a:rPr lang="en-US" sz="2800" err="1"/>
              <a:t>Veridise</a:t>
            </a:r>
            <a:endParaRPr lang="en-US" sz="280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D4107C9-4A65-84F1-149E-93D56DE97BD5}"/>
              </a:ext>
            </a:extLst>
          </p:cNvPr>
          <p:cNvSpPr txBox="1">
            <a:spLocks/>
          </p:cNvSpPr>
          <p:nvPr/>
        </p:nvSpPr>
        <p:spPr>
          <a:xfrm>
            <a:off x="2480536" y="5299944"/>
            <a:ext cx="7230929" cy="136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Based on joint work with</a:t>
            </a:r>
            <a:r>
              <a:rPr lang="en-US" sz="1800"/>
              <a:t>: Alp Bassa, Brian Gu, Cesare Tinelli, Clara Rodríguez, Clark Barrett, Elizaveta </a:t>
            </a:r>
            <a:r>
              <a:rPr lang="en-US" sz="1800" err="1"/>
              <a:t>Pertseva</a:t>
            </a:r>
            <a:r>
              <a:rPr lang="en-US" sz="1800"/>
              <a:t>, Franklyn Wang, Fraser Brown, Jacob Van-Geffen, Gereon Kremer, Hongbo Wen, Işıl </a:t>
            </a:r>
            <a:r>
              <a:rPr lang="en-US" sz="1800" err="1"/>
              <a:t>Dillig</a:t>
            </a:r>
            <a:r>
              <a:rPr lang="en-US" sz="1800"/>
              <a:t>, Jason Morton, Jon Stephens, Kostas </a:t>
            </a:r>
            <a:r>
              <a:rPr lang="en-US" sz="1800" err="1"/>
              <a:t>Ferles</a:t>
            </a:r>
            <a:r>
              <a:rPr lang="en-US" sz="1800"/>
              <a:t>, Kyle Charbonnet, Michael Chu, Riad S Wahby, </a:t>
            </a:r>
            <a:r>
              <a:rPr lang="en-US" sz="1800" err="1"/>
              <a:t>Sorawee</a:t>
            </a:r>
            <a:r>
              <a:rPr lang="en-US" sz="1800"/>
              <a:t> </a:t>
            </a:r>
            <a:r>
              <a:rPr lang="en-US" sz="1800" err="1"/>
              <a:t>Porncharoenwase</a:t>
            </a:r>
            <a:r>
              <a:rPr lang="en-US" sz="1800"/>
              <a:t>, </a:t>
            </a:r>
            <a:r>
              <a:rPr lang="en-US" sz="1800" err="1"/>
              <a:t>Yanju</a:t>
            </a:r>
            <a:r>
              <a:rPr lang="en-US" sz="1800"/>
              <a:t> Chen, and Yu Feng</a:t>
            </a:r>
            <a:endParaRPr lang="en-US"/>
          </a:p>
        </p:txBody>
      </p:sp>
      <p:pic>
        <p:nvPicPr>
          <p:cNvPr id="1026" name="Picture 2" descr="Georgia Tech Yellow Jackets - Wikipedia">
            <a:extLst>
              <a:ext uri="{FF2B5EF4-FFF2-40B4-BE49-F238E27FC236}">
                <a16:creationId xmlns:a16="http://schemas.microsoft.com/office/drawing/2014/main" id="{749E0859-5920-3E5C-5C66-88B1757DB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919" y="4043048"/>
            <a:ext cx="119062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">
            <a:extLst>
              <a:ext uri="{FF2B5EF4-FFF2-40B4-BE49-F238E27FC236}">
                <a16:creationId xmlns:a16="http://schemas.microsoft.com/office/drawing/2014/main" id="{A1AEDF06-295F-2368-706D-D0EB3F72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601" y="3904491"/>
            <a:ext cx="1045788" cy="102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me | AuditHub Documentation">
            <a:extLst>
              <a:ext uri="{FF2B5EF4-FFF2-40B4-BE49-F238E27FC236}">
                <a16:creationId xmlns:a16="http://schemas.microsoft.com/office/drawing/2014/main" id="{79D72C35-1089-598D-0727-FADD66671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730" y="3854831"/>
            <a:ext cx="1256244" cy="125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hankara Pailoor - Veridise | LinkedIn">
            <a:extLst>
              <a:ext uri="{FF2B5EF4-FFF2-40B4-BE49-F238E27FC236}">
                <a16:creationId xmlns:a16="http://schemas.microsoft.com/office/drawing/2014/main" id="{22D5977F-5D99-D503-4142-4786DAD07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3429000"/>
            <a:ext cx="1428243" cy="142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37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5"/>
    </mc:Choice>
    <mc:Fallback xmlns="">
      <p:transition spd="slow" advTm="55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A616-E195-815E-D986-6396F483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Zero Knowledge Proofs (ZKPs) are useful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88089-8444-2865-BB1E-F6398402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28E89-6EE2-5B2C-FADE-A5D53351A3B4}"/>
              </a:ext>
            </a:extLst>
          </p:cNvPr>
          <p:cNvSpPr txBox="1"/>
          <p:nvPr/>
        </p:nvSpPr>
        <p:spPr>
          <a:xfrm>
            <a:off x="838200" y="3679749"/>
            <a:ext cx="2882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Anonymous credentials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0D0B8-767F-59D9-4CB9-08F796E56E5C}"/>
              </a:ext>
            </a:extLst>
          </p:cNvPr>
          <p:cNvSpPr txBox="1"/>
          <p:nvPr/>
        </p:nvSpPr>
        <p:spPr>
          <a:xfrm>
            <a:off x="4654923" y="3679748"/>
            <a:ext cx="2882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Private</a:t>
            </a:r>
          </a:p>
          <a:p>
            <a:pPr algn="ctr"/>
            <a:r>
              <a:rPr lang="en-US" sz="2800"/>
              <a:t>payments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077B4-51C7-414E-455C-0BA7A3879988}"/>
              </a:ext>
            </a:extLst>
          </p:cNvPr>
          <p:cNvSpPr txBox="1"/>
          <p:nvPr/>
        </p:nvSpPr>
        <p:spPr>
          <a:xfrm>
            <a:off x="8471647" y="3679747"/>
            <a:ext cx="2882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Blockchain scalability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7B9CEC-B0AF-CD97-4368-D1330F637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43434"/>
            <a:ext cx="2882153" cy="18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9517243-A662-D107-693B-1A6A50DF34E5}"/>
              </a:ext>
            </a:extLst>
          </p:cNvPr>
          <p:cNvSpPr/>
          <p:nvPr/>
        </p:nvSpPr>
        <p:spPr>
          <a:xfrm>
            <a:off x="958850" y="2089816"/>
            <a:ext cx="2590800" cy="1300294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license is signed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not expired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age &gt; 21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12">
                <a:extLst>
                  <a:ext uri="{FF2B5EF4-FFF2-40B4-BE49-F238E27FC236}">
                    <a16:creationId xmlns:a16="http://schemas.microsoft.com/office/drawing/2014/main" id="{27A07669-5EA8-BD7D-83CD-2427C17BDD4F}"/>
                  </a:ext>
                </a:extLst>
              </p14:cNvPr>
              <p14:cNvContentPartPr/>
              <p14:nvPr/>
            </p14:nvContentPartPr>
            <p14:xfrm>
              <a:off x="5036594" y="3089972"/>
              <a:ext cx="598320" cy="277200"/>
            </p14:xfrm>
          </p:contentPart>
        </mc:Choice>
        <mc:Fallback xmlns="">
          <p:pic>
            <p:nvPicPr>
              <p:cNvPr id="25" name="Ink 12">
                <a:extLst>
                  <a:ext uri="{FF2B5EF4-FFF2-40B4-BE49-F238E27FC236}">
                    <a16:creationId xmlns:a16="http://schemas.microsoft.com/office/drawing/2014/main" id="{27A07669-5EA8-BD7D-83CD-2427C17BDD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1114" y="3074492"/>
                <a:ext cx="6289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19">
                <a:extLst>
                  <a:ext uri="{FF2B5EF4-FFF2-40B4-BE49-F238E27FC236}">
                    <a16:creationId xmlns:a16="http://schemas.microsoft.com/office/drawing/2014/main" id="{64F7EAE0-D2C8-05B7-FC9A-C5175B7A777E}"/>
                  </a:ext>
                </a:extLst>
              </p14:cNvPr>
              <p14:cNvContentPartPr/>
              <p14:nvPr/>
            </p14:nvContentPartPr>
            <p14:xfrm>
              <a:off x="5135965" y="2055648"/>
              <a:ext cx="302760" cy="759960"/>
            </p14:xfrm>
          </p:contentPart>
        </mc:Choice>
        <mc:Fallback xmlns="">
          <p:pic>
            <p:nvPicPr>
              <p:cNvPr id="26" name="Ink 19">
                <a:extLst>
                  <a:ext uri="{FF2B5EF4-FFF2-40B4-BE49-F238E27FC236}">
                    <a16:creationId xmlns:a16="http://schemas.microsoft.com/office/drawing/2014/main" id="{64F7EAE0-D2C8-05B7-FC9A-C5175B7A77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20503" y="2040161"/>
                <a:ext cx="333324" cy="790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5">
                <a:extLst>
                  <a:ext uri="{FF2B5EF4-FFF2-40B4-BE49-F238E27FC236}">
                    <a16:creationId xmlns:a16="http://schemas.microsoft.com/office/drawing/2014/main" id="{823E68DC-DB14-F2C0-AB14-09F20BA61586}"/>
                  </a:ext>
                </a:extLst>
              </p14:cNvPr>
              <p14:cNvContentPartPr/>
              <p14:nvPr/>
            </p14:nvContentPartPr>
            <p14:xfrm>
              <a:off x="6642583" y="3104333"/>
              <a:ext cx="492120" cy="222120"/>
            </p14:xfrm>
          </p:contentPart>
        </mc:Choice>
        <mc:Fallback xmlns="">
          <p:pic>
            <p:nvPicPr>
              <p:cNvPr id="27" name="Ink 25">
                <a:extLst>
                  <a:ext uri="{FF2B5EF4-FFF2-40B4-BE49-F238E27FC236}">
                    <a16:creationId xmlns:a16="http://schemas.microsoft.com/office/drawing/2014/main" id="{823E68DC-DB14-F2C0-AB14-09F20BA615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7114" y="3088853"/>
                <a:ext cx="522698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19">
                <a:extLst>
                  <a:ext uri="{FF2B5EF4-FFF2-40B4-BE49-F238E27FC236}">
                    <a16:creationId xmlns:a16="http://schemas.microsoft.com/office/drawing/2014/main" id="{961C7015-D623-D262-0984-3CABE43D4EF7}"/>
                  </a:ext>
                </a:extLst>
              </p14:cNvPr>
              <p14:cNvContentPartPr/>
              <p14:nvPr/>
            </p14:nvContentPartPr>
            <p14:xfrm>
              <a:off x="6737263" y="2055648"/>
              <a:ext cx="302760" cy="759960"/>
            </p14:xfrm>
          </p:contentPart>
        </mc:Choice>
        <mc:Fallback xmlns="">
          <p:pic>
            <p:nvPicPr>
              <p:cNvPr id="29" name="Ink 19">
                <a:extLst>
                  <a:ext uri="{FF2B5EF4-FFF2-40B4-BE49-F238E27FC236}">
                    <a16:creationId xmlns:a16="http://schemas.microsoft.com/office/drawing/2014/main" id="{961C7015-D623-D262-0984-3CABE43D4E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1801" y="2040161"/>
                <a:ext cx="333324" cy="790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54">
                <a:extLst>
                  <a:ext uri="{FF2B5EF4-FFF2-40B4-BE49-F238E27FC236}">
                    <a16:creationId xmlns:a16="http://schemas.microsoft.com/office/drawing/2014/main" id="{F8667DC8-0943-46E8-C5F7-B990489A7B26}"/>
                  </a:ext>
                </a:extLst>
              </p14:cNvPr>
              <p14:cNvContentPartPr/>
              <p14:nvPr/>
            </p14:nvContentPartPr>
            <p14:xfrm>
              <a:off x="5860476" y="2089816"/>
              <a:ext cx="455040" cy="234720"/>
            </p14:xfrm>
          </p:contentPart>
        </mc:Choice>
        <mc:Fallback xmlns="">
          <p:pic>
            <p:nvPicPr>
              <p:cNvPr id="30" name="Ink 54">
                <a:extLst>
                  <a:ext uri="{FF2B5EF4-FFF2-40B4-BE49-F238E27FC236}">
                    <a16:creationId xmlns:a16="http://schemas.microsoft.com/office/drawing/2014/main" id="{F8667DC8-0943-46E8-C5F7-B990489A7B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45008" y="2074336"/>
                <a:ext cx="485616" cy="26532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32238E1C-D5F3-F5CB-479B-FB35BAD86BFB}"/>
              </a:ext>
            </a:extLst>
          </p:cNvPr>
          <p:cNvSpPr/>
          <p:nvPr/>
        </p:nvSpPr>
        <p:spPr>
          <a:xfrm>
            <a:off x="4909767" y="2969918"/>
            <a:ext cx="725147" cy="53625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72A89C-230C-5FC7-8859-8744C22B71B9}"/>
              </a:ext>
            </a:extLst>
          </p:cNvPr>
          <p:cNvSpPr/>
          <p:nvPr/>
        </p:nvSpPr>
        <p:spPr>
          <a:xfrm>
            <a:off x="6513192" y="2969917"/>
            <a:ext cx="725147" cy="55301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4CABBB-BFE1-25D7-2C19-260CA1F2152A}"/>
              </a:ext>
            </a:extLst>
          </p:cNvPr>
          <p:cNvSpPr/>
          <p:nvPr/>
        </p:nvSpPr>
        <p:spPr>
          <a:xfrm>
            <a:off x="5711479" y="1973421"/>
            <a:ext cx="725147" cy="38697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46B0B3-8E8A-148F-8CF0-05A3682BD4FF}"/>
              </a:ext>
            </a:extLst>
          </p:cNvPr>
          <p:cNvSpPr/>
          <p:nvPr/>
        </p:nvSpPr>
        <p:spPr>
          <a:xfrm>
            <a:off x="9188823" y="3161510"/>
            <a:ext cx="228600" cy="228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658210-F02F-C049-DBFD-9BF73C496005}"/>
              </a:ext>
            </a:extLst>
          </p:cNvPr>
          <p:cNvSpPr/>
          <p:nvPr/>
        </p:nvSpPr>
        <p:spPr>
          <a:xfrm>
            <a:off x="9787015" y="3161510"/>
            <a:ext cx="228600" cy="228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0F8DD-4E1E-353C-2EDE-E612A7ACDC05}"/>
              </a:ext>
            </a:extLst>
          </p:cNvPr>
          <p:cNvSpPr/>
          <p:nvPr/>
        </p:nvSpPr>
        <p:spPr>
          <a:xfrm>
            <a:off x="10385209" y="3161510"/>
            <a:ext cx="228600" cy="228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4AF771-41FD-D6EA-C4EF-D37BCD645F37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9417423" y="3275810"/>
            <a:ext cx="36959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BA04B7-FC1F-CBB8-20AB-C74E470A111B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10015615" y="3275810"/>
            <a:ext cx="36959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5D4CEE8-3137-ECE0-6EB9-3A38E609934F}"/>
              </a:ext>
            </a:extLst>
          </p:cNvPr>
          <p:cNvSpPr/>
          <p:nvPr/>
        </p:nvSpPr>
        <p:spPr>
          <a:xfrm>
            <a:off x="9148280" y="1690688"/>
            <a:ext cx="1506071" cy="6647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BIG / private computation</a:t>
            </a: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2BCBF0CF-6255-1CF7-51CF-451E96008534}"/>
              </a:ext>
            </a:extLst>
          </p:cNvPr>
          <p:cNvSpPr/>
          <p:nvPr/>
        </p:nvSpPr>
        <p:spPr>
          <a:xfrm>
            <a:off x="9796541" y="2490759"/>
            <a:ext cx="228600" cy="553014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5105A6-F5D5-F1A9-0B31-C5CE32E580F0}"/>
              </a:ext>
            </a:extLst>
          </p:cNvPr>
          <p:cNvSpPr/>
          <p:nvPr/>
        </p:nvSpPr>
        <p:spPr>
          <a:xfrm>
            <a:off x="9979428" y="2490759"/>
            <a:ext cx="753036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small</a:t>
            </a:r>
          </a:p>
          <a:p>
            <a:pPr algn="ctr"/>
            <a:r>
              <a:rPr lang="en-US">
                <a:solidFill>
                  <a:sysClr val="windowText" lastClr="000000"/>
                </a:solidFill>
              </a:rPr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AF658B7-9D73-95FA-3589-A385C4836ED7}"/>
                  </a:ext>
                </a:extLst>
              </p:cNvPr>
              <p:cNvSpPr txBox="1"/>
              <p:nvPr/>
            </p:nvSpPr>
            <p:spPr>
              <a:xfrm>
                <a:off x="854927" y="4900634"/>
                <a:ext cx="10515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/>
                  <a:t>Common idea: show that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holds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AF658B7-9D73-95FA-3589-A385C4836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27" y="4900634"/>
                <a:ext cx="10515600" cy="523220"/>
              </a:xfrm>
              <a:prstGeom prst="rect">
                <a:avLst/>
              </a:prstGeom>
              <a:blipFill>
                <a:blip r:embed="rId1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89F83C91-7487-FE80-8787-773DEACA23F4}"/>
              </a:ext>
            </a:extLst>
          </p:cNvPr>
          <p:cNvGrpSpPr/>
          <p:nvPr/>
        </p:nvGrpSpPr>
        <p:grpSpPr>
          <a:xfrm>
            <a:off x="7696719" y="5418770"/>
            <a:ext cx="1726245" cy="951153"/>
            <a:chOff x="7896738" y="5278316"/>
            <a:chExt cx="1726245" cy="951153"/>
          </a:xfrm>
        </p:grpSpPr>
        <p:grpSp>
          <p:nvGrpSpPr>
            <p:cNvPr id="1146" name="Group 1145">
              <a:extLst>
                <a:ext uri="{FF2B5EF4-FFF2-40B4-BE49-F238E27FC236}">
                  <a16:creationId xmlns:a16="http://schemas.microsoft.com/office/drawing/2014/main" id="{0F8458DD-4E79-F531-38F9-FA4D22D3BDF6}"/>
                </a:ext>
              </a:extLst>
            </p:cNvPr>
            <p:cNvGrpSpPr/>
            <p:nvPr/>
          </p:nvGrpSpPr>
          <p:grpSpPr>
            <a:xfrm>
              <a:off x="8562783" y="5636189"/>
              <a:ext cx="1060200" cy="593280"/>
              <a:chOff x="8562783" y="5636189"/>
              <a:chExt cx="1060200" cy="593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101" name="Ink 1100">
                    <a:extLst>
                      <a:ext uri="{FF2B5EF4-FFF2-40B4-BE49-F238E27FC236}">
                        <a16:creationId xmlns:a16="http://schemas.microsoft.com/office/drawing/2014/main" id="{8769FB0F-307A-BE01-D341-518DF7C5995C}"/>
                      </a:ext>
                    </a:extLst>
                  </p14:cNvPr>
                  <p14:cNvContentPartPr/>
                  <p14:nvPr/>
                </p14:nvContentPartPr>
                <p14:xfrm>
                  <a:off x="8562783" y="5738069"/>
                  <a:ext cx="286560" cy="124920"/>
                </p14:xfrm>
              </p:contentPart>
            </mc:Choice>
            <mc:Fallback xmlns="">
              <p:pic>
                <p:nvPicPr>
                  <p:cNvPr id="1101" name="Ink 1100">
                    <a:extLst>
                      <a:ext uri="{FF2B5EF4-FFF2-40B4-BE49-F238E27FC236}">
                        <a16:creationId xmlns:a16="http://schemas.microsoft.com/office/drawing/2014/main" id="{8769FB0F-307A-BE01-D341-518DF7C5995C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547322" y="5722633"/>
                    <a:ext cx="317122" cy="155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107" name="Ink 1106">
                    <a:extLst>
                      <a:ext uri="{FF2B5EF4-FFF2-40B4-BE49-F238E27FC236}">
                        <a16:creationId xmlns:a16="http://schemas.microsoft.com/office/drawing/2014/main" id="{6A1004C2-515B-5319-8E1B-794B823FCEEF}"/>
                      </a:ext>
                    </a:extLst>
                  </p14:cNvPr>
                  <p14:cNvContentPartPr/>
                  <p14:nvPr/>
                </p14:nvContentPartPr>
                <p14:xfrm>
                  <a:off x="8897583" y="5636189"/>
                  <a:ext cx="291240" cy="228960"/>
                </p14:xfrm>
              </p:contentPart>
            </mc:Choice>
            <mc:Fallback xmlns="">
              <p:pic>
                <p:nvPicPr>
                  <p:cNvPr id="1107" name="Ink 1106">
                    <a:extLst>
                      <a:ext uri="{FF2B5EF4-FFF2-40B4-BE49-F238E27FC236}">
                        <a16:creationId xmlns:a16="http://schemas.microsoft.com/office/drawing/2014/main" id="{6A1004C2-515B-5319-8E1B-794B823FCEEF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882103" y="5620709"/>
                    <a:ext cx="321840" cy="259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113" name="Ink 1112">
                    <a:extLst>
                      <a:ext uri="{FF2B5EF4-FFF2-40B4-BE49-F238E27FC236}">
                        <a16:creationId xmlns:a16="http://schemas.microsoft.com/office/drawing/2014/main" id="{A45FE744-48FD-C84F-E62D-06FE05CC9FE6}"/>
                      </a:ext>
                    </a:extLst>
                  </p14:cNvPr>
                  <p14:cNvContentPartPr/>
                  <p14:nvPr/>
                </p14:nvContentPartPr>
                <p14:xfrm>
                  <a:off x="9271623" y="5663189"/>
                  <a:ext cx="351360" cy="315000"/>
                </p14:xfrm>
              </p:contentPart>
            </mc:Choice>
            <mc:Fallback xmlns="">
              <p:pic>
                <p:nvPicPr>
                  <p:cNvPr id="1113" name="Ink 1112">
                    <a:extLst>
                      <a:ext uri="{FF2B5EF4-FFF2-40B4-BE49-F238E27FC236}">
                        <a16:creationId xmlns:a16="http://schemas.microsoft.com/office/drawing/2014/main" id="{A45FE744-48FD-C84F-E62D-06FE05CC9FE6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9256143" y="5647727"/>
                    <a:ext cx="381960" cy="3455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127" name="Ink 1126">
                    <a:extLst>
                      <a:ext uri="{FF2B5EF4-FFF2-40B4-BE49-F238E27FC236}">
                        <a16:creationId xmlns:a16="http://schemas.microsoft.com/office/drawing/2014/main" id="{BA330C93-7B4A-E5CD-EC13-C2C7A17BA3D8}"/>
                      </a:ext>
                    </a:extLst>
                  </p14:cNvPr>
                  <p14:cNvContentPartPr/>
                  <p14:nvPr/>
                </p14:nvContentPartPr>
                <p14:xfrm>
                  <a:off x="8756823" y="6015989"/>
                  <a:ext cx="718560" cy="213480"/>
                </p14:xfrm>
              </p:contentPart>
            </mc:Choice>
            <mc:Fallback xmlns="">
              <p:pic>
                <p:nvPicPr>
                  <p:cNvPr id="1127" name="Ink 1126">
                    <a:extLst>
                      <a:ext uri="{FF2B5EF4-FFF2-40B4-BE49-F238E27FC236}">
                        <a16:creationId xmlns:a16="http://schemas.microsoft.com/office/drawing/2014/main" id="{BA330C93-7B4A-E5CD-EC13-C2C7A17BA3D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741335" y="6000509"/>
                    <a:ext cx="749175" cy="2440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9F69B29-AEF8-9700-ABDF-8BA5EE1CBABC}"/>
                    </a:ext>
                  </a:extLst>
                </p14:cNvPr>
                <p14:cNvContentPartPr/>
                <p14:nvPr/>
              </p14:nvContentPartPr>
              <p14:xfrm>
                <a:off x="7896738" y="5278316"/>
                <a:ext cx="789120" cy="300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9F69B29-AEF8-9700-ABDF-8BA5EE1CBA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81251" y="5262836"/>
                  <a:ext cx="819734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8BACD30-08D8-93D2-E419-E2328D1501EE}"/>
              </a:ext>
            </a:extLst>
          </p:cNvPr>
          <p:cNvGrpSpPr/>
          <p:nvPr/>
        </p:nvGrpSpPr>
        <p:grpSpPr>
          <a:xfrm>
            <a:off x="4571393" y="136525"/>
            <a:ext cx="5126393" cy="645035"/>
            <a:chOff x="4892234" y="259629"/>
            <a:chExt cx="4148028" cy="5219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CB69DE-7D53-FE50-8FF6-46E9BCB7DB9B}"/>
                    </a:ext>
                  </a:extLst>
                </p14:cNvPr>
                <p14:cNvContentPartPr/>
                <p14:nvPr/>
              </p14:nvContentPartPr>
              <p14:xfrm>
                <a:off x="6772870" y="625680"/>
                <a:ext cx="116640" cy="155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CB69DE-7D53-FE50-8FF6-46E9BCB7DB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0300" y="613128"/>
                  <a:ext cx="141488" cy="180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30EE0EA2-4F23-7919-B39A-C081B21A99D6}"/>
                    </a:ext>
                  </a:extLst>
                </p14:cNvPr>
                <p14:cNvContentPartPr/>
                <p14:nvPr/>
              </p14:nvContentPartPr>
              <p14:xfrm>
                <a:off x="5380251" y="259629"/>
                <a:ext cx="450360" cy="29700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30EE0EA2-4F23-7919-B39A-C081B21A99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67725" y="247096"/>
                  <a:ext cx="475121" cy="3217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FBD592C5-EEEE-2EDF-A32F-66EECF75AA01}"/>
                    </a:ext>
                  </a:extLst>
                </p14:cNvPr>
                <p14:cNvContentPartPr/>
                <p14:nvPr/>
              </p14:nvContentPartPr>
              <p14:xfrm>
                <a:off x="5913411" y="353229"/>
                <a:ext cx="9720" cy="720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FBD592C5-EEEE-2EDF-A32F-66EECF75AA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00746" y="340329"/>
                  <a:ext cx="34756" cy="32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A325FEF3-74E3-4851-CAD1-62175E7EBA2B}"/>
                    </a:ext>
                  </a:extLst>
                </p14:cNvPr>
                <p14:cNvContentPartPr/>
                <p14:nvPr/>
              </p14:nvContentPartPr>
              <p14:xfrm>
                <a:off x="5909091" y="424869"/>
                <a:ext cx="16200" cy="252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325FEF3-74E3-4851-CAD1-62175E7EBA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96870" y="411324"/>
                  <a:ext cx="40358" cy="29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F48D2AE2-5FEF-037C-82CA-EE91336FC08B}"/>
                    </a:ext>
                  </a:extLst>
                </p14:cNvPr>
                <p14:cNvContentPartPr/>
                <p14:nvPr/>
              </p14:nvContentPartPr>
              <p14:xfrm>
                <a:off x="6127971" y="295269"/>
                <a:ext cx="739440" cy="21528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F48D2AE2-5FEF-037C-82CA-EE91336FC08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15443" y="282726"/>
                  <a:ext cx="764205" cy="240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859DC891-A6DA-8CE9-E7ED-5FF1618F25DC}"/>
                    </a:ext>
                  </a:extLst>
                </p14:cNvPr>
                <p14:cNvContentPartPr/>
                <p14:nvPr/>
              </p14:nvContentPartPr>
              <p14:xfrm>
                <a:off x="6975411" y="317589"/>
                <a:ext cx="933480" cy="18612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859DC891-A6DA-8CE9-E7ED-5FF1618F25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62879" y="305025"/>
                  <a:ext cx="958252" cy="2109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8126FAF3-0DE2-E2FF-9077-507A079BFFD4}"/>
                    </a:ext>
                  </a:extLst>
                </p14:cNvPr>
                <p14:cNvContentPartPr/>
                <p14:nvPr/>
              </p14:nvContentPartPr>
              <p14:xfrm>
                <a:off x="8079422" y="328698"/>
                <a:ext cx="960840" cy="1796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8126FAF3-0DE2-E2FF-9077-507A079BFF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66902" y="316138"/>
                  <a:ext cx="985589" cy="2044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155E20-6EA3-3F20-0786-86210731E7DC}"/>
                    </a:ext>
                  </a:extLst>
                </p14:cNvPr>
                <p14:cNvContentPartPr/>
                <p14:nvPr/>
              </p14:nvContentPartPr>
              <p14:xfrm>
                <a:off x="4892234" y="279429"/>
                <a:ext cx="443520" cy="22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155E20-6EA3-3F20-0786-86210731E7D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79704" y="266904"/>
                  <a:ext cx="468290" cy="249038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84F51816-65AC-E375-1F64-E2C5C32D0F7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079" y="3942917"/>
            <a:ext cx="507244" cy="5072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1F7025-0BC3-2DA1-ED5F-D58EBD5BB001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r="45760"/>
          <a:stretch>
            <a:fillRect/>
          </a:stretch>
        </p:blipFill>
        <p:spPr>
          <a:xfrm>
            <a:off x="10906796" y="3805645"/>
            <a:ext cx="1122608" cy="615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7FCB34-B42F-9676-B517-7D29D1CB397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268452" y="4099654"/>
            <a:ext cx="714375" cy="228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6B9D63-E051-8D43-4944-D54BE648B9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906796" y="4500343"/>
            <a:ext cx="571500" cy="2095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826D05C-CE98-B8A9-9622-1E92D13D6330}"/>
              </a:ext>
            </a:extLst>
          </p:cNvPr>
          <p:cNvGrpSpPr/>
          <p:nvPr/>
        </p:nvGrpSpPr>
        <p:grpSpPr>
          <a:xfrm>
            <a:off x="5812932" y="5418770"/>
            <a:ext cx="1465489" cy="986793"/>
            <a:chOff x="5812932" y="5418770"/>
            <a:chExt cx="1465489" cy="986793"/>
          </a:xfrm>
        </p:grpSpPr>
        <p:grpSp>
          <p:nvGrpSpPr>
            <p:cNvPr id="1148" name="Group 1147">
              <a:extLst>
                <a:ext uri="{FF2B5EF4-FFF2-40B4-BE49-F238E27FC236}">
                  <a16:creationId xmlns:a16="http://schemas.microsoft.com/office/drawing/2014/main" id="{88C7E307-3D32-F834-865A-F7156BC757E2}"/>
                </a:ext>
              </a:extLst>
            </p:cNvPr>
            <p:cNvGrpSpPr/>
            <p:nvPr/>
          </p:nvGrpSpPr>
          <p:grpSpPr>
            <a:xfrm>
              <a:off x="5812932" y="5418770"/>
              <a:ext cx="1465489" cy="986793"/>
              <a:chOff x="5602889" y="5303876"/>
              <a:chExt cx="1465489" cy="986793"/>
            </a:xfrm>
          </p:grpSpPr>
          <p:grpSp>
            <p:nvGrpSpPr>
              <p:cNvPr id="1137" name="Group 1136">
                <a:extLst>
                  <a:ext uri="{FF2B5EF4-FFF2-40B4-BE49-F238E27FC236}">
                    <a16:creationId xmlns:a16="http://schemas.microsoft.com/office/drawing/2014/main" id="{59DF4BFF-D1E4-4FBC-1634-2627CA5F98DA}"/>
                  </a:ext>
                </a:extLst>
              </p:cNvPr>
              <p:cNvGrpSpPr/>
              <p:nvPr/>
            </p:nvGrpSpPr>
            <p:grpSpPr>
              <a:xfrm>
                <a:off x="5602889" y="5676689"/>
                <a:ext cx="899280" cy="613980"/>
                <a:chOff x="5602889" y="5676689"/>
                <a:chExt cx="899280" cy="6139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4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8601988C-F038-47FE-CDEA-C238E4D4FAA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88176" y="5676689"/>
                    <a:ext cx="509760" cy="297000"/>
                  </p14:xfrm>
                </p:contentPart>
              </mc:Choice>
              <mc:Fallback xmlns=""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8601988C-F038-47FE-CDEA-C238E4D4FAA4}"/>
                        </a:ext>
                      </a:extLst>
                    </p:cNvPr>
                    <p:cNvPicPr/>
                    <p:nvPr/>
                  </p:nvPicPr>
                  <p:blipFill>
                    <a:blip r:embed="rId45"/>
                    <a:stretch>
                      <a:fillRect/>
                    </a:stretch>
                  </p:blipFill>
                  <p:spPr>
                    <a:xfrm>
                      <a:off x="5772707" y="5661228"/>
                      <a:ext cx="540338" cy="32756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6">
                  <p14:nvContentPartPr>
                    <p14:cNvPr id="48" name="Ink 47">
                      <a:extLst>
                        <a:ext uri="{FF2B5EF4-FFF2-40B4-BE49-F238E27FC236}">
                          <a16:creationId xmlns:a16="http://schemas.microsoft.com/office/drawing/2014/main" id="{3406167E-BD56-668A-DAFB-C70A210BEA4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02889" y="5978189"/>
                    <a:ext cx="899280" cy="312480"/>
                  </p14:xfrm>
                </p:contentPart>
              </mc:Choice>
              <mc:Fallback xmlns="">
                <p:pic>
                  <p:nvPicPr>
                    <p:cNvPr id="48" name="Ink 47">
                      <a:extLst>
                        <a:ext uri="{FF2B5EF4-FFF2-40B4-BE49-F238E27FC236}">
                          <a16:creationId xmlns:a16="http://schemas.microsoft.com/office/drawing/2014/main" id="{3406167E-BD56-668A-DAFB-C70A210BEA4E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5587409" y="5962709"/>
                      <a:ext cx="929880" cy="3430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05832F6C-5F80-EF0F-39DE-FB6A4436C289}"/>
                      </a:ext>
                    </a:extLst>
                  </p14:cNvPr>
                  <p14:cNvContentPartPr/>
                  <p14:nvPr/>
                </p14:nvContentPartPr>
                <p14:xfrm>
                  <a:off x="6289698" y="5303876"/>
                  <a:ext cx="778680" cy="3441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05832F6C-5F80-EF0F-39DE-FB6A4436C289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274211" y="5288412"/>
                    <a:ext cx="809294" cy="37472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9EB160D-3F00-A710-2B54-0AC76BC33EB7}"/>
                    </a:ext>
                  </a:extLst>
                </p14:cNvPr>
                <p14:cNvContentPartPr/>
                <p14:nvPr/>
              </p14:nvContentPartPr>
              <p14:xfrm>
                <a:off x="6738330" y="6104292"/>
                <a:ext cx="33840" cy="40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9EB160D-3F00-A710-2B54-0AC76BC33E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22850" y="6088948"/>
                  <a:ext cx="64440" cy="710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C3DA82-0B8D-C58E-AE7A-9F354CC436EE}"/>
              </a:ext>
            </a:extLst>
          </p:cNvPr>
          <p:cNvGrpSpPr/>
          <p:nvPr/>
        </p:nvGrpSpPr>
        <p:grpSpPr>
          <a:xfrm>
            <a:off x="3922679" y="6178690"/>
            <a:ext cx="1722564" cy="355320"/>
            <a:chOff x="3922679" y="6178690"/>
            <a:chExt cx="1722564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E4F616-B239-80BA-3B10-B1D7C9F69D33}"/>
                    </a:ext>
                  </a:extLst>
                </p14:cNvPr>
                <p14:cNvContentPartPr/>
                <p14:nvPr/>
              </p14:nvContentPartPr>
              <p14:xfrm>
                <a:off x="5274803" y="6221552"/>
                <a:ext cx="370440" cy="11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E4F616-B239-80BA-3B10-B1D7C9F69D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59308" y="6206118"/>
                  <a:ext cx="401070" cy="1503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DDCF719-3926-7E22-5696-40D477AEAF7E}"/>
                    </a:ext>
                  </a:extLst>
                </p14:cNvPr>
                <p14:cNvContentPartPr/>
                <p14:nvPr/>
              </p14:nvContentPartPr>
              <p14:xfrm>
                <a:off x="3922679" y="6178690"/>
                <a:ext cx="1268280" cy="35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DDCF719-3926-7E22-5696-40D477AEAF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07203" y="6163210"/>
                  <a:ext cx="1298871" cy="385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2" descr="Universal Zero Knowledge | RISC Zero">
            <a:extLst>
              <a:ext uri="{FF2B5EF4-FFF2-40B4-BE49-F238E27FC236}">
                <a16:creationId xmlns:a16="http://schemas.microsoft.com/office/drawing/2014/main" id="{D9367728-23E1-2715-EB46-AE6FEEB52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796" y="3130182"/>
            <a:ext cx="719889" cy="52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FB4451-52E2-EE8B-7C5D-AEBDA60D1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503" y="3927586"/>
            <a:ext cx="507244" cy="50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82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51" grpId="0" animBg="1"/>
      <p:bldP spid="52" grpId="0" animBg="1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FEB3-D465-66DA-5823-6A170192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ZKPs are low-level; they need a stack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AB367-AEC4-CF07-EB2F-F266E43F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B39C-634F-4FFC-B685-C380D70A9A89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DC8FE6-B85F-F006-0338-9E1D11C032F8}"/>
              </a:ext>
            </a:extLst>
          </p:cNvPr>
          <p:cNvGrpSpPr/>
          <p:nvPr/>
        </p:nvGrpSpPr>
        <p:grpSpPr>
          <a:xfrm>
            <a:off x="313051" y="2178661"/>
            <a:ext cx="924078" cy="1895596"/>
            <a:chOff x="313051" y="2178661"/>
            <a:chExt cx="924078" cy="189559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0F1C3A9-6092-A955-6605-5169F46DB59A}"/>
                </a:ext>
              </a:extLst>
            </p:cNvPr>
            <p:cNvSpPr txBox="1"/>
            <p:nvPr/>
          </p:nvSpPr>
          <p:spPr>
            <a:xfrm>
              <a:off x="313051" y="2178661"/>
              <a:ext cx="9240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/>
                <a:t>Idea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3DF1E95-1E71-4D92-60D2-8C535EF693E2}"/>
                </a:ext>
              </a:extLst>
            </p:cNvPr>
            <p:cNvGrpSpPr/>
            <p:nvPr/>
          </p:nvGrpSpPr>
          <p:grpSpPr>
            <a:xfrm>
              <a:off x="479263" y="3205577"/>
              <a:ext cx="483120" cy="868680"/>
              <a:chOff x="79411" y="2524389"/>
              <a:chExt cx="483120" cy="868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72" name="Ink 14">
                    <a:extLst>
                      <a:ext uri="{FF2B5EF4-FFF2-40B4-BE49-F238E27FC236}">
                        <a16:creationId xmlns:a16="http://schemas.microsoft.com/office/drawing/2014/main" id="{ED3B6306-7FE0-633B-648C-767ACCF8A0ED}"/>
                      </a:ext>
                    </a:extLst>
                  </p14:cNvPr>
                  <p14:cNvContentPartPr/>
                  <p14:nvPr/>
                </p14:nvContentPartPr>
                <p14:xfrm>
                  <a:off x="257251" y="3108309"/>
                  <a:ext cx="141480" cy="284760"/>
                </p14:xfrm>
              </p:contentPart>
            </mc:Choice>
            <mc:Fallback xmlns="">
              <p:pic>
                <p:nvPicPr>
                  <p:cNvPr id="72" name="Ink 14">
                    <a:extLst>
                      <a:ext uri="{FF2B5EF4-FFF2-40B4-BE49-F238E27FC236}">
                        <a16:creationId xmlns:a16="http://schemas.microsoft.com/office/drawing/2014/main" id="{ED3B6306-7FE0-633B-648C-767ACCF8A0ED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41732" y="3092809"/>
                    <a:ext cx="172158" cy="3153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F8099547-EDBE-3CCD-4204-1C3452253F61}"/>
                      </a:ext>
                    </a:extLst>
                  </p14:cNvPr>
                  <p14:cNvContentPartPr/>
                  <p14:nvPr/>
                </p14:nvContentPartPr>
                <p14:xfrm>
                  <a:off x="167251" y="2618709"/>
                  <a:ext cx="318960" cy="47376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F8099547-EDBE-3CCD-4204-1C3452253F6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51771" y="2603229"/>
                    <a:ext cx="349560" cy="504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93366F32-4A50-7C7D-DC0D-3A881A546001}"/>
                      </a:ext>
                    </a:extLst>
                  </p14:cNvPr>
                  <p14:cNvContentPartPr/>
                  <p14:nvPr/>
                </p14:nvContentPartPr>
                <p14:xfrm>
                  <a:off x="273451" y="2796549"/>
                  <a:ext cx="39600" cy="14112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93366F32-4A50-7C7D-DC0D-3A881A546001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19451" y="2688549"/>
                    <a:ext cx="147240" cy="35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096E64F6-3881-2E5F-ABF1-AFBB8C266FC0}"/>
                      </a:ext>
                    </a:extLst>
                  </p14:cNvPr>
                  <p14:cNvContentPartPr/>
                  <p14:nvPr/>
                </p14:nvContentPartPr>
                <p14:xfrm>
                  <a:off x="260851" y="2761989"/>
                  <a:ext cx="38520" cy="25200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096E64F6-3881-2E5F-ABF1-AFBB8C266FC0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06851" y="2653989"/>
                    <a:ext cx="146160" cy="46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4663223A-6DC1-DE64-94E6-57B43520158B}"/>
                      </a:ext>
                    </a:extLst>
                  </p14:cNvPr>
                  <p14:cNvContentPartPr/>
                  <p14:nvPr/>
                </p14:nvContentPartPr>
                <p14:xfrm>
                  <a:off x="243571" y="2805909"/>
                  <a:ext cx="39600" cy="17748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4663223A-6DC1-DE64-94E6-57B43520158B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89571" y="2697689"/>
                    <a:ext cx="147240" cy="3935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9278A3EF-C2A7-9AE0-E016-2D16AE2A3C8D}"/>
                      </a:ext>
                    </a:extLst>
                  </p14:cNvPr>
                  <p14:cNvContentPartPr/>
                  <p14:nvPr/>
                </p14:nvContentPartPr>
                <p14:xfrm>
                  <a:off x="292891" y="2709069"/>
                  <a:ext cx="43560" cy="2718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9278A3EF-C2A7-9AE0-E016-2D16AE2A3C8D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238891" y="2601069"/>
                    <a:ext cx="151200" cy="48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581296F8-D27E-1C6B-FF48-2C1B77F32AC3}"/>
                      </a:ext>
                    </a:extLst>
                  </p14:cNvPr>
                  <p14:cNvContentPartPr/>
                  <p14:nvPr/>
                </p14:nvContentPartPr>
                <p14:xfrm>
                  <a:off x="340411" y="2741109"/>
                  <a:ext cx="63000" cy="26352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581296F8-D27E-1C6B-FF48-2C1B77F32AC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286411" y="2633109"/>
                    <a:ext cx="170640" cy="479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1776F987-5F3E-6264-8A66-BA393C64E462}"/>
                      </a:ext>
                    </a:extLst>
                  </p14:cNvPr>
                  <p14:cNvContentPartPr/>
                  <p14:nvPr/>
                </p14:nvContentPartPr>
                <p14:xfrm>
                  <a:off x="370651" y="2766669"/>
                  <a:ext cx="53640" cy="22680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1776F987-5F3E-6264-8A66-BA393C64E462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16651" y="2658669"/>
                    <a:ext cx="161280" cy="442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B8E453D6-5A54-639F-9BC4-999ABA2CD9C5}"/>
                      </a:ext>
                    </a:extLst>
                  </p14:cNvPr>
                  <p14:cNvContentPartPr/>
                  <p14:nvPr/>
                </p14:nvContentPartPr>
                <p14:xfrm>
                  <a:off x="209011" y="2549589"/>
                  <a:ext cx="11880" cy="30240"/>
                </p14:xfrm>
              </p:contentPart>
            </mc:Choice>
            <mc:Fallback xmlns=""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B8E453D6-5A54-639F-9BC4-999ABA2CD9C5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93531" y="2534109"/>
                    <a:ext cx="42480" cy="60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DF21BDC7-38F3-1549-8BDC-70D351290BDC}"/>
                      </a:ext>
                    </a:extLst>
                  </p14:cNvPr>
                  <p14:cNvContentPartPr/>
                  <p14:nvPr/>
                </p14:nvContentPartPr>
                <p14:xfrm>
                  <a:off x="374971" y="2524389"/>
                  <a:ext cx="7200" cy="3960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DF21BDC7-38F3-1549-8BDC-70D351290BD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59491" y="2508909"/>
                    <a:ext cx="37800" cy="7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D9A4F9EE-D344-0A7C-07A7-09D99E2BEC8B}"/>
                      </a:ext>
                    </a:extLst>
                  </p14:cNvPr>
                  <p14:cNvContentPartPr/>
                  <p14:nvPr/>
                </p14:nvContentPartPr>
                <p14:xfrm>
                  <a:off x="527611" y="2630589"/>
                  <a:ext cx="30240" cy="1872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D9A4F9EE-D344-0A7C-07A7-09D99E2BEC8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512313" y="2615109"/>
                    <a:ext cx="60480" cy="4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C4D7C461-ADB3-F427-4238-147EF87AD4E1}"/>
                      </a:ext>
                    </a:extLst>
                  </p14:cNvPr>
                  <p14:cNvContentPartPr/>
                  <p14:nvPr/>
                </p14:nvContentPartPr>
                <p14:xfrm>
                  <a:off x="534451" y="2838309"/>
                  <a:ext cx="28080" cy="972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C4D7C461-ADB3-F427-4238-147EF87AD4E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518971" y="2822829"/>
                    <a:ext cx="58680" cy="40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388FA6AB-860D-24B5-82FA-549645411D87}"/>
                      </a:ext>
                    </a:extLst>
                  </p14:cNvPr>
                  <p14:cNvContentPartPr/>
                  <p14:nvPr/>
                </p14:nvContentPartPr>
                <p14:xfrm>
                  <a:off x="511411" y="2962869"/>
                  <a:ext cx="44280" cy="2808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388FA6AB-860D-24B5-82FA-549645411D8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495931" y="2947389"/>
                    <a:ext cx="74880" cy="58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DD5DE89E-F37E-CFBB-E77A-22F125F4E3D0}"/>
                      </a:ext>
                    </a:extLst>
                  </p14:cNvPr>
                  <p14:cNvContentPartPr/>
                  <p14:nvPr/>
                </p14:nvContentPartPr>
                <p14:xfrm>
                  <a:off x="100291" y="2699709"/>
                  <a:ext cx="18720" cy="1188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DD5DE89E-F37E-CFBB-E77A-22F125F4E3D0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4811" y="2684684"/>
                    <a:ext cx="49320" cy="415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9A2EB0F2-CF5D-ACC1-C1A4-7FD7BB56C9AB}"/>
                      </a:ext>
                    </a:extLst>
                  </p14:cNvPr>
                  <p14:cNvContentPartPr/>
                  <p14:nvPr/>
                </p14:nvContentPartPr>
                <p14:xfrm>
                  <a:off x="79411" y="2835789"/>
                  <a:ext cx="39600" cy="1188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9A2EB0F2-CF5D-ACC1-C1A4-7FD7BB56C9AB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63931" y="2820309"/>
                    <a:ext cx="70200" cy="42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647AD681-A5F7-9C83-F780-DCC99F91A9A5}"/>
                      </a:ext>
                    </a:extLst>
                  </p14:cNvPr>
                  <p14:cNvContentPartPr/>
                  <p14:nvPr/>
                </p14:nvContentPartPr>
                <p14:xfrm>
                  <a:off x="104971" y="3006789"/>
                  <a:ext cx="48960" cy="5112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647AD681-A5F7-9C83-F780-DCC99F91A9A5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9376" y="2991309"/>
                    <a:ext cx="79787" cy="81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46C9815-B898-643E-CEC2-C90FD28E1B81}"/>
              </a:ext>
            </a:extLst>
          </p:cNvPr>
          <p:cNvGrpSpPr/>
          <p:nvPr/>
        </p:nvGrpSpPr>
        <p:grpSpPr>
          <a:xfrm>
            <a:off x="1064384" y="2966123"/>
            <a:ext cx="1828800" cy="523220"/>
            <a:chOff x="1890584" y="2807470"/>
            <a:chExt cx="2134989" cy="523220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57D6E1E-346C-B2CC-1503-6E352D388CCC}"/>
                </a:ext>
              </a:extLst>
            </p:cNvPr>
            <p:cNvSpPr txBox="1"/>
            <p:nvPr/>
          </p:nvSpPr>
          <p:spPr>
            <a:xfrm>
              <a:off x="1893104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Program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919960D-8469-06B7-A87B-E7DFDB04A4FE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B0D900D-163E-B593-2817-E55F7A5AB9B3}"/>
              </a:ext>
            </a:extLst>
          </p:cNvPr>
          <p:cNvGrpSpPr/>
          <p:nvPr/>
        </p:nvGrpSpPr>
        <p:grpSpPr>
          <a:xfrm>
            <a:off x="8495783" y="2922423"/>
            <a:ext cx="1832048" cy="557584"/>
            <a:chOff x="6673020" y="2800364"/>
            <a:chExt cx="2211489" cy="557584"/>
          </a:xfrm>
        </p:grpSpPr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7EB56C0A-BA5C-DDFE-1FAD-7A0939FF248E}"/>
                </a:ext>
              </a:extLst>
            </p:cNvPr>
            <p:cNvCxnSpPr>
              <a:cxnSpLocks/>
            </p:cNvCxnSpPr>
            <p:nvPr/>
          </p:nvCxnSpPr>
          <p:spPr>
            <a:xfrm>
              <a:off x="6673020" y="3357948"/>
              <a:ext cx="220756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9976B17-4A69-80B9-0F03-EE3E200184AC}"/>
                </a:ext>
              </a:extLst>
            </p:cNvPr>
            <p:cNvSpPr txBox="1"/>
            <p:nvPr/>
          </p:nvSpPr>
          <p:spPr>
            <a:xfrm>
              <a:off x="6673020" y="2800364"/>
              <a:ext cx="22114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ZKP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754AD47-26CA-3C20-4E4C-410284326C12}"/>
              </a:ext>
            </a:extLst>
          </p:cNvPr>
          <p:cNvGrpSpPr/>
          <p:nvPr/>
        </p:nvGrpSpPr>
        <p:grpSpPr>
          <a:xfrm>
            <a:off x="10066941" y="2178661"/>
            <a:ext cx="2026114" cy="1687696"/>
            <a:chOff x="10066941" y="2178661"/>
            <a:chExt cx="2026114" cy="1687696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990F20B-764B-C153-3768-89E5949D47E7}"/>
                </a:ext>
              </a:extLst>
            </p:cNvPr>
            <p:cNvSpPr txBox="1"/>
            <p:nvPr/>
          </p:nvSpPr>
          <p:spPr>
            <a:xfrm>
              <a:off x="10066941" y="2178661"/>
              <a:ext cx="20261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Application</a:t>
              </a:r>
            </a:p>
          </p:txBody>
        </p:sp>
        <p:pic>
          <p:nvPicPr>
            <p:cNvPr id="154" name="Picture 153" descr="Logo, icon&#10;&#10;Description automatically generated">
              <a:extLst>
                <a:ext uri="{FF2B5EF4-FFF2-40B4-BE49-F238E27FC236}">
                  <a16:creationId xmlns:a16="http://schemas.microsoft.com/office/drawing/2014/main" id="{5D1074A9-2F27-0332-0FE2-55DBCA8FE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1378" y="3089117"/>
              <a:ext cx="777240" cy="77724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6E0CE8-9534-5B0C-9CD0-B4F8DD23F3D9}"/>
              </a:ext>
            </a:extLst>
          </p:cNvPr>
          <p:cNvGrpSpPr/>
          <p:nvPr/>
        </p:nvGrpSpPr>
        <p:grpSpPr>
          <a:xfrm>
            <a:off x="6600118" y="1963218"/>
            <a:ext cx="2121932" cy="2003313"/>
            <a:chOff x="6600118" y="1963218"/>
            <a:chExt cx="2121932" cy="2003313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9E48522-216A-2787-234D-F6A93F44321C}"/>
                </a:ext>
              </a:extLst>
            </p:cNvPr>
            <p:cNvGrpSpPr/>
            <p:nvPr/>
          </p:nvGrpSpPr>
          <p:grpSpPr>
            <a:xfrm>
              <a:off x="7128856" y="3128451"/>
              <a:ext cx="1041480" cy="838080"/>
              <a:chOff x="5657236" y="3110491"/>
              <a:chExt cx="1041480" cy="838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8CA5BEE6-1FA2-AA68-EABF-F8280B15A534}"/>
                      </a:ext>
                    </a:extLst>
                  </p14:cNvPr>
                  <p14:cNvContentPartPr/>
                  <p14:nvPr/>
                </p14:nvContentPartPr>
                <p14:xfrm>
                  <a:off x="6264556" y="3795931"/>
                  <a:ext cx="9720" cy="720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8CA5BEE6-1FA2-AA68-EABF-F8280B15A534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249076" y="3780451"/>
                    <a:ext cx="40320" cy="3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31" name="Ink 76">
                    <a:extLst>
                      <a:ext uri="{FF2B5EF4-FFF2-40B4-BE49-F238E27FC236}">
                        <a16:creationId xmlns:a16="http://schemas.microsoft.com/office/drawing/2014/main" id="{C532330B-EC86-7913-90D2-26115588841F}"/>
                      </a:ext>
                    </a:extLst>
                  </p14:cNvPr>
                  <p14:cNvContentPartPr/>
                  <p14:nvPr/>
                </p14:nvContentPartPr>
                <p14:xfrm>
                  <a:off x="6273556" y="3874411"/>
                  <a:ext cx="18720" cy="74160"/>
                </p14:xfrm>
              </p:contentPart>
            </mc:Choice>
            <mc:Fallback xmlns="">
              <p:pic>
                <p:nvPicPr>
                  <p:cNvPr id="131" name="Ink 76">
                    <a:extLst>
                      <a:ext uri="{FF2B5EF4-FFF2-40B4-BE49-F238E27FC236}">
                        <a16:creationId xmlns:a16="http://schemas.microsoft.com/office/drawing/2014/main" id="{C532330B-EC86-7913-90D2-26115588841F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258076" y="3858931"/>
                    <a:ext cx="49320" cy="10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32" name="Ink 76">
                    <a:extLst>
                      <a:ext uri="{FF2B5EF4-FFF2-40B4-BE49-F238E27FC236}">
                        <a16:creationId xmlns:a16="http://schemas.microsoft.com/office/drawing/2014/main" id="{77BDB427-0977-91E0-0698-71921DF15AAF}"/>
                      </a:ext>
                    </a:extLst>
                  </p14:cNvPr>
                  <p14:cNvContentPartPr/>
                  <p14:nvPr/>
                </p14:nvContentPartPr>
                <p14:xfrm>
                  <a:off x="5698636" y="3460051"/>
                  <a:ext cx="967680" cy="209520"/>
                </p14:xfrm>
              </p:contentPart>
            </mc:Choice>
            <mc:Fallback xmlns="">
              <p:pic>
                <p:nvPicPr>
                  <p:cNvPr id="132" name="Ink 76">
                    <a:extLst>
                      <a:ext uri="{FF2B5EF4-FFF2-40B4-BE49-F238E27FC236}">
                        <a16:creationId xmlns:a16="http://schemas.microsoft.com/office/drawing/2014/main" id="{77BDB427-0977-91E0-0698-71921DF15AAF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5683150" y="3444544"/>
                    <a:ext cx="998291" cy="24017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139" name="Ink 76">
                    <a:extLst>
                      <a:ext uri="{FF2B5EF4-FFF2-40B4-BE49-F238E27FC236}">
                        <a16:creationId xmlns:a16="http://schemas.microsoft.com/office/drawing/2014/main" id="{DCEFAB45-8292-09C4-CAAA-211C2469AB81}"/>
                      </a:ext>
                    </a:extLst>
                  </p14:cNvPr>
                  <p14:cNvContentPartPr/>
                  <p14:nvPr/>
                </p14:nvContentPartPr>
                <p14:xfrm>
                  <a:off x="5657236" y="3110491"/>
                  <a:ext cx="1041480" cy="252720"/>
                </p14:xfrm>
              </p:contentPart>
            </mc:Choice>
            <mc:Fallback xmlns="">
              <p:pic>
                <p:nvPicPr>
                  <p:cNvPr id="139" name="Ink 76">
                    <a:extLst>
                      <a:ext uri="{FF2B5EF4-FFF2-40B4-BE49-F238E27FC236}">
                        <a16:creationId xmlns:a16="http://schemas.microsoft.com/office/drawing/2014/main" id="{DCEFAB45-8292-09C4-CAAA-211C2469AB81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5641761" y="3095033"/>
                    <a:ext cx="1072069" cy="28327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0EA834D-AB99-1CA0-3D23-E505FA4FB3EF}"/>
                    </a:ext>
                  </a:extLst>
                </p:cNvPr>
                <p:cNvSpPr txBox="1"/>
                <p:nvPr/>
              </p:nvSpPr>
              <p:spPr>
                <a:xfrm>
                  <a:off x="6600118" y="1963218"/>
                  <a:ext cx="2121932" cy="9873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2800"/>
                    <a:t>-circuit</a:t>
                  </a:r>
                </a:p>
                <a:p>
                  <a:pPr algn="ctr"/>
                  <a:r>
                    <a:rPr lang="en-US" sz="2800"/>
                    <a:t>(low level)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0EA834D-AB99-1CA0-3D23-E505FA4FB3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0118" y="1963218"/>
                  <a:ext cx="2121932" cy="987322"/>
                </a:xfrm>
                <a:prstGeom prst="rect">
                  <a:avLst/>
                </a:prstGeom>
                <a:blipFill>
                  <a:blip r:embed="rId44"/>
                  <a:stretch>
                    <a:fillRect t="-5556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07BBA85-D48F-4839-4ED9-B8C32C54AC60}"/>
              </a:ext>
            </a:extLst>
          </p:cNvPr>
          <p:cNvGrpSpPr/>
          <p:nvPr/>
        </p:nvGrpSpPr>
        <p:grpSpPr>
          <a:xfrm>
            <a:off x="2505183" y="1963218"/>
            <a:ext cx="2574864" cy="2091561"/>
            <a:chOff x="2505183" y="1963218"/>
            <a:chExt cx="2574864" cy="20915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80F1C4-F58C-06B2-FBEA-A3E475C33676}"/>
                </a:ext>
              </a:extLst>
            </p:cNvPr>
            <p:cNvSpPr txBox="1"/>
            <p:nvPr/>
          </p:nvSpPr>
          <p:spPr>
            <a:xfrm>
              <a:off x="2505183" y="1963218"/>
              <a:ext cx="257486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Code</a:t>
              </a:r>
            </a:p>
            <a:p>
              <a:pPr algn="ctr"/>
              <a:r>
                <a:rPr lang="en-US" sz="2800"/>
                <a:t>(high level)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8B4733-63CA-DBCB-61D9-D3082891AA1C}"/>
                </a:ext>
              </a:extLst>
            </p:cNvPr>
            <p:cNvGrpSpPr/>
            <p:nvPr/>
          </p:nvGrpSpPr>
          <p:grpSpPr>
            <a:xfrm>
              <a:off x="3232062" y="3205577"/>
              <a:ext cx="1053673" cy="849202"/>
              <a:chOff x="3560884" y="2645027"/>
              <a:chExt cx="1053673" cy="849202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21" name="Ink 21">
                    <a:extLst>
                      <a:ext uri="{FF2B5EF4-FFF2-40B4-BE49-F238E27FC236}">
                        <a16:creationId xmlns:a16="http://schemas.microsoft.com/office/drawing/2014/main" id="{88F70F8A-9966-3707-79D6-68004FFF549E}"/>
                      </a:ext>
                    </a:extLst>
                  </p14:cNvPr>
                  <p14:cNvContentPartPr/>
                  <p14:nvPr/>
                </p14:nvContentPartPr>
                <p14:xfrm>
                  <a:off x="3560884" y="2706189"/>
                  <a:ext cx="231480" cy="187200"/>
                </p14:xfrm>
              </p:contentPart>
            </mc:Choice>
            <mc:Fallback xmlns="">
              <p:pic>
                <p:nvPicPr>
                  <p:cNvPr id="21" name="Ink 21">
                    <a:extLst>
                      <a:ext uri="{FF2B5EF4-FFF2-40B4-BE49-F238E27FC236}">
                        <a16:creationId xmlns:a16="http://schemas.microsoft.com/office/drawing/2014/main" id="{88F70F8A-9966-3707-79D6-68004FFF549E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545380" y="2690709"/>
                    <a:ext cx="262128" cy="21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32" name="Ink 32">
                    <a:extLst>
                      <a:ext uri="{FF2B5EF4-FFF2-40B4-BE49-F238E27FC236}">
                        <a16:creationId xmlns:a16="http://schemas.microsoft.com/office/drawing/2014/main" id="{41F0E886-B101-A77A-9148-D1BE2F22D2B6}"/>
                      </a:ext>
                    </a:extLst>
                  </p14:cNvPr>
                  <p14:cNvContentPartPr/>
                  <p14:nvPr/>
                </p14:nvContentPartPr>
                <p14:xfrm>
                  <a:off x="3824357" y="2645027"/>
                  <a:ext cx="790200" cy="231120"/>
                </p14:xfrm>
              </p:contentPart>
            </mc:Choice>
            <mc:Fallback xmlns="">
              <p:pic>
                <p:nvPicPr>
                  <p:cNvPr id="32" name="Ink 32">
                    <a:extLst>
                      <a:ext uri="{FF2B5EF4-FFF2-40B4-BE49-F238E27FC236}">
                        <a16:creationId xmlns:a16="http://schemas.microsoft.com/office/drawing/2014/main" id="{41F0E886-B101-A77A-9148-D1BE2F22D2B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3808870" y="2629547"/>
                    <a:ext cx="820814" cy="261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38" name="Ink 39">
                    <a:extLst>
                      <a:ext uri="{FF2B5EF4-FFF2-40B4-BE49-F238E27FC236}">
                        <a16:creationId xmlns:a16="http://schemas.microsoft.com/office/drawing/2014/main" id="{78FF2CCD-2EA0-04A0-6D49-E94D07D34BB2}"/>
                      </a:ext>
                    </a:extLst>
                  </p14:cNvPr>
                  <p14:cNvContentPartPr/>
                  <p14:nvPr/>
                </p14:nvContentPartPr>
                <p14:xfrm>
                  <a:off x="3627844" y="3292629"/>
                  <a:ext cx="109080" cy="201600"/>
                </p14:xfrm>
              </p:contentPart>
            </mc:Choice>
            <mc:Fallback xmlns="">
              <p:pic>
                <p:nvPicPr>
                  <p:cNvPr id="38" name="Ink 39">
                    <a:extLst>
                      <a:ext uri="{FF2B5EF4-FFF2-40B4-BE49-F238E27FC236}">
                        <a16:creationId xmlns:a16="http://schemas.microsoft.com/office/drawing/2014/main" id="{78FF2CCD-2EA0-04A0-6D49-E94D07D34BB2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3612313" y="3277121"/>
                    <a:ext cx="139781" cy="2322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39" name="Ink 39">
                    <a:extLst>
                      <a:ext uri="{FF2B5EF4-FFF2-40B4-BE49-F238E27FC236}">
                        <a16:creationId xmlns:a16="http://schemas.microsoft.com/office/drawing/2014/main" id="{3A7968A3-A42F-435E-25E5-BB8D0CDBB6CE}"/>
                      </a:ext>
                    </a:extLst>
                  </p14:cNvPr>
                  <p14:cNvContentPartPr/>
                  <p14:nvPr/>
                </p14:nvContentPartPr>
                <p14:xfrm>
                  <a:off x="3819364" y="3107949"/>
                  <a:ext cx="115920" cy="14040"/>
                </p14:xfrm>
              </p:contentPart>
            </mc:Choice>
            <mc:Fallback xmlns="">
              <p:pic>
                <p:nvPicPr>
                  <p:cNvPr id="39" name="Ink 39">
                    <a:extLst>
                      <a:ext uri="{FF2B5EF4-FFF2-40B4-BE49-F238E27FC236}">
                        <a16:creationId xmlns:a16="http://schemas.microsoft.com/office/drawing/2014/main" id="{3A7968A3-A42F-435E-25E5-BB8D0CDBB6CE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3803884" y="3092469"/>
                    <a:ext cx="146520" cy="44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3625F3-CDAE-243E-F00A-8CCA58E3B559}"/>
              </a:ext>
            </a:extLst>
          </p:cNvPr>
          <p:cNvGrpSpPr/>
          <p:nvPr/>
        </p:nvGrpSpPr>
        <p:grpSpPr>
          <a:xfrm>
            <a:off x="4867666" y="2966123"/>
            <a:ext cx="1833731" cy="523220"/>
            <a:chOff x="1884827" y="2807470"/>
            <a:chExt cx="2140746" cy="52322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1DA2664-07F4-D2E7-0E11-BCD643556FD7}"/>
                </a:ext>
              </a:extLst>
            </p:cNvPr>
            <p:cNvSpPr txBox="1"/>
            <p:nvPr/>
          </p:nvSpPr>
          <p:spPr>
            <a:xfrm>
              <a:off x="1884827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Compile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28886A2-3B43-EF62-B54B-861E2BA42BBF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672815-9A03-3201-3B93-49BD3408E5A3}"/>
              </a:ext>
            </a:extLst>
          </p:cNvPr>
          <p:cNvGrpSpPr/>
          <p:nvPr/>
        </p:nvGrpSpPr>
        <p:grpSpPr>
          <a:xfrm>
            <a:off x="7281840" y="1578481"/>
            <a:ext cx="2427886" cy="393721"/>
            <a:chOff x="6871426" y="1467319"/>
            <a:chExt cx="2427886" cy="3937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5F7AEE-F671-5BD0-1828-01A9E36EC996}"/>
                    </a:ext>
                  </a:extLst>
                </p14:cNvPr>
                <p14:cNvContentPartPr/>
                <p14:nvPr/>
              </p14:nvContentPartPr>
              <p14:xfrm>
                <a:off x="7423287" y="1467319"/>
                <a:ext cx="209221" cy="6249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5F7AEE-F671-5BD0-1828-01A9E36EC9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07802" y="1452391"/>
                  <a:ext cx="239830" cy="35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FEE6D6-2826-579B-DC17-73783E902C5E}"/>
                    </a:ext>
                  </a:extLst>
                </p14:cNvPr>
                <p14:cNvContentPartPr/>
                <p14:nvPr/>
              </p14:nvContentPartPr>
              <p14:xfrm>
                <a:off x="7431850" y="1468708"/>
                <a:ext cx="208064" cy="221488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FEE6D6-2826-579B-DC17-73783E902C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416371" y="1453247"/>
                  <a:ext cx="238662" cy="252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C6020A-81DC-105F-BB2C-F369B77C6FB2}"/>
                    </a:ext>
                  </a:extLst>
                </p14:cNvPr>
                <p14:cNvContentPartPr/>
                <p14:nvPr/>
              </p14:nvContentPartPr>
              <p14:xfrm>
                <a:off x="7427684" y="1664737"/>
                <a:ext cx="295548" cy="104611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C6020A-81DC-105F-BB2C-F369B77C6FB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12205" y="1649279"/>
                  <a:ext cx="326147" cy="135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D76F65-E15A-4E50-CA41-85A91E75FAAB}"/>
                    </a:ext>
                  </a:extLst>
                </p14:cNvPr>
                <p14:cNvContentPartPr/>
                <p14:nvPr/>
              </p14:nvContentPartPr>
              <p14:xfrm>
                <a:off x="7782250" y="1520782"/>
                <a:ext cx="6017" cy="9026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D76F65-E15A-4E50-CA41-85A91E75FA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67031" y="1505854"/>
                  <a:ext cx="36102" cy="38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E7336F-AEDB-2B71-52F8-5A6E88636A39}"/>
                    </a:ext>
                  </a:extLst>
                </p14:cNvPr>
                <p14:cNvContentPartPr/>
                <p14:nvPr/>
              </p14:nvContentPartPr>
              <p14:xfrm>
                <a:off x="7780861" y="1635113"/>
                <a:ext cx="9026" cy="7638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E7336F-AEDB-2B71-52F8-5A6E88636A3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65933" y="1620184"/>
                  <a:ext cx="38534" cy="37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7EFB0B-52BE-5BF2-BC2D-0055F04B15FD}"/>
                    </a:ext>
                  </a:extLst>
                </p14:cNvPr>
                <p14:cNvContentPartPr/>
                <p14:nvPr/>
              </p14:nvContentPartPr>
              <p14:xfrm>
                <a:off x="7965087" y="1522170"/>
                <a:ext cx="111322" cy="108545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7EFB0B-52BE-5BF2-BC2D-0055F04B15F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49646" y="1506715"/>
                  <a:ext cx="141846" cy="139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A735F2-FD30-4403-2FA0-C9221946CFE8}"/>
                    </a:ext>
                  </a:extLst>
                </p14:cNvPr>
                <p14:cNvContentPartPr/>
                <p14:nvPr/>
              </p14:nvContentPartPr>
              <p14:xfrm>
                <a:off x="8151859" y="1645528"/>
                <a:ext cx="13655" cy="31476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A735F2-FD30-4403-2FA0-C9221946CFE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36803" y="1630148"/>
                  <a:ext cx="43416" cy="618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CF44651-FDC2-FDA0-ABC5-1833AD7C8EB1}"/>
                    </a:ext>
                  </a:extLst>
                </p14:cNvPr>
                <p14:cNvContentPartPr/>
                <p14:nvPr/>
              </p14:nvContentPartPr>
              <p14:xfrm>
                <a:off x="8500869" y="1556423"/>
                <a:ext cx="68506" cy="6249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CF44651-FDC2-FDA0-ABC5-1833AD7C8EB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85446" y="1541495"/>
                  <a:ext cx="98993" cy="35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E1B8843-36EE-DBBF-88BC-F804E472CB57}"/>
                    </a:ext>
                  </a:extLst>
                </p14:cNvPr>
                <p14:cNvContentPartPr/>
                <p14:nvPr/>
              </p14:nvContentPartPr>
              <p14:xfrm>
                <a:off x="8493463" y="1608266"/>
                <a:ext cx="90724" cy="16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E1B8843-36EE-DBBF-88BC-F804E472CB5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78044" y="1596656"/>
                  <a:ext cx="121204" cy="24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CB94C3-0C22-014B-2B09-FCE82D09302A}"/>
                    </a:ext>
                  </a:extLst>
                </p14:cNvPr>
                <p14:cNvContentPartPr/>
                <p14:nvPr/>
              </p14:nvContentPartPr>
              <p14:xfrm>
                <a:off x="8291417" y="1530271"/>
                <a:ext cx="110165" cy="14951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CB94C3-0C22-014B-2B09-FCE82D09302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75987" y="1514817"/>
                  <a:ext cx="140667" cy="1800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AA565C-3D9D-3654-8CA6-62F5F6155B2A}"/>
                    </a:ext>
                  </a:extLst>
                </p14:cNvPr>
                <p14:cNvContentPartPr/>
                <p14:nvPr/>
              </p14:nvContentPartPr>
              <p14:xfrm>
                <a:off x="9159985" y="1494094"/>
                <a:ext cx="139327" cy="197418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AA565C-3D9D-3654-8CA6-62F5F6155B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44544" y="1478631"/>
                  <a:ext cx="169850" cy="227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6AC7F2B-FDDC-1E5F-D024-D33D2CF3C356}"/>
                    </a:ext>
                  </a:extLst>
                </p14:cNvPr>
                <p14:cNvContentPartPr/>
                <p14:nvPr/>
              </p14:nvContentPartPr>
              <p14:xfrm>
                <a:off x="8796162" y="1498723"/>
                <a:ext cx="249723" cy="167794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6AC7F2B-FDDC-1E5F-D024-D33D2CF3C35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0689" y="1483273"/>
                  <a:ext cx="280309" cy="198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DB5163-AA9B-9A60-A800-02E81D06860B}"/>
                    </a:ext>
                  </a:extLst>
                </p14:cNvPr>
                <p14:cNvContentPartPr/>
                <p14:nvPr/>
              </p14:nvContentPartPr>
              <p14:xfrm>
                <a:off x="6871426" y="1611200"/>
                <a:ext cx="397440" cy="249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DB5163-AA9B-9A60-A800-02E81D06860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55960" y="1595720"/>
                  <a:ext cx="428012" cy="28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676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2BC7-3D21-CD9A-935E-7689C2EA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D479-17D6-F3A4-5409-C5965D12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ZKP bugs are unusually dangerous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4CBB-7EA4-A13B-1557-03456D5A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B39C-634F-4FFC-B685-C380D70A9A89}" type="slidenum">
              <a:rPr lang="en-US" smtClean="0"/>
              <a:t>4</a:t>
            </a:fld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25B3D1-D12C-4464-8E5E-0F76D3E13385}"/>
              </a:ext>
            </a:extLst>
          </p:cNvPr>
          <p:cNvSpPr txBox="1"/>
          <p:nvPr/>
        </p:nvSpPr>
        <p:spPr>
          <a:xfrm>
            <a:off x="313051" y="2178661"/>
            <a:ext cx="924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Idea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4571ADB-4905-27BF-7ACD-99858DFDEA25}"/>
              </a:ext>
            </a:extLst>
          </p:cNvPr>
          <p:cNvGrpSpPr/>
          <p:nvPr/>
        </p:nvGrpSpPr>
        <p:grpSpPr>
          <a:xfrm>
            <a:off x="479263" y="3205577"/>
            <a:ext cx="483120" cy="868680"/>
            <a:chOff x="79411" y="2524389"/>
            <a:chExt cx="483120" cy="8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2" name="Ink 14">
                  <a:extLst>
                    <a:ext uri="{FF2B5EF4-FFF2-40B4-BE49-F238E27FC236}">
                      <a16:creationId xmlns:a16="http://schemas.microsoft.com/office/drawing/2014/main" id="{D4C92947-6452-9F9B-7B1E-D5D61DD6B209}"/>
                    </a:ext>
                  </a:extLst>
                </p14:cNvPr>
                <p14:cNvContentPartPr/>
                <p14:nvPr/>
              </p14:nvContentPartPr>
              <p14:xfrm>
                <a:off x="257251" y="3108309"/>
                <a:ext cx="141480" cy="284760"/>
              </p14:xfrm>
            </p:contentPart>
          </mc:Choice>
          <mc:Fallback xmlns="">
            <p:pic>
              <p:nvPicPr>
                <p:cNvPr id="72" name="Ink 14">
                  <a:extLst>
                    <a:ext uri="{FF2B5EF4-FFF2-40B4-BE49-F238E27FC236}">
                      <a16:creationId xmlns:a16="http://schemas.microsoft.com/office/drawing/2014/main" id="{D4C92947-6452-9F9B-7B1E-D5D61DD6B2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1732" y="3092809"/>
                  <a:ext cx="172158" cy="3153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B1D1CB-38C9-4E97-3709-C07A0AA36F46}"/>
                    </a:ext>
                  </a:extLst>
                </p14:cNvPr>
                <p14:cNvContentPartPr/>
                <p14:nvPr/>
              </p14:nvContentPartPr>
              <p14:xfrm>
                <a:off x="167251" y="2618709"/>
                <a:ext cx="318960" cy="47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B1D1CB-38C9-4E97-3709-C07A0AA36F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771" y="2603229"/>
                  <a:ext cx="3495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A66B54-5233-2B30-F262-F0AF03BD0341}"/>
                    </a:ext>
                  </a:extLst>
                </p14:cNvPr>
                <p14:cNvContentPartPr/>
                <p14:nvPr/>
              </p14:nvContentPartPr>
              <p14:xfrm>
                <a:off x="273451" y="2796549"/>
                <a:ext cx="39600" cy="141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A66B54-5233-2B30-F262-F0AF03BD03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9451" y="2688549"/>
                  <a:ext cx="1472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1F3BA39-E1F0-4607-3C4C-FDA315AC83E9}"/>
                    </a:ext>
                  </a:extLst>
                </p14:cNvPr>
                <p14:cNvContentPartPr/>
                <p14:nvPr/>
              </p14:nvContentPartPr>
              <p14:xfrm>
                <a:off x="260851" y="2761989"/>
                <a:ext cx="38520" cy="252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1F3BA39-E1F0-4607-3C4C-FDA315AC83E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6851" y="2653989"/>
                  <a:ext cx="1461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922AB4-77B9-7E01-BCBC-22498AAE91F1}"/>
                    </a:ext>
                  </a:extLst>
                </p14:cNvPr>
                <p14:cNvContentPartPr/>
                <p14:nvPr/>
              </p14:nvContentPartPr>
              <p14:xfrm>
                <a:off x="243571" y="2805909"/>
                <a:ext cx="39600" cy="177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922AB4-77B9-7E01-BCBC-22498AAE91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571" y="2697689"/>
                  <a:ext cx="147240" cy="3935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826BF14-B400-11E2-559B-0113FD4F083A}"/>
                    </a:ext>
                  </a:extLst>
                </p14:cNvPr>
                <p14:cNvContentPartPr/>
                <p14:nvPr/>
              </p14:nvContentPartPr>
              <p14:xfrm>
                <a:off x="292891" y="2709069"/>
                <a:ext cx="43560" cy="271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826BF14-B400-11E2-559B-0113FD4F08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8891" y="2601069"/>
                  <a:ext cx="1512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76326C-ADD2-8D60-8BF7-79D1ED6C2DD4}"/>
                    </a:ext>
                  </a:extLst>
                </p14:cNvPr>
                <p14:cNvContentPartPr/>
                <p14:nvPr/>
              </p14:nvContentPartPr>
              <p14:xfrm>
                <a:off x="340411" y="2741109"/>
                <a:ext cx="63000" cy="263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76326C-ADD2-8D60-8BF7-79D1ED6C2DD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411" y="2633109"/>
                  <a:ext cx="170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D58F6AC-D0AB-B559-FC19-D16B23B3BEDA}"/>
                    </a:ext>
                  </a:extLst>
                </p14:cNvPr>
                <p14:cNvContentPartPr/>
                <p14:nvPr/>
              </p14:nvContentPartPr>
              <p14:xfrm>
                <a:off x="370651" y="2766669"/>
                <a:ext cx="53640" cy="226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D58F6AC-D0AB-B559-FC19-D16B23B3BED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651" y="2658669"/>
                  <a:ext cx="1612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78BA2E2-55BC-A3FD-AFFD-52E85E0F921F}"/>
                    </a:ext>
                  </a:extLst>
                </p14:cNvPr>
                <p14:cNvContentPartPr/>
                <p14:nvPr/>
              </p14:nvContentPartPr>
              <p14:xfrm>
                <a:off x="209011" y="2549589"/>
                <a:ext cx="11880" cy="3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78BA2E2-55BC-A3FD-AFFD-52E85E0F921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3531" y="2534109"/>
                  <a:ext cx="4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2F0001E-0DB7-69F2-3388-9E9D9AEC77CC}"/>
                    </a:ext>
                  </a:extLst>
                </p14:cNvPr>
                <p14:cNvContentPartPr/>
                <p14:nvPr/>
              </p14:nvContentPartPr>
              <p14:xfrm>
                <a:off x="374971" y="2524389"/>
                <a:ext cx="7200" cy="39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2F0001E-0DB7-69F2-3388-9E9D9AEC77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9491" y="2508909"/>
                  <a:ext cx="3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0663C57-1A23-4C55-3323-DA2A56643D49}"/>
                    </a:ext>
                  </a:extLst>
                </p14:cNvPr>
                <p14:cNvContentPartPr/>
                <p14:nvPr/>
              </p14:nvContentPartPr>
              <p14:xfrm>
                <a:off x="527611" y="2630589"/>
                <a:ext cx="30240" cy="18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0663C57-1A23-4C55-3323-DA2A56643D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2313" y="2615109"/>
                  <a:ext cx="60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05A7B59-7B0F-EBFD-3596-CEF2E9F847B4}"/>
                    </a:ext>
                  </a:extLst>
                </p14:cNvPr>
                <p14:cNvContentPartPr/>
                <p14:nvPr/>
              </p14:nvContentPartPr>
              <p14:xfrm>
                <a:off x="534451" y="2838309"/>
                <a:ext cx="28080" cy="9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05A7B59-7B0F-EBFD-3596-CEF2E9F847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8971" y="2822829"/>
                  <a:ext cx="58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4B2D7EF-54B5-EE89-B9CF-F122213C5BD1}"/>
                    </a:ext>
                  </a:extLst>
                </p14:cNvPr>
                <p14:cNvContentPartPr/>
                <p14:nvPr/>
              </p14:nvContentPartPr>
              <p14:xfrm>
                <a:off x="511411" y="2962869"/>
                <a:ext cx="44280" cy="28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4B2D7EF-54B5-EE89-B9CF-F122213C5BD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5931" y="2947389"/>
                  <a:ext cx="74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52DCBF-674D-2E3B-AD85-C97CDA72BE25}"/>
                    </a:ext>
                  </a:extLst>
                </p14:cNvPr>
                <p14:cNvContentPartPr/>
                <p14:nvPr/>
              </p14:nvContentPartPr>
              <p14:xfrm>
                <a:off x="100291" y="2699709"/>
                <a:ext cx="18720" cy="11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52DCBF-674D-2E3B-AD85-C97CDA72BE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811" y="2684684"/>
                  <a:ext cx="49320" cy="41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380AA4-7EFD-B436-809A-E01FF945C4AE}"/>
                    </a:ext>
                  </a:extLst>
                </p14:cNvPr>
                <p14:cNvContentPartPr/>
                <p14:nvPr/>
              </p14:nvContentPartPr>
              <p14:xfrm>
                <a:off x="79411" y="2835789"/>
                <a:ext cx="39600" cy="11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380AA4-7EFD-B436-809A-E01FF945C4A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31" y="2820309"/>
                  <a:ext cx="70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25D9E9-A957-A9FC-9C26-9382EA043557}"/>
                    </a:ext>
                  </a:extLst>
                </p14:cNvPr>
                <p14:cNvContentPartPr/>
                <p14:nvPr/>
              </p14:nvContentPartPr>
              <p14:xfrm>
                <a:off x="104971" y="3006789"/>
                <a:ext cx="48960" cy="51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25D9E9-A957-A9FC-9C26-9382EA0435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376" y="2991309"/>
                  <a:ext cx="79787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AF727A8-CC93-8E9F-6D5E-5EABA2F40418}"/>
              </a:ext>
            </a:extLst>
          </p:cNvPr>
          <p:cNvGrpSpPr/>
          <p:nvPr/>
        </p:nvGrpSpPr>
        <p:grpSpPr>
          <a:xfrm>
            <a:off x="1064384" y="2966123"/>
            <a:ext cx="1828800" cy="523220"/>
            <a:chOff x="1890584" y="2807470"/>
            <a:chExt cx="2134989" cy="523220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E0FEE88-4B47-8686-74FD-AA8D2C9E52AF}"/>
                </a:ext>
              </a:extLst>
            </p:cNvPr>
            <p:cNvSpPr txBox="1"/>
            <p:nvPr/>
          </p:nvSpPr>
          <p:spPr>
            <a:xfrm>
              <a:off x="1893104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Program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6FC884B-B5E6-DE76-0A96-91663B015D70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5C19397-2E1F-FABC-A462-3FDAE83FF8AD}"/>
              </a:ext>
            </a:extLst>
          </p:cNvPr>
          <p:cNvGrpSpPr/>
          <p:nvPr/>
        </p:nvGrpSpPr>
        <p:grpSpPr>
          <a:xfrm>
            <a:off x="8495783" y="2922423"/>
            <a:ext cx="1832048" cy="557584"/>
            <a:chOff x="6673020" y="2800364"/>
            <a:chExt cx="2211489" cy="557584"/>
          </a:xfrm>
        </p:grpSpPr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D4C0130E-0891-F159-105F-A079836CEC4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020" y="3357948"/>
              <a:ext cx="220756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7224265-E077-A763-802F-7BEA8DD3F18D}"/>
                </a:ext>
              </a:extLst>
            </p:cNvPr>
            <p:cNvSpPr txBox="1"/>
            <p:nvPr/>
          </p:nvSpPr>
          <p:spPr>
            <a:xfrm>
              <a:off x="6673020" y="2800364"/>
              <a:ext cx="22114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ZKP</a:t>
              </a: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75ECBF1D-DECB-845D-8104-BD18F8BCDB7D}"/>
              </a:ext>
            </a:extLst>
          </p:cNvPr>
          <p:cNvSpPr txBox="1"/>
          <p:nvPr/>
        </p:nvSpPr>
        <p:spPr>
          <a:xfrm>
            <a:off x="10066941" y="2178661"/>
            <a:ext cx="202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Application</a:t>
            </a:r>
          </a:p>
        </p:txBody>
      </p:sp>
      <p:pic>
        <p:nvPicPr>
          <p:cNvPr id="154" name="Picture 153" descr="Logo, icon&#10;&#10;Description automatically generated">
            <a:extLst>
              <a:ext uri="{FF2B5EF4-FFF2-40B4-BE49-F238E27FC236}">
                <a16:creationId xmlns:a16="http://schemas.microsoft.com/office/drawing/2014/main" id="{57584A83-BCEF-824D-116D-54D07E4F28F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78" y="3089117"/>
            <a:ext cx="777240" cy="77724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47F6906-2C96-B6E3-0D45-7C0398DB2502}"/>
              </a:ext>
            </a:extLst>
          </p:cNvPr>
          <p:cNvGrpSpPr/>
          <p:nvPr/>
        </p:nvGrpSpPr>
        <p:grpSpPr>
          <a:xfrm>
            <a:off x="7128856" y="3128451"/>
            <a:ext cx="1041480" cy="838080"/>
            <a:chOff x="5657236" y="3110491"/>
            <a:chExt cx="104148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6D8B58-2184-1737-3CE4-D8ADFCED933C}"/>
                    </a:ext>
                  </a:extLst>
                </p14:cNvPr>
                <p14:cNvContentPartPr/>
                <p14:nvPr/>
              </p14:nvContentPartPr>
              <p14:xfrm>
                <a:off x="6264556" y="3795931"/>
                <a:ext cx="9720" cy="7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6D8B58-2184-1737-3CE4-D8ADFCED93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49076" y="3780451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31" name="Ink 76">
                  <a:extLst>
                    <a:ext uri="{FF2B5EF4-FFF2-40B4-BE49-F238E27FC236}">
                      <a16:creationId xmlns:a16="http://schemas.microsoft.com/office/drawing/2014/main" id="{627ED76B-380A-F535-8468-359E5AE483C3}"/>
                    </a:ext>
                  </a:extLst>
                </p14:cNvPr>
                <p14:cNvContentPartPr/>
                <p14:nvPr/>
              </p14:nvContentPartPr>
              <p14:xfrm>
                <a:off x="6273556" y="3874411"/>
                <a:ext cx="18720" cy="74160"/>
              </p14:xfrm>
            </p:contentPart>
          </mc:Choice>
          <mc:Fallback xmlns="">
            <p:pic>
              <p:nvPicPr>
                <p:cNvPr id="131" name="Ink 76">
                  <a:extLst>
                    <a:ext uri="{FF2B5EF4-FFF2-40B4-BE49-F238E27FC236}">
                      <a16:creationId xmlns:a16="http://schemas.microsoft.com/office/drawing/2014/main" id="{627ED76B-380A-F535-8468-359E5AE483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58076" y="3858931"/>
                  <a:ext cx="49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2" name="Ink 76">
                  <a:extLst>
                    <a:ext uri="{FF2B5EF4-FFF2-40B4-BE49-F238E27FC236}">
                      <a16:creationId xmlns:a16="http://schemas.microsoft.com/office/drawing/2014/main" id="{6F7668A1-EAF4-C4B6-708B-B80B4A546D8C}"/>
                    </a:ext>
                  </a:extLst>
                </p14:cNvPr>
                <p14:cNvContentPartPr/>
                <p14:nvPr/>
              </p14:nvContentPartPr>
              <p14:xfrm>
                <a:off x="5698636" y="3460051"/>
                <a:ext cx="967680" cy="209520"/>
              </p14:xfrm>
            </p:contentPart>
          </mc:Choice>
          <mc:Fallback xmlns="">
            <p:pic>
              <p:nvPicPr>
                <p:cNvPr id="132" name="Ink 76">
                  <a:extLst>
                    <a:ext uri="{FF2B5EF4-FFF2-40B4-BE49-F238E27FC236}">
                      <a16:creationId xmlns:a16="http://schemas.microsoft.com/office/drawing/2014/main" id="{6F7668A1-EAF4-C4B6-708B-B80B4A546D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3150" y="3444544"/>
                  <a:ext cx="998291" cy="240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9" name="Ink 76">
                  <a:extLst>
                    <a:ext uri="{FF2B5EF4-FFF2-40B4-BE49-F238E27FC236}">
                      <a16:creationId xmlns:a16="http://schemas.microsoft.com/office/drawing/2014/main" id="{9C22068C-A56B-CCEE-5767-BD544BD0514E}"/>
                    </a:ext>
                  </a:extLst>
                </p14:cNvPr>
                <p14:cNvContentPartPr/>
                <p14:nvPr/>
              </p14:nvContentPartPr>
              <p14:xfrm>
                <a:off x="5657236" y="3110491"/>
                <a:ext cx="1041480" cy="252720"/>
              </p14:xfrm>
            </p:contentPart>
          </mc:Choice>
          <mc:Fallback xmlns="">
            <p:pic>
              <p:nvPicPr>
                <p:cNvPr id="139" name="Ink 76">
                  <a:extLst>
                    <a:ext uri="{FF2B5EF4-FFF2-40B4-BE49-F238E27FC236}">
                      <a16:creationId xmlns:a16="http://schemas.microsoft.com/office/drawing/2014/main" id="{9C22068C-A56B-CCEE-5767-BD544BD051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1761" y="3095033"/>
                  <a:ext cx="1072069" cy="28327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30EFF3-BEAA-CC71-FA46-F77CC98C11DA}"/>
                  </a:ext>
                </a:extLst>
              </p:cNvPr>
              <p:cNvSpPr txBox="1"/>
              <p:nvPr/>
            </p:nvSpPr>
            <p:spPr>
              <a:xfrm>
                <a:off x="6600118" y="1963218"/>
                <a:ext cx="2121932" cy="987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/>
                  <a:t>-circuit</a:t>
                </a:r>
              </a:p>
              <a:p>
                <a:pPr algn="ctr"/>
                <a:r>
                  <a:rPr lang="en-US" sz="2800"/>
                  <a:t>(low level)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30EFF3-BEAA-CC71-FA46-F77CC98C1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118" y="1963218"/>
                <a:ext cx="2121932" cy="987322"/>
              </a:xfrm>
              <a:prstGeom prst="rect">
                <a:avLst/>
              </a:prstGeom>
              <a:blipFill>
                <a:blip r:embed="rId44"/>
                <a:stretch>
                  <a:fillRect t="-55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FD106E-FA9F-A2F4-93B3-945563A3D2D6}"/>
              </a:ext>
            </a:extLst>
          </p:cNvPr>
          <p:cNvSpPr txBox="1"/>
          <p:nvPr/>
        </p:nvSpPr>
        <p:spPr>
          <a:xfrm>
            <a:off x="2505183" y="1963218"/>
            <a:ext cx="2574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Code</a:t>
            </a:r>
          </a:p>
          <a:p>
            <a:pPr algn="ctr"/>
            <a:r>
              <a:rPr lang="en-US" sz="2800"/>
              <a:t>(high level)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383737-AA99-6882-2FDD-60591744D3A2}"/>
              </a:ext>
            </a:extLst>
          </p:cNvPr>
          <p:cNvGrpSpPr/>
          <p:nvPr/>
        </p:nvGrpSpPr>
        <p:grpSpPr>
          <a:xfrm>
            <a:off x="3232062" y="3205577"/>
            <a:ext cx="1053673" cy="849202"/>
            <a:chOff x="3560884" y="2645027"/>
            <a:chExt cx="1053673" cy="84920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1" name="Ink 21">
                  <a:extLst>
                    <a:ext uri="{FF2B5EF4-FFF2-40B4-BE49-F238E27FC236}">
                      <a16:creationId xmlns:a16="http://schemas.microsoft.com/office/drawing/2014/main" id="{C3D11D00-8F9E-517D-9E2E-17D4E523763F}"/>
                    </a:ext>
                  </a:extLst>
                </p14:cNvPr>
                <p14:cNvContentPartPr/>
                <p14:nvPr/>
              </p14:nvContentPartPr>
              <p14:xfrm>
                <a:off x="3560884" y="2706189"/>
                <a:ext cx="231480" cy="187200"/>
              </p14:xfrm>
            </p:contentPart>
          </mc:Choice>
          <mc:Fallback xmlns="">
            <p:pic>
              <p:nvPicPr>
                <p:cNvPr id="21" name="Ink 21">
                  <a:extLst>
                    <a:ext uri="{FF2B5EF4-FFF2-40B4-BE49-F238E27FC236}">
                      <a16:creationId xmlns:a16="http://schemas.microsoft.com/office/drawing/2014/main" id="{C3D11D00-8F9E-517D-9E2E-17D4E52376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45380" y="2690709"/>
                  <a:ext cx="262128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2">
                  <a:extLst>
                    <a:ext uri="{FF2B5EF4-FFF2-40B4-BE49-F238E27FC236}">
                      <a16:creationId xmlns:a16="http://schemas.microsoft.com/office/drawing/2014/main" id="{18DFA2C0-2088-A8B3-AABF-0EE0836A111E}"/>
                    </a:ext>
                  </a:extLst>
                </p14:cNvPr>
                <p14:cNvContentPartPr/>
                <p14:nvPr/>
              </p14:nvContentPartPr>
              <p14:xfrm>
                <a:off x="3824357" y="2645027"/>
                <a:ext cx="790200" cy="231120"/>
              </p14:xfrm>
            </p:contentPart>
          </mc:Choice>
          <mc:Fallback xmlns="">
            <p:pic>
              <p:nvPicPr>
                <p:cNvPr id="32" name="Ink 32">
                  <a:extLst>
                    <a:ext uri="{FF2B5EF4-FFF2-40B4-BE49-F238E27FC236}">
                      <a16:creationId xmlns:a16="http://schemas.microsoft.com/office/drawing/2014/main" id="{18DFA2C0-2088-A8B3-AABF-0EE0836A11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08870" y="2629547"/>
                  <a:ext cx="820814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9">
                  <a:extLst>
                    <a:ext uri="{FF2B5EF4-FFF2-40B4-BE49-F238E27FC236}">
                      <a16:creationId xmlns:a16="http://schemas.microsoft.com/office/drawing/2014/main" id="{496327C3-332E-1C08-6740-2558FB0E150B}"/>
                    </a:ext>
                  </a:extLst>
                </p14:cNvPr>
                <p14:cNvContentPartPr/>
                <p14:nvPr/>
              </p14:nvContentPartPr>
              <p14:xfrm>
                <a:off x="3627844" y="3292629"/>
                <a:ext cx="109080" cy="201600"/>
              </p14:xfrm>
            </p:contentPart>
          </mc:Choice>
          <mc:Fallback xmlns="">
            <p:pic>
              <p:nvPicPr>
                <p:cNvPr id="38" name="Ink 39">
                  <a:extLst>
                    <a:ext uri="{FF2B5EF4-FFF2-40B4-BE49-F238E27FC236}">
                      <a16:creationId xmlns:a16="http://schemas.microsoft.com/office/drawing/2014/main" id="{496327C3-332E-1C08-6740-2558FB0E15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12313" y="3277121"/>
                  <a:ext cx="139781" cy="232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9">
                  <a:extLst>
                    <a:ext uri="{FF2B5EF4-FFF2-40B4-BE49-F238E27FC236}">
                      <a16:creationId xmlns:a16="http://schemas.microsoft.com/office/drawing/2014/main" id="{FD335EB6-7BD9-C74A-E85E-C9F52ADA4F8A}"/>
                    </a:ext>
                  </a:extLst>
                </p14:cNvPr>
                <p14:cNvContentPartPr/>
                <p14:nvPr/>
              </p14:nvContentPartPr>
              <p14:xfrm>
                <a:off x="3819364" y="3107949"/>
                <a:ext cx="115920" cy="14040"/>
              </p14:xfrm>
            </p:contentPart>
          </mc:Choice>
          <mc:Fallback xmlns="">
            <p:pic>
              <p:nvPicPr>
                <p:cNvPr id="39" name="Ink 39">
                  <a:extLst>
                    <a:ext uri="{FF2B5EF4-FFF2-40B4-BE49-F238E27FC236}">
                      <a16:creationId xmlns:a16="http://schemas.microsoft.com/office/drawing/2014/main" id="{FD335EB6-7BD9-C74A-E85E-C9F52ADA4F8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03884" y="3092469"/>
                  <a:ext cx="1465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E68B7B-7E1A-045E-FC00-F478FC9BE5A8}"/>
              </a:ext>
            </a:extLst>
          </p:cNvPr>
          <p:cNvGrpSpPr/>
          <p:nvPr/>
        </p:nvGrpSpPr>
        <p:grpSpPr>
          <a:xfrm>
            <a:off x="4867666" y="2966123"/>
            <a:ext cx="1833731" cy="523220"/>
            <a:chOff x="1884827" y="2807470"/>
            <a:chExt cx="2140746" cy="52322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FABC91-19A6-CF1B-A357-6A44540EEFC6}"/>
                </a:ext>
              </a:extLst>
            </p:cNvPr>
            <p:cNvSpPr txBox="1"/>
            <p:nvPr/>
          </p:nvSpPr>
          <p:spPr>
            <a:xfrm>
              <a:off x="1884827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Compile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6515A02-9296-687B-E358-B02271C1BE5B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E2307655-F204-55F1-B675-D2B23AFA19C3}"/>
              </a:ext>
            </a:extLst>
          </p:cNvPr>
          <p:cNvSpPr/>
          <p:nvPr/>
        </p:nvSpPr>
        <p:spPr>
          <a:xfrm>
            <a:off x="6485857" y="2382758"/>
            <a:ext cx="2836324" cy="1646457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tiny</a:t>
            </a:r>
          </a:p>
          <a:p>
            <a:pPr algn="ctr"/>
            <a:r>
              <a:rPr lang="en-US" sz="2400" b="1">
                <a:solidFill>
                  <a:srgbClr val="C00000"/>
                </a:solidFill>
              </a:rPr>
              <a:t>bug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380EC8DE-047C-A66E-7D5F-0132941FCC89}"/>
              </a:ext>
            </a:extLst>
          </p:cNvPr>
          <p:cNvSpPr/>
          <p:nvPr/>
        </p:nvSpPr>
        <p:spPr>
          <a:xfrm>
            <a:off x="9269969" y="2408322"/>
            <a:ext cx="2836324" cy="1646457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print</a:t>
            </a:r>
          </a:p>
          <a:p>
            <a:pPr algn="ctr"/>
            <a:r>
              <a:rPr lang="en-US" sz="2400" b="1">
                <a:solidFill>
                  <a:srgbClr val="C00000"/>
                </a:solidFill>
              </a:rPr>
              <a:t>money</a:t>
            </a:r>
          </a:p>
        </p:txBody>
      </p:sp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9AF4BE0E-55D8-266D-6A62-5C3FF749FD0A}"/>
              </a:ext>
            </a:extLst>
          </p:cNvPr>
          <p:cNvSpPr/>
          <p:nvPr/>
        </p:nvSpPr>
        <p:spPr>
          <a:xfrm>
            <a:off x="9260775" y="3664577"/>
            <a:ext cx="2836324" cy="1646457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still ZK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98DAC8-811B-8F68-7BBE-49A946B2082B}"/>
                  </a:ext>
                </a:extLst>
              </p:cNvPr>
              <p:cNvSpPr txBox="1"/>
              <p:nvPr/>
            </p:nvSpPr>
            <p:spPr>
              <a:xfrm>
                <a:off x="1077513" y="4049335"/>
                <a:ext cx="6995924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Three facts: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/>
                  <a:t>Vulnerabilities are </a:t>
                </a:r>
                <a:r>
                  <a:rPr lang="en-US" sz="2800" b="1">
                    <a:solidFill>
                      <a:srgbClr val="C00000"/>
                    </a:solidFill>
                  </a:rPr>
                  <a:t>catastrophic</a:t>
                </a:r>
                <a:r>
                  <a:rPr lang="en-US" sz="280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/>
                  <a:t>Exploits are dynamically </a:t>
                </a:r>
                <a:r>
                  <a:rPr lang="en-US" sz="2800" b="1">
                    <a:solidFill>
                      <a:srgbClr val="C00000"/>
                    </a:solidFill>
                  </a:rPr>
                  <a:t>undetectable</a:t>
                </a:r>
                <a:r>
                  <a:rPr lang="en-US" sz="280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/>
                  <a:t>Bugs are </a:t>
                </a:r>
                <a:r>
                  <a:rPr lang="en-US" sz="2800" b="1">
                    <a:solidFill>
                      <a:srgbClr val="C00000"/>
                    </a:solidFill>
                  </a:rPr>
                  <a:t>real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/>
                  <a:t> formal</a:t>
                </a:r>
                <a:r>
                  <a:rPr lang="en-US" sz="2800" b="1"/>
                  <a:t> </a:t>
                </a:r>
                <a:r>
                  <a:rPr lang="en-US" sz="2800" b="1">
                    <a:solidFill>
                      <a:srgbClr val="008C3A"/>
                    </a:solidFill>
                  </a:rPr>
                  <a:t>verification</a:t>
                </a:r>
                <a:r>
                  <a:rPr lang="en-US" sz="2800"/>
                  <a:t> is essential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98DAC8-811B-8F68-7BBE-49A946B20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13" y="4049335"/>
                <a:ext cx="6995924" cy="2246769"/>
              </a:xfrm>
              <a:prstGeom prst="rect">
                <a:avLst/>
              </a:prstGeom>
              <a:blipFill>
                <a:blip r:embed="rId53"/>
                <a:stretch>
                  <a:fillRect l="-1831" t="-2439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5206D91D-0283-63C1-676B-7EC04ECC946D}"/>
              </a:ext>
            </a:extLst>
          </p:cNvPr>
          <p:cNvGrpSpPr/>
          <p:nvPr/>
        </p:nvGrpSpPr>
        <p:grpSpPr>
          <a:xfrm>
            <a:off x="1617738" y="6181620"/>
            <a:ext cx="5552518" cy="501474"/>
            <a:chOff x="1047600" y="6297761"/>
            <a:chExt cx="5552518" cy="50147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3F88A0-DACB-B38F-5BA1-A16D6B396638}"/>
                    </a:ext>
                  </a:extLst>
                </p14:cNvPr>
                <p14:cNvContentPartPr/>
                <p14:nvPr/>
              </p14:nvContentPartPr>
              <p14:xfrm>
                <a:off x="1047600" y="6297761"/>
                <a:ext cx="2876760" cy="2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3F88A0-DACB-B38F-5BA1-A16D6B3966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2120" y="6282512"/>
                  <a:ext cx="2907360" cy="539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245EF9-9F62-BFB8-8F51-9F9F7723D75D}"/>
                    </a:ext>
                  </a:extLst>
                </p14:cNvPr>
                <p14:cNvContentPartPr/>
                <p14:nvPr/>
              </p14:nvContentPartPr>
              <p14:xfrm>
                <a:off x="2377800" y="6431321"/>
                <a:ext cx="725760" cy="243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B245EF9-9F62-BFB8-8F51-9F9F7723D7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62328" y="6415864"/>
                  <a:ext cx="756345" cy="273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BAE3AA-926A-CDC1-3462-BB2C13C5081E}"/>
                    </a:ext>
                  </a:extLst>
                </p14:cNvPr>
                <p14:cNvContentPartPr/>
                <p14:nvPr/>
              </p14:nvContentPartPr>
              <p14:xfrm>
                <a:off x="3273298" y="6540372"/>
                <a:ext cx="431640" cy="258863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BAE3AA-926A-CDC1-3462-BB2C13C508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57818" y="6524891"/>
                  <a:ext cx="462240" cy="289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9FF1BAA-7A1F-89A6-B24D-B3745B8607AA}"/>
                    </a:ext>
                  </a:extLst>
                </p14:cNvPr>
                <p14:cNvContentPartPr/>
                <p14:nvPr/>
              </p14:nvContentPartPr>
              <p14:xfrm>
                <a:off x="3872431" y="6514841"/>
                <a:ext cx="487080" cy="267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9FF1BAA-7A1F-89A6-B24D-B3745B8607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56940" y="6499340"/>
                  <a:ext cx="517703" cy="2977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9F6CDB-CAEA-14F2-B521-86465739758C}"/>
                    </a:ext>
                  </a:extLst>
                </p14:cNvPr>
                <p14:cNvContentPartPr/>
                <p14:nvPr/>
              </p14:nvContentPartPr>
              <p14:xfrm>
                <a:off x="4559671" y="6446081"/>
                <a:ext cx="890640" cy="318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9F6CDB-CAEA-14F2-B521-8646573975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44191" y="6430583"/>
                  <a:ext cx="921240" cy="348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0AFEF4-DFB4-72D5-CF5C-A83A27BEABA6}"/>
                    </a:ext>
                  </a:extLst>
                </p14:cNvPr>
                <p14:cNvContentPartPr/>
                <p14:nvPr/>
              </p14:nvContentPartPr>
              <p14:xfrm>
                <a:off x="5783278" y="6431321"/>
                <a:ext cx="765360" cy="35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0AFEF4-DFB4-72D5-CF5C-A83A27BEAB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67798" y="6415841"/>
                  <a:ext cx="7959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01E1609-FDC3-F880-25B8-1CE2FD294FB4}"/>
                    </a:ext>
                  </a:extLst>
                </p14:cNvPr>
                <p14:cNvContentPartPr/>
                <p14:nvPr/>
              </p14:nvContentPartPr>
              <p14:xfrm>
                <a:off x="6532798" y="6454001"/>
                <a:ext cx="67320" cy="55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01E1609-FDC3-F880-25B8-1CE2FD294F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17235" y="6438622"/>
                  <a:ext cx="98085" cy="85481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6" name="Picture 2" descr="Tornado cash torn coin icon isolated on white – Lizenzfreie Vektorgrafik |  VectorStock">
            <a:extLst>
              <a:ext uri="{FF2B5EF4-FFF2-40B4-BE49-F238E27FC236}">
                <a16:creationId xmlns:a16="http://schemas.microsoft.com/office/drawing/2014/main" id="{83D29DA4-9D93-8836-9094-A313D22FF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7" t="17135" r="17843" b="24204"/>
          <a:stretch>
            <a:fillRect/>
          </a:stretch>
        </p:blipFill>
        <p:spPr bwMode="auto">
          <a:xfrm>
            <a:off x="3747992" y="5381417"/>
            <a:ext cx="447562" cy="43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43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C2A3-4922-2EEB-60E7-58129932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4DC2-7880-3682-889F-36A790F7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are the bugs?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E0097-530A-3746-4EC4-CB56EC65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B39C-634F-4FFC-B685-C380D70A9A89}" type="slidenum">
              <a:rPr lang="en-US" smtClean="0"/>
              <a:t>5</a:t>
            </a:fld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59DC6A-381A-634C-DB22-ADC7F5D9E622}"/>
              </a:ext>
            </a:extLst>
          </p:cNvPr>
          <p:cNvSpPr txBox="1"/>
          <p:nvPr/>
        </p:nvSpPr>
        <p:spPr>
          <a:xfrm>
            <a:off x="313051" y="2178661"/>
            <a:ext cx="924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Idea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F8CEBD-15D0-49B3-65D0-0D24280773C2}"/>
              </a:ext>
            </a:extLst>
          </p:cNvPr>
          <p:cNvGrpSpPr/>
          <p:nvPr/>
        </p:nvGrpSpPr>
        <p:grpSpPr>
          <a:xfrm>
            <a:off x="479263" y="3205577"/>
            <a:ext cx="483120" cy="868680"/>
            <a:chOff x="79411" y="2524389"/>
            <a:chExt cx="483120" cy="8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2" name="Ink 14">
                  <a:extLst>
                    <a:ext uri="{FF2B5EF4-FFF2-40B4-BE49-F238E27FC236}">
                      <a16:creationId xmlns:a16="http://schemas.microsoft.com/office/drawing/2014/main" id="{D8DBEB59-676A-5DD9-C88B-7EBACF74F70E}"/>
                    </a:ext>
                  </a:extLst>
                </p14:cNvPr>
                <p14:cNvContentPartPr/>
                <p14:nvPr/>
              </p14:nvContentPartPr>
              <p14:xfrm>
                <a:off x="257251" y="3108309"/>
                <a:ext cx="141480" cy="284760"/>
              </p14:xfrm>
            </p:contentPart>
          </mc:Choice>
          <mc:Fallback xmlns="">
            <p:pic>
              <p:nvPicPr>
                <p:cNvPr id="72" name="Ink 14">
                  <a:extLst>
                    <a:ext uri="{FF2B5EF4-FFF2-40B4-BE49-F238E27FC236}">
                      <a16:creationId xmlns:a16="http://schemas.microsoft.com/office/drawing/2014/main" id="{D8DBEB59-676A-5DD9-C88B-7EBACF74F70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1732" y="3092809"/>
                  <a:ext cx="172158" cy="3153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BFE49A-3752-ABDA-A852-DB71C633E232}"/>
                    </a:ext>
                  </a:extLst>
                </p14:cNvPr>
                <p14:cNvContentPartPr/>
                <p14:nvPr/>
              </p14:nvContentPartPr>
              <p14:xfrm>
                <a:off x="167251" y="2618709"/>
                <a:ext cx="318960" cy="47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BFE49A-3752-ABDA-A852-DB71C633E2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771" y="2603229"/>
                  <a:ext cx="3495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3526CE-2675-D11A-6080-3229207479B8}"/>
                    </a:ext>
                  </a:extLst>
                </p14:cNvPr>
                <p14:cNvContentPartPr/>
                <p14:nvPr/>
              </p14:nvContentPartPr>
              <p14:xfrm>
                <a:off x="273451" y="2796549"/>
                <a:ext cx="39600" cy="141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3526CE-2675-D11A-6080-3229207479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9451" y="2688549"/>
                  <a:ext cx="1472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01FE66D-50AA-3EEC-5A2B-8DCBEC23742C}"/>
                    </a:ext>
                  </a:extLst>
                </p14:cNvPr>
                <p14:cNvContentPartPr/>
                <p14:nvPr/>
              </p14:nvContentPartPr>
              <p14:xfrm>
                <a:off x="260851" y="2761989"/>
                <a:ext cx="38520" cy="252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01FE66D-50AA-3EEC-5A2B-8DCBEC2374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6851" y="2653989"/>
                  <a:ext cx="1461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98C48-BE20-0D9B-30E4-BD2EB059346F}"/>
                    </a:ext>
                  </a:extLst>
                </p14:cNvPr>
                <p14:cNvContentPartPr/>
                <p14:nvPr/>
              </p14:nvContentPartPr>
              <p14:xfrm>
                <a:off x="243571" y="2805909"/>
                <a:ext cx="39600" cy="177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98C48-BE20-0D9B-30E4-BD2EB05934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571" y="2697689"/>
                  <a:ext cx="147240" cy="3935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1217475-4502-1CE8-884B-D0E7178441F8}"/>
                    </a:ext>
                  </a:extLst>
                </p14:cNvPr>
                <p14:cNvContentPartPr/>
                <p14:nvPr/>
              </p14:nvContentPartPr>
              <p14:xfrm>
                <a:off x="292891" y="2709069"/>
                <a:ext cx="43560" cy="271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1217475-4502-1CE8-884B-D0E7178441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8891" y="2601069"/>
                  <a:ext cx="1512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8018E22-CE29-2CDA-4061-5AB5697BD86A}"/>
                    </a:ext>
                  </a:extLst>
                </p14:cNvPr>
                <p14:cNvContentPartPr/>
                <p14:nvPr/>
              </p14:nvContentPartPr>
              <p14:xfrm>
                <a:off x="340411" y="2741109"/>
                <a:ext cx="63000" cy="263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8018E22-CE29-2CDA-4061-5AB5697BD8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411" y="2633109"/>
                  <a:ext cx="170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C031B63-236D-D876-7F89-4A9B17DD20F0}"/>
                    </a:ext>
                  </a:extLst>
                </p14:cNvPr>
                <p14:cNvContentPartPr/>
                <p14:nvPr/>
              </p14:nvContentPartPr>
              <p14:xfrm>
                <a:off x="370651" y="2766669"/>
                <a:ext cx="53640" cy="226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C031B63-236D-D876-7F89-4A9B17DD20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651" y="2658669"/>
                  <a:ext cx="1612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272755-49F2-6BDF-8E9E-E74B7E57351A}"/>
                    </a:ext>
                  </a:extLst>
                </p14:cNvPr>
                <p14:cNvContentPartPr/>
                <p14:nvPr/>
              </p14:nvContentPartPr>
              <p14:xfrm>
                <a:off x="209011" y="2549589"/>
                <a:ext cx="11880" cy="3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272755-49F2-6BDF-8E9E-E74B7E5735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3531" y="2534109"/>
                  <a:ext cx="4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47B45B-C27D-6748-F940-541D3E14709C}"/>
                    </a:ext>
                  </a:extLst>
                </p14:cNvPr>
                <p14:cNvContentPartPr/>
                <p14:nvPr/>
              </p14:nvContentPartPr>
              <p14:xfrm>
                <a:off x="374971" y="2524389"/>
                <a:ext cx="7200" cy="39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47B45B-C27D-6748-F940-541D3E1470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9491" y="2508909"/>
                  <a:ext cx="3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B2B0BEE-FBD6-5146-CC33-604991C7606E}"/>
                    </a:ext>
                  </a:extLst>
                </p14:cNvPr>
                <p14:cNvContentPartPr/>
                <p14:nvPr/>
              </p14:nvContentPartPr>
              <p14:xfrm>
                <a:off x="527611" y="2630589"/>
                <a:ext cx="30240" cy="18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B2B0BEE-FBD6-5146-CC33-604991C7606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2313" y="2615109"/>
                  <a:ext cx="60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E40815-A40A-4495-3FAF-E8852E20A8B9}"/>
                    </a:ext>
                  </a:extLst>
                </p14:cNvPr>
                <p14:cNvContentPartPr/>
                <p14:nvPr/>
              </p14:nvContentPartPr>
              <p14:xfrm>
                <a:off x="534451" y="2838309"/>
                <a:ext cx="28080" cy="9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E40815-A40A-4495-3FAF-E8852E20A8B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8971" y="2822829"/>
                  <a:ext cx="58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A0167B7-A706-DC5F-499E-9F0D127841C6}"/>
                    </a:ext>
                  </a:extLst>
                </p14:cNvPr>
                <p14:cNvContentPartPr/>
                <p14:nvPr/>
              </p14:nvContentPartPr>
              <p14:xfrm>
                <a:off x="511411" y="2962869"/>
                <a:ext cx="44280" cy="28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A0167B7-A706-DC5F-499E-9F0D127841C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5931" y="2947389"/>
                  <a:ext cx="74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3FC45F-5383-C3F9-1598-31B27FFB364B}"/>
                    </a:ext>
                  </a:extLst>
                </p14:cNvPr>
                <p14:cNvContentPartPr/>
                <p14:nvPr/>
              </p14:nvContentPartPr>
              <p14:xfrm>
                <a:off x="100291" y="2699709"/>
                <a:ext cx="18720" cy="11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3FC45F-5383-C3F9-1598-31B27FFB364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811" y="2684684"/>
                  <a:ext cx="49320" cy="41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A13BBDB-42DB-3E4F-5DCF-6CF8F57B6D9E}"/>
                    </a:ext>
                  </a:extLst>
                </p14:cNvPr>
                <p14:cNvContentPartPr/>
                <p14:nvPr/>
              </p14:nvContentPartPr>
              <p14:xfrm>
                <a:off x="79411" y="2835789"/>
                <a:ext cx="39600" cy="11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A13BBDB-42DB-3E4F-5DCF-6CF8F57B6D9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31" y="2820309"/>
                  <a:ext cx="70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4FAADA-65D0-1F8F-BD65-1E7D640DCF29}"/>
                    </a:ext>
                  </a:extLst>
                </p14:cNvPr>
                <p14:cNvContentPartPr/>
                <p14:nvPr/>
              </p14:nvContentPartPr>
              <p14:xfrm>
                <a:off x="104971" y="3006789"/>
                <a:ext cx="48960" cy="51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4FAADA-65D0-1F8F-BD65-1E7D640DCF2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376" y="2991309"/>
                  <a:ext cx="79787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0A3867F-DA55-38D5-8615-EDCC08BBFEFF}"/>
              </a:ext>
            </a:extLst>
          </p:cNvPr>
          <p:cNvGrpSpPr/>
          <p:nvPr/>
        </p:nvGrpSpPr>
        <p:grpSpPr>
          <a:xfrm>
            <a:off x="1064384" y="2966123"/>
            <a:ext cx="1828800" cy="523220"/>
            <a:chOff x="1890584" y="2807470"/>
            <a:chExt cx="2134989" cy="523220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3B0E06D-22A0-8BC6-7B2A-83CADA416D60}"/>
                </a:ext>
              </a:extLst>
            </p:cNvPr>
            <p:cNvSpPr txBox="1"/>
            <p:nvPr/>
          </p:nvSpPr>
          <p:spPr>
            <a:xfrm>
              <a:off x="1893104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Program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125EEA71-25CB-04F4-FA7C-9A24EE232730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9C33205-2943-73CB-2E7D-893C272F3F38}"/>
              </a:ext>
            </a:extLst>
          </p:cNvPr>
          <p:cNvGrpSpPr/>
          <p:nvPr/>
        </p:nvGrpSpPr>
        <p:grpSpPr>
          <a:xfrm>
            <a:off x="8495783" y="2922423"/>
            <a:ext cx="1832048" cy="557584"/>
            <a:chOff x="6673020" y="2800364"/>
            <a:chExt cx="2211489" cy="557584"/>
          </a:xfrm>
        </p:grpSpPr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33098C4-076E-6791-499D-B5B7B557FD66}"/>
                </a:ext>
              </a:extLst>
            </p:cNvPr>
            <p:cNvCxnSpPr>
              <a:cxnSpLocks/>
            </p:cNvCxnSpPr>
            <p:nvPr/>
          </p:nvCxnSpPr>
          <p:spPr>
            <a:xfrm>
              <a:off x="6673020" y="3357948"/>
              <a:ext cx="220756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19BF318-C1D5-CC81-8867-24DA2826C0EA}"/>
                </a:ext>
              </a:extLst>
            </p:cNvPr>
            <p:cNvSpPr txBox="1"/>
            <p:nvPr/>
          </p:nvSpPr>
          <p:spPr>
            <a:xfrm>
              <a:off x="6673020" y="2800364"/>
              <a:ext cx="22114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ZKP</a:t>
              </a: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2FB7C4EA-FCE8-24DC-96C6-0B9E037A4DF7}"/>
              </a:ext>
            </a:extLst>
          </p:cNvPr>
          <p:cNvSpPr txBox="1"/>
          <p:nvPr/>
        </p:nvSpPr>
        <p:spPr>
          <a:xfrm>
            <a:off x="10066941" y="2178661"/>
            <a:ext cx="202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Application</a:t>
            </a:r>
          </a:p>
        </p:txBody>
      </p:sp>
      <p:pic>
        <p:nvPicPr>
          <p:cNvPr id="154" name="Picture 153" descr="Logo, icon&#10;&#10;Description automatically generated">
            <a:extLst>
              <a:ext uri="{FF2B5EF4-FFF2-40B4-BE49-F238E27FC236}">
                <a16:creationId xmlns:a16="http://schemas.microsoft.com/office/drawing/2014/main" id="{D40DF199-2F3A-0888-0B86-3544699F0B1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78" y="3089117"/>
            <a:ext cx="777240" cy="77724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3FF68B2-96E4-8382-F7FA-6B949DE936D8}"/>
              </a:ext>
            </a:extLst>
          </p:cNvPr>
          <p:cNvGrpSpPr/>
          <p:nvPr/>
        </p:nvGrpSpPr>
        <p:grpSpPr>
          <a:xfrm>
            <a:off x="7128856" y="3128451"/>
            <a:ext cx="1041480" cy="838080"/>
            <a:chOff x="5657236" y="3110491"/>
            <a:chExt cx="104148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E99094B-157D-57D1-DD69-BA84630D72B5}"/>
                    </a:ext>
                  </a:extLst>
                </p14:cNvPr>
                <p14:cNvContentPartPr/>
                <p14:nvPr/>
              </p14:nvContentPartPr>
              <p14:xfrm>
                <a:off x="6264556" y="3795931"/>
                <a:ext cx="9720" cy="7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E99094B-157D-57D1-DD69-BA84630D72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49076" y="3780451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31" name="Ink 76">
                  <a:extLst>
                    <a:ext uri="{FF2B5EF4-FFF2-40B4-BE49-F238E27FC236}">
                      <a16:creationId xmlns:a16="http://schemas.microsoft.com/office/drawing/2014/main" id="{2ED50517-E2BD-E1C7-51B1-673AB8ECA6F7}"/>
                    </a:ext>
                  </a:extLst>
                </p14:cNvPr>
                <p14:cNvContentPartPr/>
                <p14:nvPr/>
              </p14:nvContentPartPr>
              <p14:xfrm>
                <a:off x="6273556" y="3874411"/>
                <a:ext cx="18720" cy="74160"/>
              </p14:xfrm>
            </p:contentPart>
          </mc:Choice>
          <mc:Fallback xmlns="">
            <p:pic>
              <p:nvPicPr>
                <p:cNvPr id="131" name="Ink 76">
                  <a:extLst>
                    <a:ext uri="{FF2B5EF4-FFF2-40B4-BE49-F238E27FC236}">
                      <a16:creationId xmlns:a16="http://schemas.microsoft.com/office/drawing/2014/main" id="{2ED50517-E2BD-E1C7-51B1-673AB8ECA6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58076" y="3858931"/>
                  <a:ext cx="49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2" name="Ink 76">
                  <a:extLst>
                    <a:ext uri="{FF2B5EF4-FFF2-40B4-BE49-F238E27FC236}">
                      <a16:creationId xmlns:a16="http://schemas.microsoft.com/office/drawing/2014/main" id="{F15B1D99-36C2-185D-CDCF-6759E4E53F2A}"/>
                    </a:ext>
                  </a:extLst>
                </p14:cNvPr>
                <p14:cNvContentPartPr/>
                <p14:nvPr/>
              </p14:nvContentPartPr>
              <p14:xfrm>
                <a:off x="5698636" y="3460051"/>
                <a:ext cx="967680" cy="209520"/>
              </p14:xfrm>
            </p:contentPart>
          </mc:Choice>
          <mc:Fallback xmlns="">
            <p:pic>
              <p:nvPicPr>
                <p:cNvPr id="132" name="Ink 76">
                  <a:extLst>
                    <a:ext uri="{FF2B5EF4-FFF2-40B4-BE49-F238E27FC236}">
                      <a16:creationId xmlns:a16="http://schemas.microsoft.com/office/drawing/2014/main" id="{F15B1D99-36C2-185D-CDCF-6759E4E53F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3150" y="3444544"/>
                  <a:ext cx="998291" cy="240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9" name="Ink 76">
                  <a:extLst>
                    <a:ext uri="{FF2B5EF4-FFF2-40B4-BE49-F238E27FC236}">
                      <a16:creationId xmlns:a16="http://schemas.microsoft.com/office/drawing/2014/main" id="{A800ABFD-DC34-5BE7-86B5-FD70423ED51A}"/>
                    </a:ext>
                  </a:extLst>
                </p14:cNvPr>
                <p14:cNvContentPartPr/>
                <p14:nvPr/>
              </p14:nvContentPartPr>
              <p14:xfrm>
                <a:off x="5657236" y="3110491"/>
                <a:ext cx="1041480" cy="252720"/>
              </p14:xfrm>
            </p:contentPart>
          </mc:Choice>
          <mc:Fallback xmlns="">
            <p:pic>
              <p:nvPicPr>
                <p:cNvPr id="139" name="Ink 76">
                  <a:extLst>
                    <a:ext uri="{FF2B5EF4-FFF2-40B4-BE49-F238E27FC236}">
                      <a16:creationId xmlns:a16="http://schemas.microsoft.com/office/drawing/2014/main" id="{A800ABFD-DC34-5BE7-86B5-FD70423ED5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1761" y="3095033"/>
                  <a:ext cx="1072069" cy="28327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FE837-A611-5F85-8F8F-E959DAFFBEB1}"/>
                  </a:ext>
                </a:extLst>
              </p:cNvPr>
              <p:cNvSpPr txBox="1"/>
              <p:nvPr/>
            </p:nvSpPr>
            <p:spPr>
              <a:xfrm>
                <a:off x="6600118" y="1963218"/>
                <a:ext cx="2121932" cy="987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/>
                  <a:t>-circuit</a:t>
                </a:r>
              </a:p>
              <a:p>
                <a:pPr algn="ctr"/>
                <a:r>
                  <a:rPr lang="en-US" sz="2800"/>
                  <a:t>(low level)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FE837-A611-5F85-8F8F-E959DAFFB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118" y="1963218"/>
                <a:ext cx="2121932" cy="987322"/>
              </a:xfrm>
              <a:prstGeom prst="rect">
                <a:avLst/>
              </a:prstGeom>
              <a:blipFill>
                <a:blip r:embed="rId44"/>
                <a:stretch>
                  <a:fillRect t="-55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D462941-3197-4D97-5577-332661B631A3}"/>
              </a:ext>
            </a:extLst>
          </p:cNvPr>
          <p:cNvSpPr txBox="1"/>
          <p:nvPr/>
        </p:nvSpPr>
        <p:spPr>
          <a:xfrm>
            <a:off x="2505183" y="1963218"/>
            <a:ext cx="2574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Code</a:t>
            </a:r>
          </a:p>
          <a:p>
            <a:pPr algn="ctr"/>
            <a:r>
              <a:rPr lang="en-US" sz="2800"/>
              <a:t>(high level)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6D931D-D828-BF32-2BF9-6768E8D7D98A}"/>
              </a:ext>
            </a:extLst>
          </p:cNvPr>
          <p:cNvGrpSpPr/>
          <p:nvPr/>
        </p:nvGrpSpPr>
        <p:grpSpPr>
          <a:xfrm>
            <a:off x="3232062" y="3205577"/>
            <a:ext cx="1053673" cy="849202"/>
            <a:chOff x="3560884" y="2645027"/>
            <a:chExt cx="1053673" cy="84920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1" name="Ink 21">
                  <a:extLst>
                    <a:ext uri="{FF2B5EF4-FFF2-40B4-BE49-F238E27FC236}">
                      <a16:creationId xmlns:a16="http://schemas.microsoft.com/office/drawing/2014/main" id="{94506A44-0D0A-7A07-2AD4-E25AA32CED3C}"/>
                    </a:ext>
                  </a:extLst>
                </p14:cNvPr>
                <p14:cNvContentPartPr/>
                <p14:nvPr/>
              </p14:nvContentPartPr>
              <p14:xfrm>
                <a:off x="3560884" y="2706189"/>
                <a:ext cx="231480" cy="187200"/>
              </p14:xfrm>
            </p:contentPart>
          </mc:Choice>
          <mc:Fallback xmlns="">
            <p:pic>
              <p:nvPicPr>
                <p:cNvPr id="21" name="Ink 21">
                  <a:extLst>
                    <a:ext uri="{FF2B5EF4-FFF2-40B4-BE49-F238E27FC236}">
                      <a16:creationId xmlns:a16="http://schemas.microsoft.com/office/drawing/2014/main" id="{94506A44-0D0A-7A07-2AD4-E25AA32CED3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45380" y="2690709"/>
                  <a:ext cx="262128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2">
                  <a:extLst>
                    <a:ext uri="{FF2B5EF4-FFF2-40B4-BE49-F238E27FC236}">
                      <a16:creationId xmlns:a16="http://schemas.microsoft.com/office/drawing/2014/main" id="{AEF26217-1AFA-E658-9A3A-E470DE7A4C58}"/>
                    </a:ext>
                  </a:extLst>
                </p14:cNvPr>
                <p14:cNvContentPartPr/>
                <p14:nvPr/>
              </p14:nvContentPartPr>
              <p14:xfrm>
                <a:off x="3824357" y="2645027"/>
                <a:ext cx="790200" cy="231120"/>
              </p14:xfrm>
            </p:contentPart>
          </mc:Choice>
          <mc:Fallback xmlns="">
            <p:pic>
              <p:nvPicPr>
                <p:cNvPr id="32" name="Ink 32">
                  <a:extLst>
                    <a:ext uri="{FF2B5EF4-FFF2-40B4-BE49-F238E27FC236}">
                      <a16:creationId xmlns:a16="http://schemas.microsoft.com/office/drawing/2014/main" id="{AEF26217-1AFA-E658-9A3A-E470DE7A4C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08870" y="2629547"/>
                  <a:ext cx="820814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9">
                  <a:extLst>
                    <a:ext uri="{FF2B5EF4-FFF2-40B4-BE49-F238E27FC236}">
                      <a16:creationId xmlns:a16="http://schemas.microsoft.com/office/drawing/2014/main" id="{9CBA982A-21F6-AEB2-DDB5-B6F7C298D878}"/>
                    </a:ext>
                  </a:extLst>
                </p14:cNvPr>
                <p14:cNvContentPartPr/>
                <p14:nvPr/>
              </p14:nvContentPartPr>
              <p14:xfrm>
                <a:off x="3627844" y="3292629"/>
                <a:ext cx="109080" cy="201600"/>
              </p14:xfrm>
            </p:contentPart>
          </mc:Choice>
          <mc:Fallback xmlns="">
            <p:pic>
              <p:nvPicPr>
                <p:cNvPr id="38" name="Ink 39">
                  <a:extLst>
                    <a:ext uri="{FF2B5EF4-FFF2-40B4-BE49-F238E27FC236}">
                      <a16:creationId xmlns:a16="http://schemas.microsoft.com/office/drawing/2014/main" id="{9CBA982A-21F6-AEB2-DDB5-B6F7C298D8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12313" y="3277121"/>
                  <a:ext cx="139781" cy="232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9">
                  <a:extLst>
                    <a:ext uri="{FF2B5EF4-FFF2-40B4-BE49-F238E27FC236}">
                      <a16:creationId xmlns:a16="http://schemas.microsoft.com/office/drawing/2014/main" id="{C679927F-C399-D4C2-0A5A-03BF09CB3964}"/>
                    </a:ext>
                  </a:extLst>
                </p14:cNvPr>
                <p14:cNvContentPartPr/>
                <p14:nvPr/>
              </p14:nvContentPartPr>
              <p14:xfrm>
                <a:off x="3819364" y="3107949"/>
                <a:ext cx="115920" cy="14040"/>
              </p14:xfrm>
            </p:contentPart>
          </mc:Choice>
          <mc:Fallback xmlns="">
            <p:pic>
              <p:nvPicPr>
                <p:cNvPr id="39" name="Ink 39">
                  <a:extLst>
                    <a:ext uri="{FF2B5EF4-FFF2-40B4-BE49-F238E27FC236}">
                      <a16:creationId xmlns:a16="http://schemas.microsoft.com/office/drawing/2014/main" id="{C679927F-C399-D4C2-0A5A-03BF09CB396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03884" y="3092469"/>
                  <a:ext cx="1465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A0D8C6-FFA3-E174-1CA4-55BEC80BD635}"/>
              </a:ext>
            </a:extLst>
          </p:cNvPr>
          <p:cNvGrpSpPr/>
          <p:nvPr/>
        </p:nvGrpSpPr>
        <p:grpSpPr>
          <a:xfrm>
            <a:off x="4867666" y="2966123"/>
            <a:ext cx="1833731" cy="523220"/>
            <a:chOff x="1884827" y="2807470"/>
            <a:chExt cx="2140746" cy="52322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9E16664-C64E-307B-FC87-E0F69811BF0B}"/>
                </a:ext>
              </a:extLst>
            </p:cNvPr>
            <p:cNvSpPr txBox="1"/>
            <p:nvPr/>
          </p:nvSpPr>
          <p:spPr>
            <a:xfrm>
              <a:off x="1884827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Compile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28E9F12-28A1-934C-F3F3-55B6C3B483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373B92-1CDE-FA4E-86F7-5ED71BD6AFD8}"/>
                  </a:ext>
                </a:extLst>
              </p:cNvPr>
              <p:cNvSpPr txBox="1"/>
              <p:nvPr/>
            </p:nvSpPr>
            <p:spPr>
              <a:xfrm>
                <a:off x="3386933" y="5407318"/>
                <a:ext cx="25444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/>
                  <a:t> of bugs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373B92-1CDE-FA4E-86F7-5ED71BD6A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933" y="5407318"/>
                <a:ext cx="2544449" cy="523220"/>
              </a:xfrm>
              <a:prstGeom prst="rect">
                <a:avLst/>
              </a:prstGeom>
              <a:blipFill>
                <a:blip r:embed="rId5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45FF2-AA63-D9BC-DAC9-730C31BBAC7A}"/>
                  </a:ext>
                </a:extLst>
              </p:cNvPr>
              <p:cNvSpPr txBox="1"/>
              <p:nvPr/>
            </p:nvSpPr>
            <p:spPr>
              <a:xfrm>
                <a:off x="8174202" y="5407318"/>
                <a:ext cx="25369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/>
                  <a:t> of bugs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45FF2-AA63-D9BC-DAC9-730C31BBA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202" y="5407318"/>
                <a:ext cx="2536928" cy="523220"/>
              </a:xfrm>
              <a:prstGeom prst="rect">
                <a:avLst/>
              </a:prstGeom>
              <a:blipFill>
                <a:blip r:embed="rId5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8DF6D3B-1187-DFA9-9B97-C97D92CA4958}"/>
              </a:ext>
            </a:extLst>
          </p:cNvPr>
          <p:cNvSpPr txBox="1"/>
          <p:nvPr/>
        </p:nvSpPr>
        <p:spPr>
          <a:xfrm>
            <a:off x="7857900" y="56036"/>
            <a:ext cx="4276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[</a:t>
            </a:r>
            <a:r>
              <a:rPr lang="en-US" sz="2000" err="1"/>
              <a:t>Chaliasos</a:t>
            </a:r>
            <a:r>
              <a:rPr lang="en-US" sz="2000"/>
              <a:t> et al. USENIX Security’24]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EC9DF-59A0-D346-A1E4-1D6112376AAC}"/>
              </a:ext>
            </a:extLst>
          </p:cNvPr>
          <p:cNvGrpSpPr/>
          <p:nvPr/>
        </p:nvGrpSpPr>
        <p:grpSpPr>
          <a:xfrm>
            <a:off x="1978784" y="4253788"/>
            <a:ext cx="5354348" cy="996203"/>
            <a:chOff x="1978784" y="4253788"/>
            <a:chExt cx="5354348" cy="996203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00B0710D-45BE-B0E7-11BF-DD63D0B99EF0}"/>
                </a:ext>
              </a:extLst>
            </p:cNvPr>
            <p:cNvSpPr/>
            <p:nvPr/>
          </p:nvSpPr>
          <p:spPr>
            <a:xfrm rot="5400000">
              <a:off x="4485628" y="1746944"/>
              <a:ext cx="340659" cy="5354348"/>
            </a:xfrm>
            <a:prstGeom prst="rightBrace">
              <a:avLst>
                <a:gd name="adj1" fmla="val 72333"/>
                <a:gd name="adj2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76E282-23D5-6A39-3AF2-B4FF053AC8E8}"/>
                </a:ext>
              </a:extLst>
            </p:cNvPr>
            <p:cNvSpPr txBox="1"/>
            <p:nvPr/>
          </p:nvSpPr>
          <p:spPr>
            <a:xfrm>
              <a:off x="3503332" y="4726771"/>
              <a:ext cx="23052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translation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875257-C4B3-D488-4F2B-953AF3BE9599}"/>
              </a:ext>
            </a:extLst>
          </p:cNvPr>
          <p:cNvGrpSpPr/>
          <p:nvPr/>
        </p:nvGrpSpPr>
        <p:grpSpPr>
          <a:xfrm>
            <a:off x="8283387" y="4260734"/>
            <a:ext cx="2323620" cy="1001759"/>
            <a:chOff x="8283387" y="4260734"/>
            <a:chExt cx="2323620" cy="1001759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7FA8C8F3-CCAA-6EA4-62CF-771870D0510D}"/>
                </a:ext>
              </a:extLst>
            </p:cNvPr>
            <p:cNvSpPr/>
            <p:nvPr/>
          </p:nvSpPr>
          <p:spPr>
            <a:xfrm rot="5400000">
              <a:off x="9260540" y="3283581"/>
              <a:ext cx="340659" cy="2294966"/>
            </a:xfrm>
            <a:prstGeom prst="rightBrace">
              <a:avLst>
                <a:gd name="adj1" fmla="val 72333"/>
                <a:gd name="adj2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85ACFB-7DE6-A713-CB6D-4BFE0FF6F242}"/>
                </a:ext>
              </a:extLst>
            </p:cNvPr>
            <p:cNvSpPr txBox="1"/>
            <p:nvPr/>
          </p:nvSpPr>
          <p:spPr>
            <a:xfrm>
              <a:off x="8301757" y="4739273"/>
              <a:ext cx="23052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cryptography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2D0FF73-E791-F49C-8AA2-95B75BD1500C}"/>
              </a:ext>
            </a:extLst>
          </p:cNvPr>
          <p:cNvSpPr txBox="1"/>
          <p:nvPr/>
        </p:nvSpPr>
        <p:spPr>
          <a:xfrm>
            <a:off x="1551033" y="5132687"/>
            <a:ext cx="183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>
                <a:solidFill>
                  <a:schemeClr val="accent3"/>
                </a:solidFill>
              </a:rPr>
              <a:t>This talk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8C16B-E631-92DE-651C-79171B8B21B9}"/>
              </a:ext>
            </a:extLst>
          </p:cNvPr>
          <p:cNvSpPr txBox="1"/>
          <p:nvPr/>
        </p:nvSpPr>
        <p:spPr>
          <a:xfrm>
            <a:off x="6330445" y="5132687"/>
            <a:ext cx="183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Next talk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722A32-0F4B-08AB-068F-538C307A13A4}"/>
              </a:ext>
            </a:extLst>
          </p:cNvPr>
          <p:cNvSpPr/>
          <p:nvPr/>
        </p:nvSpPr>
        <p:spPr>
          <a:xfrm>
            <a:off x="3394454" y="4725625"/>
            <a:ext cx="2536928" cy="137730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E4FB34-CFA4-0BCC-D4CC-B4940C7EE877}"/>
              </a:ext>
            </a:extLst>
          </p:cNvPr>
          <p:cNvSpPr/>
          <p:nvPr/>
        </p:nvSpPr>
        <p:spPr>
          <a:xfrm>
            <a:off x="8174202" y="4705642"/>
            <a:ext cx="2536928" cy="1377309"/>
          </a:xfrm>
          <a:prstGeom prst="rect">
            <a:avLst/>
          </a:prstGeom>
          <a:noFill/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EE3F1F5-32FE-816C-E830-1E350F2B08BE}"/>
              </a:ext>
            </a:extLst>
          </p:cNvPr>
          <p:cNvGrpSpPr/>
          <p:nvPr/>
        </p:nvGrpSpPr>
        <p:grpSpPr>
          <a:xfrm>
            <a:off x="3105669" y="5816422"/>
            <a:ext cx="993240" cy="831240"/>
            <a:chOff x="3105669" y="5816422"/>
            <a:chExt cx="99324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CA6FF6-582D-4367-705C-9FC883D416C1}"/>
                    </a:ext>
                  </a:extLst>
                </p14:cNvPr>
                <p14:cNvContentPartPr/>
                <p14:nvPr/>
              </p14:nvContentPartPr>
              <p14:xfrm>
                <a:off x="3105669" y="6211342"/>
                <a:ext cx="993240" cy="43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CA6FF6-582D-4367-705C-9FC883D416C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90189" y="6195862"/>
                  <a:ext cx="10238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0BCFA3-C541-2AED-429D-A28D420A40EA}"/>
                    </a:ext>
                  </a:extLst>
                </p14:cNvPr>
                <p14:cNvContentPartPr/>
                <p14:nvPr/>
              </p14:nvContentPartPr>
              <p14:xfrm>
                <a:off x="3128680" y="5816422"/>
                <a:ext cx="205560" cy="30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0BCFA3-C541-2AED-429D-A28D420A40E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113227" y="5800960"/>
                  <a:ext cx="236107" cy="3380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8E86A23-CBEB-7C41-E571-726696FD0F1C}"/>
              </a:ext>
            </a:extLst>
          </p:cNvPr>
          <p:cNvGrpSpPr/>
          <p:nvPr/>
        </p:nvGrpSpPr>
        <p:grpSpPr>
          <a:xfrm>
            <a:off x="4347669" y="6205169"/>
            <a:ext cx="2990211" cy="357533"/>
            <a:chOff x="4347669" y="6205169"/>
            <a:chExt cx="2990211" cy="35753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B777E8-D524-2D39-069D-A41311C12DD8}"/>
                    </a:ext>
                  </a:extLst>
                </p14:cNvPr>
                <p14:cNvContentPartPr/>
                <p14:nvPr/>
              </p14:nvContentPartPr>
              <p14:xfrm>
                <a:off x="4347669" y="6349942"/>
                <a:ext cx="185400" cy="161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B777E8-D524-2D39-069D-A41311C12DD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32159" y="6334462"/>
                  <a:ext cx="2160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F3EFF0C-11B3-EC1C-E858-9E10CE6DA9B5}"/>
                    </a:ext>
                  </a:extLst>
                </p14:cNvPr>
                <p14:cNvContentPartPr/>
                <p14:nvPr/>
              </p14:nvContentPartPr>
              <p14:xfrm>
                <a:off x="5380126" y="6205169"/>
                <a:ext cx="1050534" cy="315773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F3EFF0C-11B3-EC1C-E858-9E10CE6DA9B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64651" y="6189686"/>
                  <a:ext cx="1081125" cy="346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9BA86C6-B215-E11F-6CAD-335BCD962473}"/>
                    </a:ext>
                  </a:extLst>
                </p14:cNvPr>
                <p14:cNvContentPartPr/>
                <p14:nvPr/>
              </p14:nvContentPartPr>
              <p14:xfrm>
                <a:off x="6541200" y="6230306"/>
                <a:ext cx="796680" cy="214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9BA86C6-B215-E11F-6CAD-335BCD96247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25720" y="6214800"/>
                  <a:ext cx="827280" cy="24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D537FD9-19E8-3F56-C0AF-DEE190139209}"/>
                    </a:ext>
                  </a:extLst>
                </p14:cNvPr>
                <p14:cNvContentPartPr/>
                <p14:nvPr/>
              </p14:nvContentPartPr>
              <p14:xfrm>
                <a:off x="4830400" y="6322222"/>
                <a:ext cx="393120" cy="240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D537FD9-19E8-3F56-C0AF-DEE19013920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14906" y="6306742"/>
                  <a:ext cx="423748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C44B6D-D4DC-56FD-26F7-BCA272DC0CD0}"/>
              </a:ext>
            </a:extLst>
          </p:cNvPr>
          <p:cNvGrpSpPr/>
          <p:nvPr/>
        </p:nvGrpSpPr>
        <p:grpSpPr>
          <a:xfrm>
            <a:off x="9537264" y="5721572"/>
            <a:ext cx="1570965" cy="1063055"/>
            <a:chOff x="9537264" y="5721572"/>
            <a:chExt cx="1570965" cy="10630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3B7D6EF-EC8A-8738-BB28-63B1685F1FAF}"/>
                    </a:ext>
                  </a:extLst>
                </p14:cNvPr>
                <p14:cNvContentPartPr/>
                <p14:nvPr/>
              </p14:nvContentPartPr>
              <p14:xfrm>
                <a:off x="9537264" y="6167317"/>
                <a:ext cx="1095120" cy="263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3B7D6EF-EC8A-8738-BB28-63B1685F1F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21779" y="6151816"/>
                  <a:ext cx="1125730" cy="2938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C1A883B-D344-A550-6E47-2356A5B963ED}"/>
                    </a:ext>
                  </a:extLst>
                </p14:cNvPr>
                <p14:cNvContentPartPr/>
                <p14:nvPr/>
              </p14:nvContentPartPr>
              <p14:xfrm>
                <a:off x="9622224" y="6574027"/>
                <a:ext cx="359280" cy="159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C1A883B-D344-A550-6E47-2356A5B963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06744" y="6558512"/>
                  <a:ext cx="389880" cy="1897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85DC6E4-F6AE-3C4E-D646-E58B40E05A99}"/>
                    </a:ext>
                  </a:extLst>
                </p14:cNvPr>
                <p14:cNvContentPartPr/>
                <p14:nvPr/>
              </p14:nvContentPartPr>
              <p14:xfrm>
                <a:off x="10016784" y="6445867"/>
                <a:ext cx="615600" cy="338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85DC6E4-F6AE-3C4E-D646-E58B40E05A9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001304" y="6430387"/>
                  <a:ext cx="646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766C21-356E-8F9A-3DBD-2082FB9BE5AB}"/>
                    </a:ext>
                  </a:extLst>
                </p14:cNvPr>
                <p14:cNvContentPartPr/>
                <p14:nvPr/>
              </p14:nvContentPartPr>
              <p14:xfrm>
                <a:off x="10725909" y="5721572"/>
                <a:ext cx="382320" cy="741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766C21-356E-8F9A-3DBD-2082FB9BE5A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10429" y="5706092"/>
                  <a:ext cx="412920" cy="77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177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/>
      <p:bldP spid="16" grpId="0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61CA-A75E-C7DE-CC2A-8CC31EE0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2161-51C3-8BAB-D294-B75D2233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Automated verification is already essential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A6EF2-1870-E745-9B67-86006F1A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6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59BACD-8834-2F65-2231-9BDB63EFC789}"/>
              </a:ext>
            </a:extLst>
          </p:cNvPr>
          <p:cNvGrpSpPr/>
          <p:nvPr/>
        </p:nvGrpSpPr>
        <p:grpSpPr>
          <a:xfrm>
            <a:off x="838200" y="2064068"/>
            <a:ext cx="10515600" cy="977918"/>
            <a:chOff x="838200" y="1690688"/>
            <a:chExt cx="10515600" cy="9779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7B2375-3CB0-29C1-E548-AD743FB94B10}"/>
                </a:ext>
              </a:extLst>
            </p:cNvPr>
            <p:cNvSpPr txBox="1"/>
            <p:nvPr/>
          </p:nvSpPr>
          <p:spPr>
            <a:xfrm>
              <a:off x="1792307" y="1714499"/>
              <a:ext cx="9561493" cy="9541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/>
                <a:t>&gt; 75% </a:t>
              </a:r>
              <a:r>
                <a:rPr lang="en-US" sz="2800"/>
                <a:t>of ZKP audits at </a:t>
              </a:r>
              <a:r>
                <a:rPr lang="en-US" sz="2800" err="1"/>
                <a:t>Veridise</a:t>
              </a:r>
              <a:r>
                <a:rPr lang="en-US" sz="2800"/>
                <a:t> use automated verification (2025)</a:t>
              </a:r>
            </a:p>
          </p:txBody>
        </p:sp>
        <p:pic>
          <p:nvPicPr>
            <p:cNvPr id="3" name="Picture 6" descr="Home | AuditHub Documentation">
              <a:extLst>
                <a:ext uri="{FF2B5EF4-FFF2-40B4-BE49-F238E27FC236}">
                  <a16:creationId xmlns:a16="http://schemas.microsoft.com/office/drawing/2014/main" id="{43BFB2C9-1328-9B1A-C852-A1A688F575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90688"/>
              <a:ext cx="954107" cy="954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682D30F-CC6C-2AF7-3CF7-C813AE841D73}"/>
              </a:ext>
            </a:extLst>
          </p:cNvPr>
          <p:cNvSpPr txBox="1"/>
          <p:nvPr/>
        </p:nvSpPr>
        <p:spPr>
          <a:xfrm>
            <a:off x="838200" y="3373037"/>
            <a:ext cx="666148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1"/>
                </a:solidFill>
              </a:rPr>
              <a:t>Finds new </a:t>
            </a:r>
            <a:r>
              <a:rPr lang="en-US" sz="2800" b="1">
                <a:solidFill>
                  <a:schemeClr val="accent1"/>
                </a:solidFill>
              </a:rPr>
              <a:t>bugs</a:t>
            </a:r>
            <a:r>
              <a:rPr lang="en-US" sz="2800">
                <a:solidFill>
                  <a:schemeClr val="accent1"/>
                </a:solidFill>
              </a:rPr>
              <a:t> that auditors miss</a:t>
            </a:r>
          </a:p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1"/>
                </a:solidFill>
              </a:rPr>
              <a:t>Provides stronger </a:t>
            </a:r>
            <a:r>
              <a:rPr lang="en-US" sz="2800" b="1">
                <a:solidFill>
                  <a:schemeClr val="accent1"/>
                </a:solidFill>
              </a:rPr>
              <a:t>guarantees</a:t>
            </a:r>
          </a:p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accent1"/>
                </a:solidFill>
              </a:rPr>
              <a:t>Integrates</a:t>
            </a:r>
            <a:r>
              <a:rPr lang="en-US" sz="2800">
                <a:solidFill>
                  <a:schemeClr val="accent1"/>
                </a:solidFill>
              </a:rPr>
              <a:t> into CI</a:t>
            </a:r>
          </a:p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accent1"/>
                </a:solidFill>
              </a:rPr>
              <a:t>Multiple</a:t>
            </a:r>
            <a:r>
              <a:rPr lang="en-US" sz="2800">
                <a:solidFill>
                  <a:schemeClr val="accent1"/>
                </a:solidFill>
              </a:rPr>
              <a:t> audit &amp; developer teams</a:t>
            </a:r>
          </a:p>
          <a:p>
            <a:pPr marL="233363" indent="-233363">
              <a:buFont typeface="Arial" panose="020B0604020202020204" pitchFamily="34" charset="0"/>
              <a:buChar char="•"/>
            </a:pPr>
            <a:endParaRPr lang="en-US" sz="280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accent1"/>
              </a:solidFill>
            </a:endParaRP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B59FBD-5C06-B898-F595-8B2943F22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16" b="13778"/>
          <a:stretch>
            <a:fillRect/>
          </a:stretch>
        </p:blipFill>
        <p:spPr>
          <a:xfrm>
            <a:off x="6700100" y="3190858"/>
            <a:ext cx="4572000" cy="1732953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FBF4FE-4F0A-1161-79A9-B879B186F965}"/>
              </a:ext>
            </a:extLst>
          </p:cNvPr>
          <p:cNvSpPr txBox="1"/>
          <p:nvPr/>
        </p:nvSpPr>
        <p:spPr>
          <a:xfrm>
            <a:off x="-59884" y="6627168"/>
            <a:ext cx="29479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https://x.com/RiscZero/status/1952503598056882225</a:t>
            </a:r>
          </a:p>
        </p:txBody>
      </p:sp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B6D4B25-83AD-10F9-BE64-CB6589F5D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628" y="3615181"/>
            <a:ext cx="4572000" cy="1613397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B46BECA-EEAA-1503-E4FC-79A636D62BDE}"/>
              </a:ext>
            </a:extLst>
          </p:cNvPr>
          <p:cNvSpPr txBox="1"/>
          <p:nvPr/>
        </p:nvSpPr>
        <p:spPr>
          <a:xfrm>
            <a:off x="2827482" y="6627168"/>
            <a:ext cx="29479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https://x.com/RiscZero/status/1910387072583774708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55EA4-DE11-7330-77A2-DFFD1EB68F56}"/>
              </a:ext>
            </a:extLst>
          </p:cNvPr>
          <p:cNvSpPr txBox="1"/>
          <p:nvPr/>
        </p:nvSpPr>
        <p:spPr>
          <a:xfrm>
            <a:off x="7881475" y="6630122"/>
            <a:ext cx="282999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https://costa.fdi.ucm.es/web/news/CIVER_ZisK.html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162685-8248-9E29-A418-B93346A3B0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8177"/>
          <a:stretch>
            <a:fillRect/>
          </a:stretch>
        </p:blipFill>
        <p:spPr>
          <a:xfrm>
            <a:off x="7233156" y="4144965"/>
            <a:ext cx="4572000" cy="1281307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863410-715F-639C-384E-5CABC1CA7E96}"/>
              </a:ext>
            </a:extLst>
          </p:cNvPr>
          <p:cNvSpPr txBox="1"/>
          <p:nvPr/>
        </p:nvSpPr>
        <p:spPr>
          <a:xfrm>
            <a:off x="5714848" y="6627168"/>
            <a:ext cx="22271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https://github.com/risc0/risc0/pull/3567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2A3C6-B07B-3A2C-8A24-E6BA971F2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684" y="4438529"/>
            <a:ext cx="4572000" cy="1281305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753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C414-E868-62A7-A166-C68AABA7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6BCC-AAE7-D3BD-48A7-3BC6FB2A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bit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CFD97-BACF-4222-C154-2E2787A3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D7C42-BD92-3245-E572-88C023BAD421}"/>
              </a:ext>
            </a:extLst>
          </p:cNvPr>
          <p:cNvSpPr txBox="1"/>
          <p:nvPr/>
        </p:nvSpPr>
        <p:spPr>
          <a:xfrm>
            <a:off x="456340" y="2076776"/>
            <a:ext cx="6653120" cy="2031325"/>
          </a:xfrm>
          <a:prstGeom prst="rect">
            <a:avLst/>
          </a:prstGeom>
          <a:solidFill>
            <a:srgbClr val="FAF7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fn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solidFill>
                  <a:srgbClr val="0C5790"/>
                </a:solidFill>
                <a:latin typeface="Courier New"/>
                <a:ea typeface="+mn-lt"/>
                <a:cs typeface="+mn-lt"/>
              </a:rPr>
              <a:t>u32_to_bits</a:t>
            </a:r>
            <a:r>
              <a:rPr lang="en-US">
                <a:latin typeface="Courier New"/>
                <a:ea typeface="+mn-lt"/>
                <a:cs typeface="+mn-lt"/>
              </a:rPr>
              <a:t>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: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u32</a:t>
            </a:r>
            <a:r>
              <a:rPr lang="en-US">
                <a:latin typeface="Courier New"/>
                <a:ea typeface="+mn-lt"/>
                <a:cs typeface="+mn-lt"/>
              </a:rPr>
              <a:t>) -&gt;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bool</a:t>
            </a:r>
            <a:r>
              <a:rPr lang="en-US">
                <a:latin typeface="Courier New"/>
                <a:ea typeface="+mn-lt"/>
                <a:cs typeface="+mn-lt"/>
              </a:rPr>
              <a:t>; 32]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let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mut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 =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false</a:t>
            </a:r>
            <a:r>
              <a:rPr lang="en-US">
                <a:latin typeface="Courier New"/>
                <a:ea typeface="+mn-lt"/>
                <a:cs typeface="+mn-lt"/>
              </a:rPr>
              <a:t>; 32];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for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 in 0..32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  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[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] = ((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 &gt;&gt;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) &amp;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1</a:t>
            </a:r>
            <a:r>
              <a:rPr lang="en-US">
                <a:latin typeface="Courier New"/>
                <a:ea typeface="+mn-lt"/>
                <a:cs typeface="+mn-lt"/>
              </a:rPr>
              <a:t>) !=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0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}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return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  <a:endParaRPr lang="en-US" sz="2000">
              <a:solidFill>
                <a:srgbClr val="F5D062"/>
              </a:solidFill>
              <a:latin typeface="Courier New"/>
              <a:ea typeface="+mn-lt"/>
              <a:cs typeface="Courier New"/>
            </a:endParaRPr>
          </a:p>
          <a:p>
            <a:pPr algn="l"/>
            <a:r>
              <a:rPr lang="en-US">
                <a:latin typeface="Courier New"/>
                <a:ea typeface="+mn-lt"/>
                <a:cs typeface="+mn-lt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9258A-20DE-4F8B-5E91-5F562201D9A0}"/>
                  </a:ext>
                </a:extLst>
              </p:cNvPr>
              <p:cNvSpPr txBox="1"/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/>
                  <a:t>ZKP </a:t>
                </a:r>
                <a:r>
                  <a:rPr lang="en-US" sz="2800">
                    <a:solidFill>
                      <a:schemeClr val="accent2"/>
                    </a:solidFill>
                  </a:rPr>
                  <a:t>Circuit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9258A-20DE-4F8B-5E91-5F562201D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45053D-0D3C-8AF3-E6F9-BF5103FBCD2D}"/>
                  </a:ext>
                </a:extLst>
              </p:cNvPr>
              <p:cNvSpPr txBox="1"/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3"/>
                    </a:solidFill>
                  </a:rPr>
                  <a:t>Computation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(Specification)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45053D-0D3C-8AF3-E6F9-BF5103F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7B7DB55-E000-6C01-F29A-44C842A86583}"/>
              </a:ext>
            </a:extLst>
          </p:cNvPr>
          <p:cNvSpPr txBox="1"/>
          <p:nvPr/>
        </p:nvSpPr>
        <p:spPr>
          <a:xfrm>
            <a:off x="2852156" y="4223761"/>
            <a:ext cx="648768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Are they equivalent?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B89D64C-922A-2208-3195-68268B68D09D}"/>
              </a:ext>
            </a:extLst>
          </p:cNvPr>
          <p:cNvGrpSpPr/>
          <p:nvPr/>
        </p:nvGrpSpPr>
        <p:grpSpPr>
          <a:xfrm>
            <a:off x="8224374" y="1852863"/>
            <a:ext cx="2428776" cy="609867"/>
            <a:chOff x="8320626" y="1896766"/>
            <a:chExt cx="212616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67834F-B484-07C4-5FF1-9DA419535486}"/>
                    </a:ext>
                  </a:extLst>
                </p14:cNvPr>
                <p14:cNvContentPartPr/>
                <p14:nvPr/>
              </p14:nvContentPartPr>
              <p14:xfrm>
                <a:off x="8320626" y="2225446"/>
                <a:ext cx="2126160" cy="205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67834F-B484-07C4-5FF1-9DA4195354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07074" y="2211892"/>
                  <a:ext cx="2152950" cy="231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04CCDC-B75A-AB05-9B39-B9F2F641E1BB}"/>
                    </a:ext>
                  </a:extLst>
                </p14:cNvPr>
                <p14:cNvContentPartPr/>
                <p14:nvPr/>
              </p14:nvContentPartPr>
              <p14:xfrm>
                <a:off x="9730026" y="1896766"/>
                <a:ext cx="304560" cy="254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04CCDC-B75A-AB05-9B39-B9F2F641E1B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16483" y="1883219"/>
                  <a:ext cx="331331" cy="2816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3178EF1-EB6B-59C9-B2D3-D43B32C1F885}"/>
                    </a:ext>
                  </a:extLst>
                </p14:cNvPr>
                <p14:cNvContentPartPr/>
                <p14:nvPr/>
              </p14:nvContentPartPr>
              <p14:xfrm>
                <a:off x="9501066" y="1980286"/>
                <a:ext cx="83880" cy="94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3178EF1-EB6B-59C9-B2D3-D43B32C1F8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87506" y="1966715"/>
                  <a:ext cx="110684" cy="121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34244E-E5B1-764B-E629-4969C2E19C72}"/>
                    </a:ext>
                  </a:extLst>
                </p14:cNvPr>
                <p14:cNvContentPartPr/>
                <p14:nvPr/>
              </p14:nvContentPartPr>
              <p14:xfrm>
                <a:off x="10136826" y="1964086"/>
                <a:ext cx="118800" cy="11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34244E-E5B1-764B-E629-4969C2E19C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23276" y="1950536"/>
                  <a:ext cx="145585" cy="143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CD3E4C-54A8-DE2C-4BFD-B2D1D8C106A1}"/>
                    </a:ext>
                  </a:extLst>
                </p14:cNvPr>
                <p14:cNvContentPartPr/>
                <p14:nvPr/>
              </p14:nvContentPartPr>
              <p14:xfrm>
                <a:off x="10255626" y="1905046"/>
                <a:ext cx="88560" cy="24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CD3E4C-54A8-DE2C-4BFD-B2D1D8C106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42074" y="1891498"/>
                  <a:ext cx="115349" cy="269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22432BB-CB9B-39E1-57EB-D782570619BD}"/>
                    </a:ext>
                  </a:extLst>
                </p14:cNvPr>
                <p14:cNvContentPartPr/>
                <p14:nvPr/>
              </p14:nvContentPartPr>
              <p14:xfrm>
                <a:off x="8959147" y="1901049"/>
                <a:ext cx="162862" cy="191839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22432BB-CB9B-39E1-57EB-D782570619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45601" y="1887526"/>
                  <a:ext cx="189638" cy="218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FA63025-CE25-CC70-0EF7-9D046564AD51}"/>
                    </a:ext>
                  </a:extLst>
                </p14:cNvPr>
                <p14:cNvContentPartPr/>
                <p14:nvPr/>
              </p14:nvContentPartPr>
              <p14:xfrm>
                <a:off x="9152059" y="1904000"/>
                <a:ext cx="265086" cy="239329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FA63025-CE25-CC70-0EF7-9D046564AD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38521" y="1890459"/>
                  <a:ext cx="291846" cy="2660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B75682-D915-880D-47AF-CE4E5AD4D839}"/>
              </a:ext>
            </a:extLst>
          </p:cNvPr>
          <p:cNvGrpSpPr/>
          <p:nvPr/>
        </p:nvGrpSpPr>
        <p:grpSpPr>
          <a:xfrm>
            <a:off x="9975185" y="3999933"/>
            <a:ext cx="2120101" cy="422218"/>
            <a:chOff x="9975186" y="3999933"/>
            <a:chExt cx="177876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C33CA14-41BC-FB00-BC1D-3B2647ADE10F}"/>
                    </a:ext>
                  </a:extLst>
                </p14:cNvPr>
                <p14:cNvContentPartPr/>
                <p14:nvPr/>
              </p14:nvContentPartPr>
              <p14:xfrm>
                <a:off x="9975186" y="4028296"/>
                <a:ext cx="345240" cy="129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C33CA14-41BC-FB00-BC1D-3B2647ADE10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62198" y="4015336"/>
                  <a:ext cx="370914" cy="15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887690-60D3-C6E6-425D-8CC749217552}"/>
                    </a:ext>
                  </a:extLst>
                </p14:cNvPr>
                <p14:cNvContentPartPr/>
                <p14:nvPr/>
              </p14:nvContentPartPr>
              <p14:xfrm>
                <a:off x="10457586" y="3999933"/>
                <a:ext cx="710280" cy="354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887690-60D3-C6E6-425D-8CC74921755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444595" y="3986925"/>
                  <a:ext cx="735960" cy="3799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48679FF-259E-19A0-BFF3-8751CEDFD72B}"/>
                    </a:ext>
                  </a:extLst>
                </p14:cNvPr>
                <p14:cNvContentPartPr/>
                <p14:nvPr/>
              </p14:nvContentPartPr>
              <p14:xfrm>
                <a:off x="11373786" y="4081985"/>
                <a:ext cx="380160" cy="127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48679FF-259E-19A0-BFF3-8751CEDFD7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360812" y="4069005"/>
                  <a:ext cx="405806" cy="152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81E3054-EF0F-7BB4-8BD4-898A044BE4D2}"/>
              </a:ext>
            </a:extLst>
          </p:cNvPr>
          <p:cNvGrpSpPr/>
          <p:nvPr/>
        </p:nvGrpSpPr>
        <p:grpSpPr>
          <a:xfrm>
            <a:off x="2825156" y="4980744"/>
            <a:ext cx="6541688" cy="492000"/>
            <a:chOff x="3315970" y="5148982"/>
            <a:chExt cx="6541688" cy="49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6D6B28B-9B04-82DD-85E9-F52565DDA303}"/>
                    </a:ext>
                  </a:extLst>
                </p14:cNvPr>
                <p14:cNvContentPartPr/>
                <p14:nvPr/>
              </p14:nvContentPartPr>
              <p14:xfrm>
                <a:off x="3315970" y="5330872"/>
                <a:ext cx="128520" cy="51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6D6B28B-9B04-82DD-85E9-F52565DDA30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00490" y="5315500"/>
                  <a:ext cx="159120" cy="81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9E3335-AF04-C733-8D86-B6D4214C8F4C}"/>
                    </a:ext>
                  </a:extLst>
                </p14:cNvPr>
                <p14:cNvContentPartPr/>
                <p14:nvPr/>
              </p14:nvContentPartPr>
              <p14:xfrm>
                <a:off x="3342970" y="5395672"/>
                <a:ext cx="124200" cy="54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9E3335-AF04-C733-8D86-B6D4214C8F4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27535" y="5380192"/>
                  <a:ext cx="154712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5F035E-D376-E08E-4B83-87749763E5C9}"/>
                    </a:ext>
                  </a:extLst>
                </p14:cNvPr>
                <p14:cNvContentPartPr/>
                <p14:nvPr/>
              </p14:nvContentPartPr>
              <p14:xfrm>
                <a:off x="3596065" y="5178707"/>
                <a:ext cx="16560" cy="49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5F035E-D376-E08E-4B83-87749763E5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80585" y="5163227"/>
                  <a:ext cx="47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229B934-F8DF-57F5-7904-3F82611DFB56}"/>
                    </a:ext>
                  </a:extLst>
                </p14:cNvPr>
                <p14:cNvContentPartPr/>
                <p14:nvPr/>
              </p14:nvContentPartPr>
              <p14:xfrm>
                <a:off x="3630985" y="5183747"/>
                <a:ext cx="11160" cy="54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229B934-F8DF-57F5-7904-3F82611DFB5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15505" y="5168267"/>
                  <a:ext cx="41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D740FFE-B0B0-D879-420A-A3A93AC7536B}"/>
                    </a:ext>
                  </a:extLst>
                </p14:cNvPr>
                <p14:cNvContentPartPr/>
                <p14:nvPr/>
              </p14:nvContentPartPr>
              <p14:xfrm>
                <a:off x="5583280" y="5227702"/>
                <a:ext cx="863640" cy="256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D740FFE-B0B0-D879-420A-A3A93AC7536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67794" y="5212222"/>
                  <a:ext cx="894253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62CBAE-E1F2-4C2C-E387-6F49BA84889C}"/>
                    </a:ext>
                  </a:extLst>
                </p14:cNvPr>
                <p14:cNvContentPartPr/>
                <p14:nvPr/>
              </p14:nvContentPartPr>
              <p14:xfrm>
                <a:off x="4622800" y="5354782"/>
                <a:ext cx="650880" cy="286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62CBAE-E1F2-4C2C-E387-6F49BA84889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07311" y="5339321"/>
                  <a:ext cx="681497" cy="3167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9C83345-CFC0-356E-C162-247190CADEBD}"/>
                    </a:ext>
                  </a:extLst>
                </p14:cNvPr>
                <p14:cNvContentPartPr/>
                <p14:nvPr/>
              </p14:nvContentPartPr>
              <p14:xfrm>
                <a:off x="3754090" y="5209466"/>
                <a:ext cx="702389" cy="321839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9C83345-CFC0-356E-C162-247190CADEB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38609" y="5193986"/>
                  <a:ext cx="732990" cy="352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C2C9754-37DB-3189-8A90-BB6AF464ABF9}"/>
                    </a:ext>
                  </a:extLst>
                </p14:cNvPr>
                <p14:cNvContentPartPr/>
                <p14:nvPr/>
              </p14:nvContentPartPr>
              <p14:xfrm>
                <a:off x="7896767" y="5320342"/>
                <a:ext cx="291240" cy="12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C2C9754-37DB-3189-8A90-BB6AF464ABF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81287" y="5304862"/>
                  <a:ext cx="32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D56E4B-06F0-8320-8F21-913012D71880}"/>
                    </a:ext>
                  </a:extLst>
                </p14:cNvPr>
                <p14:cNvContentPartPr/>
                <p14:nvPr/>
              </p14:nvContentPartPr>
              <p14:xfrm>
                <a:off x="6751607" y="5220622"/>
                <a:ext cx="882360" cy="249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D56E4B-06F0-8320-8F21-913012D7188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36133" y="5205120"/>
                  <a:ext cx="912948" cy="280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FA34EAD-8274-C37B-9F2E-065DA932B0A6}"/>
                    </a:ext>
                  </a:extLst>
                </p14:cNvPr>
                <p14:cNvContentPartPr/>
                <p14:nvPr/>
              </p14:nvContentPartPr>
              <p14:xfrm>
                <a:off x="8457978" y="5202262"/>
                <a:ext cx="1099800" cy="245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FA34EAD-8274-C37B-9F2E-065DA932B0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42493" y="5186782"/>
                  <a:ext cx="113041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DACA366-559D-3AB3-5B18-5A0F2E72BBDA}"/>
                    </a:ext>
                  </a:extLst>
                </p14:cNvPr>
                <p14:cNvContentPartPr/>
                <p14:nvPr/>
              </p14:nvContentPartPr>
              <p14:xfrm>
                <a:off x="9631218" y="5148982"/>
                <a:ext cx="226440" cy="313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DACA366-559D-3AB3-5B18-5A0F2E72BB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15763" y="5133502"/>
                  <a:ext cx="256991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73748C-0397-8DFD-43F8-9AB9EF7AA34F}"/>
                  </a:ext>
                </a:extLst>
              </p:cNvPr>
              <p:cNvSpPr txBox="1"/>
              <p:nvPr/>
            </p:nvSpPr>
            <p:spPr>
              <a:xfrm>
                <a:off x="456340" y="5614030"/>
                <a:ext cx="34565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/>
                  <a:t>Example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73748C-0397-8DFD-43F8-9AB9EF7AA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0" y="5614030"/>
                <a:ext cx="3456565" cy="523220"/>
              </a:xfrm>
              <a:prstGeom prst="rect">
                <a:avLst/>
              </a:prstGeom>
              <a:blipFill>
                <a:blip r:embed="rId47"/>
                <a:stretch>
                  <a:fillRect l="-3704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665551-9FD9-DB50-705D-74DC6CB06E50}"/>
                  </a:ext>
                </a:extLst>
              </p:cNvPr>
              <p:cNvSpPr txBox="1"/>
              <p:nvPr/>
            </p:nvSpPr>
            <p:spPr>
              <a:xfrm>
                <a:off x="4131985" y="5608714"/>
                <a:ext cx="60048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>
                    <a:solidFill>
                      <a:schemeClr val="accent2"/>
                    </a:solidFill>
                  </a:rPr>
                  <a:t>solution</a:t>
                </a:r>
                <a:r>
                  <a:rPr lang="en-US" sz="280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=0,  …,  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665551-9FD9-DB50-705D-74DC6CB06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985" y="5608714"/>
                <a:ext cx="6004841" cy="523220"/>
              </a:xfrm>
              <a:prstGeom prst="rect">
                <a:avLst/>
              </a:prstGeom>
              <a:blipFill>
                <a:blip r:embed="rId48"/>
                <a:stretch>
                  <a:fillRect l="-2132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BBB0E68-5242-D031-AA66-72BCF2CCC5EE}"/>
              </a:ext>
            </a:extLst>
          </p:cNvPr>
          <p:cNvSpPr txBox="1"/>
          <p:nvPr/>
        </p:nvSpPr>
        <p:spPr>
          <a:xfrm>
            <a:off x="3874804" y="6092636"/>
            <a:ext cx="751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>
                <a:solidFill>
                  <a:schemeClr val="accent3"/>
                </a:solidFill>
              </a:rPr>
              <a:t>execution</a:t>
            </a:r>
            <a:r>
              <a:rPr lang="en-US" sz="2800"/>
              <a:t>:   </a:t>
            </a:r>
            <a:r>
              <a:rPr lang="en-US" sz="2400" b="1">
                <a:solidFill>
                  <a:srgbClr val="0C57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u32_to_bits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(0) == [0, ..., 0]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2" name="Graphic 21" descr="Checkbox Checked with solid fill">
            <a:extLst>
              <a:ext uri="{FF2B5EF4-FFF2-40B4-BE49-F238E27FC236}">
                <a16:creationId xmlns:a16="http://schemas.microsoft.com/office/drawing/2014/main" id="{351EE703-1CE7-EBBD-2EA1-860C359AE1B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106666" y="563543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059429-C74D-0F41-518B-B6CE0F9DD91E}"/>
                  </a:ext>
                </a:extLst>
              </p:cNvPr>
              <p:cNvSpPr txBox="1"/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𝑏𝑖𝑡𝑠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2400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059429-C74D-0F41-518B-B6CE0F9DD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2E108D-F334-5307-3485-0DF04A613376}"/>
                  </a:ext>
                </a:extLst>
              </p14:cNvPr>
              <p14:cNvContentPartPr/>
              <p14:nvPr/>
            </p14:nvContentPartPr>
            <p14:xfrm>
              <a:off x="702000" y="3469367"/>
              <a:ext cx="2730240" cy="442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2E108D-F334-5307-3485-0DF04A61337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6522" y="3453887"/>
                <a:ext cx="2760836" cy="47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B72C1AD-E25E-6F7E-15AF-B3D1CEBB8148}"/>
              </a:ext>
            </a:extLst>
          </p:cNvPr>
          <p:cNvGrpSpPr/>
          <p:nvPr/>
        </p:nvGrpSpPr>
        <p:grpSpPr>
          <a:xfrm>
            <a:off x="1012680" y="1562586"/>
            <a:ext cx="2686101" cy="955614"/>
            <a:chOff x="1012680" y="1610712"/>
            <a:chExt cx="2686101" cy="95561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13D3BB-8D8D-2B2B-0C38-5E243710E2A0}"/>
                    </a:ext>
                  </a:extLst>
                </p14:cNvPr>
                <p14:cNvContentPartPr/>
                <p14:nvPr/>
              </p14:nvContentPartPr>
              <p14:xfrm>
                <a:off x="2525181" y="2009046"/>
                <a:ext cx="1173600" cy="557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13D3BB-8D8D-2B2B-0C38-5E243710E2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09701" y="1993566"/>
                  <a:ext cx="12042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EFBAE0-96D3-5CBA-60A1-1606929F9DB1}"/>
                    </a:ext>
                  </a:extLst>
                </p14:cNvPr>
                <p14:cNvContentPartPr/>
                <p14:nvPr/>
              </p14:nvContentPartPr>
              <p14:xfrm>
                <a:off x="1012680" y="1610712"/>
                <a:ext cx="1452240" cy="508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CEFBAE0-96D3-5CBA-60A1-1606929F9D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7204" y="1595232"/>
                  <a:ext cx="1482832" cy="53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23A777-740A-016B-48A6-A40F6E182A53}"/>
              </a:ext>
            </a:extLst>
          </p:cNvPr>
          <p:cNvGrpSpPr/>
          <p:nvPr/>
        </p:nvGrpSpPr>
        <p:grpSpPr>
          <a:xfrm>
            <a:off x="10404502" y="807818"/>
            <a:ext cx="1634905" cy="1726510"/>
            <a:chOff x="10404502" y="807818"/>
            <a:chExt cx="1634905" cy="172651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8DE8B0-E86B-250F-DDBF-18F59D0166C5}"/>
                </a:ext>
              </a:extLst>
            </p:cNvPr>
            <p:cNvGrpSpPr/>
            <p:nvPr/>
          </p:nvGrpSpPr>
          <p:grpSpPr>
            <a:xfrm>
              <a:off x="10404502" y="807818"/>
              <a:ext cx="1634905" cy="436273"/>
              <a:chOff x="10516617" y="936445"/>
              <a:chExt cx="1314000" cy="350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5496D145-5A68-A5B6-A751-C22438AF1299}"/>
                      </a:ext>
                    </a:extLst>
                  </p14:cNvPr>
                  <p14:cNvContentPartPr/>
                  <p14:nvPr/>
                </p14:nvContentPartPr>
                <p14:xfrm>
                  <a:off x="10516617" y="936445"/>
                  <a:ext cx="299520" cy="35064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5496D145-5A68-A5B6-A751-C22438AF1299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10504173" y="923984"/>
                    <a:ext cx="324118" cy="3752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DA40BA67-4081-0287-A714-06ADD63599B6}"/>
                      </a:ext>
                    </a:extLst>
                  </p14:cNvPr>
                  <p14:cNvContentPartPr/>
                  <p14:nvPr/>
                </p14:nvContentPartPr>
                <p14:xfrm>
                  <a:off x="11008017" y="952285"/>
                  <a:ext cx="822600" cy="32076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DA40BA67-4081-0287-A714-06ADD63599B6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10995580" y="939825"/>
                    <a:ext cx="847185" cy="345389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E8572D-9506-9C5A-0724-AF5D4F1BBEF5}"/>
                    </a:ext>
                  </a:extLst>
                </p14:cNvPr>
                <p14:cNvContentPartPr/>
                <p14:nvPr/>
              </p14:nvContentPartPr>
              <p14:xfrm>
                <a:off x="10987406" y="1300608"/>
                <a:ext cx="312480" cy="1233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E8572D-9506-9C5A-0724-AF5D4F1BBE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71908" y="1285128"/>
                  <a:ext cx="343115" cy="126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72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5" grpId="0"/>
      <p:bldP spid="15" grpId="0"/>
      <p:bldP spid="1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09A32-741B-2DFA-B040-09B52517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93F0-3F57-6EE0-5C78-46328F48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bit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DAA1E-DF72-DB6C-F2B0-FAA5ACEC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004320-81C8-AB96-51B5-0D4BF5A578BA}"/>
                  </a:ext>
                </a:extLst>
              </p:cNvPr>
              <p:cNvSpPr txBox="1"/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/>
                  <a:t>ZKP </a:t>
                </a:r>
                <a:r>
                  <a:rPr lang="en-US" sz="2800">
                    <a:solidFill>
                      <a:schemeClr val="accent2"/>
                    </a:solidFill>
                  </a:rPr>
                  <a:t>Circuit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004320-81C8-AB96-51B5-0D4BF5A57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4B7C0C9-509F-A5BA-9509-A0079BE6D542}"/>
              </a:ext>
            </a:extLst>
          </p:cNvPr>
          <p:cNvSpPr txBox="1"/>
          <p:nvPr/>
        </p:nvSpPr>
        <p:spPr>
          <a:xfrm>
            <a:off x="2852156" y="4223761"/>
            <a:ext cx="648768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Are they equivalent?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511236-C7FD-EFBB-30E7-3C419EFD5933}"/>
                  </a:ext>
                </a:extLst>
              </p:cNvPr>
              <p:cNvSpPr txBox="1"/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𝑏𝑖𝑡𝑠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2400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511236-C7FD-EFBB-30E7-3C419EFD5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FE10A-E9B4-D32F-629F-EFCF7D6B3761}"/>
                  </a:ext>
                </a:extLst>
              </p:cNvPr>
              <p:cNvSpPr txBox="1"/>
              <p:nvPr/>
            </p:nvSpPr>
            <p:spPr>
              <a:xfrm>
                <a:off x="456340" y="5614030"/>
                <a:ext cx="34565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/>
                  <a:t>Example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FE10A-E9B4-D32F-629F-EFCF7D6B3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0" y="5614030"/>
                <a:ext cx="3456565" cy="523220"/>
              </a:xfrm>
              <a:prstGeom prst="rect">
                <a:avLst/>
              </a:prstGeom>
              <a:blipFill>
                <a:blip r:embed="rId6"/>
                <a:stretch>
                  <a:fillRect l="-3704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78DED0-9128-BFA0-B851-89F051AC9875}"/>
                  </a:ext>
                </a:extLst>
              </p:cNvPr>
              <p:cNvSpPr txBox="1"/>
              <p:nvPr/>
            </p:nvSpPr>
            <p:spPr>
              <a:xfrm>
                <a:off x="4131985" y="5608714"/>
                <a:ext cx="6684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>
                    <a:solidFill>
                      <a:schemeClr val="accent2"/>
                    </a:solidFill>
                  </a:rPr>
                  <a:t>solution</a:t>
                </a:r>
                <a:r>
                  <a:rPr lang="en-US" sz="280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/>
                  <a:t>  </a:t>
                </a:r>
                <a:r>
                  <a:rPr lang="en-US" sz="2800" i="1"/>
                  <a:t>bits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78DED0-9128-BFA0-B851-89F051AC9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985" y="5608714"/>
                <a:ext cx="6684151" cy="523220"/>
              </a:xfrm>
              <a:prstGeom prst="rect">
                <a:avLst/>
              </a:prstGeom>
              <a:blipFill>
                <a:blip r:embed="rId7"/>
                <a:stretch>
                  <a:fillRect l="-1916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4D25D34-9382-E9F3-0086-78812B848A3B}"/>
              </a:ext>
            </a:extLst>
          </p:cNvPr>
          <p:cNvSpPr txBox="1"/>
          <p:nvPr/>
        </p:nvSpPr>
        <p:spPr>
          <a:xfrm>
            <a:off x="3890045" y="6092636"/>
            <a:ext cx="1824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>
                <a:solidFill>
                  <a:schemeClr val="accent3"/>
                </a:solidFill>
              </a:rPr>
              <a:t>execution</a:t>
            </a:r>
            <a:r>
              <a:rPr lang="en-US" sz="2800"/>
              <a:t>: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D2C9D-88CA-DD1F-AAB6-2E0F42EE02F5}"/>
              </a:ext>
            </a:extLst>
          </p:cNvPr>
          <p:cNvSpPr txBox="1"/>
          <p:nvPr/>
        </p:nvSpPr>
        <p:spPr>
          <a:xfrm>
            <a:off x="2861722" y="4985752"/>
            <a:ext cx="648768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</a:rPr>
              <a:t>It depends</a:t>
            </a:r>
            <a:r>
              <a:rPr lang="en-US" sz="2800">
                <a:solidFill>
                  <a:srgbClr val="C00000"/>
                </a:solidFill>
              </a:rPr>
              <a:t>. </a:t>
            </a:r>
            <a:r>
              <a:rPr lang="en-US" sz="2800"/>
              <a:t>What is the prime?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48F43B-6C63-481A-5B7D-768D0BCB4B92}"/>
                  </a:ext>
                </a:extLst>
              </p:cNvPr>
              <p:cNvSpPr txBox="1"/>
              <p:nvPr/>
            </p:nvSpPr>
            <p:spPr>
              <a:xfrm>
                <a:off x="-1" y="4985752"/>
                <a:ext cx="28617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>
                    <a:solidFill>
                      <a:srgbClr val="C00000"/>
                    </a:solidFill>
                  </a:rPr>
                  <a:t> 32 bits)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48F43B-6C63-481A-5B7D-768D0BCB4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985752"/>
                <a:ext cx="2861723" cy="523220"/>
              </a:xfrm>
              <a:prstGeom prst="rect">
                <a:avLst/>
              </a:prstGeom>
              <a:blipFill>
                <a:blip r:embed="rId8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 descr="Checkbox Crossed with solid fill">
            <a:extLst>
              <a:ext uri="{FF2B5EF4-FFF2-40B4-BE49-F238E27FC236}">
                <a16:creationId xmlns:a16="http://schemas.microsoft.com/office/drawing/2014/main" id="{D868F635-1D5C-93B5-4B34-17A64C51B5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5461" y="589704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E0B4C-8048-0B7E-DFA4-AA9BCF00FA02}"/>
                  </a:ext>
                </a:extLst>
              </p14:cNvPr>
              <p14:cNvContentPartPr/>
              <p14:nvPr/>
            </p14:nvContentPartPr>
            <p14:xfrm>
              <a:off x="10004402" y="4265973"/>
              <a:ext cx="345240" cy="1515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E0B4C-8048-0B7E-DFA4-AA9BCF00FA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88938" y="4250493"/>
                <a:ext cx="375808" cy="154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70B9F30D-B469-A7B2-DD07-F4B31D376C08}"/>
              </a:ext>
            </a:extLst>
          </p:cNvPr>
          <p:cNvGrpSpPr/>
          <p:nvPr/>
        </p:nvGrpSpPr>
        <p:grpSpPr>
          <a:xfrm>
            <a:off x="10367003" y="5608714"/>
            <a:ext cx="1679673" cy="629734"/>
            <a:chOff x="10208193" y="5645422"/>
            <a:chExt cx="1679673" cy="62973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8E9C6D-20C9-5B69-440B-E60B3490356A}"/>
                    </a:ext>
                  </a:extLst>
                </p14:cNvPr>
                <p14:cNvContentPartPr/>
                <p14:nvPr/>
              </p14:nvContentPartPr>
              <p14:xfrm>
                <a:off x="10208193" y="5645422"/>
                <a:ext cx="669960" cy="25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8E9C6D-20C9-5B69-440B-E60B3490356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92713" y="5629920"/>
                  <a:ext cx="700560" cy="28516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620CBC1-E020-D325-9AC1-B91B9CE0483B}"/>
                </a:ext>
              </a:extLst>
            </p:cNvPr>
            <p:cNvGrpSpPr/>
            <p:nvPr/>
          </p:nvGrpSpPr>
          <p:grpSpPr>
            <a:xfrm>
              <a:off x="11167866" y="5955988"/>
              <a:ext cx="720000" cy="299160"/>
              <a:chOff x="11381549" y="5921276"/>
              <a:chExt cx="720000" cy="299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856A3A63-C6D7-87BE-9BC9-2DC097D344B0}"/>
                      </a:ext>
                    </a:extLst>
                  </p14:cNvPr>
                  <p14:cNvContentPartPr/>
                  <p14:nvPr/>
                </p14:nvContentPartPr>
                <p14:xfrm>
                  <a:off x="11916869" y="5921276"/>
                  <a:ext cx="184680" cy="29916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856A3A63-C6D7-87BE-9BC9-2DC097D344B0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1901389" y="5905815"/>
                    <a:ext cx="215280" cy="3297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C94F7A5B-4F80-D08E-B97E-11092CE8A0BD}"/>
                      </a:ext>
                    </a:extLst>
                  </p14:cNvPr>
                  <p14:cNvContentPartPr/>
                  <p14:nvPr/>
                </p14:nvContentPartPr>
                <p14:xfrm>
                  <a:off x="11381549" y="5943596"/>
                  <a:ext cx="371880" cy="25164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C94F7A5B-4F80-D08E-B97E-11092CE8A0BD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1366069" y="5928138"/>
                    <a:ext cx="402480" cy="28219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5B237E-653F-14BE-0419-54A31D03E1C9}"/>
                    </a:ext>
                  </a:extLst>
                </p14:cNvPr>
                <p14:cNvContentPartPr/>
                <p14:nvPr/>
              </p14:nvContentPartPr>
              <p14:xfrm>
                <a:off x="10407029" y="6063836"/>
                <a:ext cx="496080" cy="211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5B237E-653F-14BE-0419-54A31D03E1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391560" y="6048356"/>
                  <a:ext cx="526658" cy="241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857560B-18F1-41EA-D393-2C51C3524055}"/>
              </a:ext>
            </a:extLst>
          </p:cNvPr>
          <p:cNvSpPr txBox="1"/>
          <p:nvPr/>
        </p:nvSpPr>
        <p:spPr>
          <a:xfrm>
            <a:off x="456340" y="2076776"/>
            <a:ext cx="6653120" cy="2031325"/>
          </a:xfrm>
          <a:prstGeom prst="rect">
            <a:avLst/>
          </a:prstGeom>
          <a:solidFill>
            <a:srgbClr val="FAF7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fn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solidFill>
                  <a:srgbClr val="0C5790"/>
                </a:solidFill>
                <a:latin typeface="Courier New"/>
                <a:ea typeface="+mn-lt"/>
                <a:cs typeface="+mn-lt"/>
              </a:rPr>
              <a:t>u32_to_bits</a:t>
            </a:r>
            <a:r>
              <a:rPr lang="en-US">
                <a:latin typeface="Courier New"/>
                <a:ea typeface="+mn-lt"/>
                <a:cs typeface="+mn-lt"/>
              </a:rPr>
              <a:t>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: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u32</a:t>
            </a:r>
            <a:r>
              <a:rPr lang="en-US">
                <a:latin typeface="Courier New"/>
                <a:ea typeface="+mn-lt"/>
                <a:cs typeface="+mn-lt"/>
              </a:rPr>
              <a:t>) -&gt;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bool</a:t>
            </a:r>
            <a:r>
              <a:rPr lang="en-US">
                <a:latin typeface="Courier New"/>
                <a:ea typeface="+mn-lt"/>
                <a:cs typeface="+mn-lt"/>
              </a:rPr>
              <a:t>; 32]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let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mut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 =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false</a:t>
            </a:r>
            <a:r>
              <a:rPr lang="en-US">
                <a:latin typeface="Courier New"/>
                <a:ea typeface="+mn-lt"/>
                <a:cs typeface="+mn-lt"/>
              </a:rPr>
              <a:t>; 32];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for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 in 0..32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  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[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] = ((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 &gt;&gt;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) &amp;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1</a:t>
            </a:r>
            <a:r>
              <a:rPr lang="en-US">
                <a:latin typeface="Courier New"/>
                <a:ea typeface="+mn-lt"/>
                <a:cs typeface="+mn-lt"/>
              </a:rPr>
              <a:t>) !=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0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}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return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  <a:endParaRPr lang="en-US" sz="2000">
              <a:solidFill>
                <a:srgbClr val="F5D062"/>
              </a:solidFill>
              <a:latin typeface="Courier New"/>
              <a:ea typeface="+mn-lt"/>
              <a:cs typeface="Courier New"/>
            </a:endParaRPr>
          </a:p>
          <a:p>
            <a:pPr algn="l"/>
            <a:r>
              <a:rPr lang="en-US">
                <a:latin typeface="Courier New"/>
                <a:ea typeface="+mn-lt"/>
                <a:cs typeface="+mn-lt"/>
              </a:rPr>
              <a:t>}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CD8FF-10AC-5CBA-9B1D-4373077C7E51}"/>
                  </a:ext>
                </a:extLst>
              </p:cNvPr>
              <p:cNvSpPr txBox="1"/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3"/>
                    </a:solidFill>
                  </a:rPr>
                  <a:t>Computation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(Specification)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CD8FF-10AC-5CBA-9B1D-4373077C7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blipFill>
                <a:blip r:embed="rId21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26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6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010B2-2DEA-86B1-414C-84C58AF2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609E-11DF-42AC-C542-8020C04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Non-determinism is a key challenge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76B67-5F1B-FCB4-B4E6-8E19E7CD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3756"/>
            <a:ext cx="2743200" cy="365125"/>
          </a:xfrm>
        </p:spPr>
        <p:txBody>
          <a:bodyPr/>
          <a:lstStyle/>
          <a:p>
            <a:fld id="{FD35DFB8-9872-4341-868E-E5F59EA31F67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9C6FE2-1C91-DB4D-798E-5807121BFFAE}"/>
                  </a:ext>
                </a:extLst>
              </p:cNvPr>
              <p:cNvSpPr txBox="1"/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/>
                  <a:t>ZKP </a:t>
                </a:r>
                <a:r>
                  <a:rPr lang="en-US" sz="2800">
                    <a:solidFill>
                      <a:schemeClr val="accent2"/>
                    </a:solidFill>
                  </a:rPr>
                  <a:t>Circuit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9C6FE2-1C91-DB4D-798E-5807121BF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1418250"/>
                <a:ext cx="3514424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942C92-D940-4F10-0426-25F459E48E9E}"/>
                  </a:ext>
                </a:extLst>
              </p:cNvPr>
              <p:cNvSpPr txBox="1"/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𝑏𝑖𝑡𝑠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2400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942C92-D940-4F10-0426-25F459E48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300" y="2030866"/>
                <a:ext cx="3671005" cy="2077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9A97FFF-0807-5582-2B8A-FE97EDB82E8F}"/>
              </a:ext>
            </a:extLst>
          </p:cNvPr>
          <p:cNvSpPr txBox="1"/>
          <p:nvPr/>
        </p:nvSpPr>
        <p:spPr>
          <a:xfrm>
            <a:off x="456335" y="4331018"/>
            <a:ext cx="6653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deterministic</a:t>
            </a:r>
          </a:p>
          <a:p>
            <a:pPr algn="ctr"/>
            <a:r>
              <a:rPr lang="en-US" sz="2800"/>
              <a:t>computational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DA41C-5160-6472-746A-D4E5B62B73C9}"/>
              </a:ext>
            </a:extLst>
          </p:cNvPr>
          <p:cNvSpPr txBox="1"/>
          <p:nvPr/>
        </p:nvSpPr>
        <p:spPr>
          <a:xfrm>
            <a:off x="7671662" y="4331018"/>
            <a:ext cx="36821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non-deterministic</a:t>
            </a:r>
          </a:p>
          <a:p>
            <a:pPr algn="ctr"/>
            <a:r>
              <a:rPr lang="en-US" sz="2800"/>
              <a:t>computational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91324-0A29-4DD6-4158-84B9D03BD4E9}"/>
              </a:ext>
            </a:extLst>
          </p:cNvPr>
          <p:cNvSpPr txBox="1"/>
          <p:nvPr/>
        </p:nvSpPr>
        <p:spPr>
          <a:xfrm>
            <a:off x="456340" y="2076776"/>
            <a:ext cx="6653120" cy="2031325"/>
          </a:xfrm>
          <a:prstGeom prst="rect">
            <a:avLst/>
          </a:prstGeom>
          <a:solidFill>
            <a:srgbClr val="FAF7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fn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solidFill>
                  <a:srgbClr val="0C5790"/>
                </a:solidFill>
                <a:latin typeface="Courier New"/>
                <a:ea typeface="+mn-lt"/>
                <a:cs typeface="+mn-lt"/>
              </a:rPr>
              <a:t>u32_to_bits</a:t>
            </a:r>
            <a:r>
              <a:rPr lang="en-US">
                <a:latin typeface="Courier New"/>
                <a:ea typeface="+mn-lt"/>
                <a:cs typeface="+mn-lt"/>
              </a:rPr>
              <a:t>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: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u32</a:t>
            </a:r>
            <a:r>
              <a:rPr lang="en-US">
                <a:latin typeface="Courier New"/>
                <a:ea typeface="+mn-lt"/>
                <a:cs typeface="+mn-lt"/>
              </a:rPr>
              <a:t>) -&gt;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bool</a:t>
            </a:r>
            <a:r>
              <a:rPr lang="en-US">
                <a:latin typeface="Courier New"/>
                <a:ea typeface="+mn-lt"/>
                <a:cs typeface="+mn-lt"/>
              </a:rPr>
              <a:t>; 32]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let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mut</a:t>
            </a:r>
            <a:r>
              <a:rPr lang="en-US">
                <a:latin typeface="Courier New"/>
                <a:ea typeface="+mn-lt"/>
                <a:cs typeface="+mn-lt"/>
              </a:rPr>
              <a:t>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 = [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false</a:t>
            </a:r>
            <a:r>
              <a:rPr lang="en-US">
                <a:latin typeface="Courier New"/>
                <a:ea typeface="+mn-lt"/>
                <a:cs typeface="+mn-lt"/>
              </a:rPr>
              <a:t>; 32];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for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 in 0..32 {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  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[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] = ((</a:t>
            </a:r>
            <a:r>
              <a:rPr lang="en-US" b="1">
                <a:latin typeface="Courier New"/>
                <a:ea typeface="+mn-lt"/>
                <a:cs typeface="+mn-lt"/>
              </a:rPr>
              <a:t>in</a:t>
            </a:r>
            <a:r>
              <a:rPr lang="en-US">
                <a:latin typeface="Courier New"/>
                <a:ea typeface="+mn-lt"/>
                <a:cs typeface="+mn-lt"/>
              </a:rPr>
              <a:t> &gt;&gt; </a:t>
            </a:r>
            <a:r>
              <a:rPr lang="en-US" err="1">
                <a:latin typeface="Courier New"/>
                <a:ea typeface="+mn-lt"/>
                <a:cs typeface="+mn-lt"/>
              </a:rPr>
              <a:t>i</a:t>
            </a:r>
            <a:r>
              <a:rPr lang="en-US">
                <a:latin typeface="Courier New"/>
                <a:ea typeface="+mn-lt"/>
                <a:cs typeface="+mn-lt"/>
              </a:rPr>
              <a:t>) &amp;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1</a:t>
            </a:r>
            <a:r>
              <a:rPr lang="en-US">
                <a:latin typeface="Courier New"/>
                <a:ea typeface="+mn-lt"/>
                <a:cs typeface="+mn-lt"/>
              </a:rPr>
              <a:t>) != </a:t>
            </a:r>
            <a:r>
              <a:rPr lang="en-US">
                <a:solidFill>
                  <a:schemeClr val="accent3"/>
                </a:solidFill>
                <a:latin typeface="Courier New"/>
                <a:ea typeface="+mn-lt"/>
                <a:cs typeface="+mn-lt"/>
              </a:rPr>
              <a:t>0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}</a:t>
            </a:r>
          </a:p>
          <a:p>
            <a:r>
              <a:rPr lang="en-US">
                <a:latin typeface="Courier New"/>
                <a:ea typeface="+mn-lt"/>
                <a:cs typeface="+mn-lt"/>
              </a:rPr>
              <a:t>  </a:t>
            </a:r>
            <a:r>
              <a:rPr lang="en-US">
                <a:solidFill>
                  <a:srgbClr val="7030A0"/>
                </a:solidFill>
                <a:latin typeface="Courier New"/>
                <a:ea typeface="+mn-lt"/>
                <a:cs typeface="+mn-lt"/>
              </a:rPr>
              <a:t>return </a:t>
            </a:r>
            <a:r>
              <a:rPr lang="en-US" b="1">
                <a:latin typeface="Courier New"/>
                <a:ea typeface="+mn-lt"/>
                <a:cs typeface="+mn-lt"/>
              </a:rPr>
              <a:t>bits</a:t>
            </a:r>
            <a:r>
              <a:rPr lang="en-US">
                <a:latin typeface="Courier New"/>
                <a:ea typeface="+mn-lt"/>
                <a:cs typeface="+mn-lt"/>
              </a:rPr>
              <a:t>;</a:t>
            </a:r>
            <a:endParaRPr lang="en-US" sz="2000">
              <a:solidFill>
                <a:srgbClr val="F5D062"/>
              </a:solidFill>
              <a:latin typeface="Courier New"/>
              <a:ea typeface="+mn-lt"/>
              <a:cs typeface="Courier New"/>
            </a:endParaRPr>
          </a:p>
          <a:p>
            <a:pPr algn="l"/>
            <a:r>
              <a:rPr lang="en-US">
                <a:latin typeface="Courier New"/>
                <a:ea typeface="+mn-lt"/>
                <a:cs typeface="+mn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69DDA-7183-0E64-0D75-4901920E720D}"/>
              </a:ext>
            </a:extLst>
          </p:cNvPr>
          <p:cNvSpPr txBox="1"/>
          <p:nvPr/>
        </p:nvSpPr>
        <p:spPr>
          <a:xfrm>
            <a:off x="456335" y="5730884"/>
            <a:ext cx="665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C5790"/>
                </a:solidFill>
                <a:latin typeface="Courier New"/>
                <a:ea typeface="+mn-lt"/>
                <a:cs typeface="+mn-lt"/>
              </a:rPr>
              <a:t>u32_to_bits</a:t>
            </a:r>
            <a:r>
              <a:rPr lang="en-US" sz="2000">
                <a:latin typeface="Courier New"/>
                <a:ea typeface="+mn-lt"/>
                <a:cs typeface="+mn-lt"/>
              </a:rPr>
              <a:t>(0) = [0, …, 0]</a:t>
            </a:r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33E3DD-C09F-D533-EFC2-C59B3CC59EAC}"/>
                  </a:ext>
                </a:extLst>
              </p:cNvPr>
              <p:cNvSpPr txBox="1"/>
              <p:nvPr/>
            </p:nvSpPr>
            <p:spPr>
              <a:xfrm>
                <a:off x="7178187" y="5460875"/>
                <a:ext cx="4669088" cy="94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Solution 1: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 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=(0,…,0)</m:t>
                    </m:r>
                  </m:oMath>
                </a14:m>
                <a:endParaRPr lang="en-US" sz="2400"/>
              </a:p>
              <a:p>
                <a:r>
                  <a:rPr lang="en-US" sz="2400"/>
                  <a:t>Solution 2: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=0,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/>
                  <a:t>’s bits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33E3DD-C09F-D533-EFC2-C59B3CC59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187" y="5460875"/>
                <a:ext cx="4669088" cy="940129"/>
              </a:xfrm>
              <a:prstGeom prst="rect">
                <a:avLst/>
              </a:prstGeom>
              <a:blipFill>
                <a:blip r:embed="rId6"/>
                <a:stretch>
                  <a:fillRect l="-209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77DD99-D1F8-31CE-6281-B5E5136D62C3}"/>
                  </a:ext>
                </a:extLst>
              </p:cNvPr>
              <p:cNvSpPr txBox="1"/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3"/>
                    </a:solidFill>
                  </a:rPr>
                  <a:t>Computation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(Specification)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77DD99-D1F8-31CE-6281-B5E5136D6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0" y="1460479"/>
                <a:ext cx="6653120" cy="528993"/>
              </a:xfrm>
              <a:prstGeom prst="rect">
                <a:avLst/>
              </a:prstGeom>
              <a:blipFill>
                <a:blip r:embed="rId7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90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8904-75DA-009A-7EAF-F84C0D5EE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formal verification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96672-BF6E-B6B7-4659-4902375D1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3728" y="1833376"/>
                <a:ext cx="6264544" cy="1160195"/>
              </a:xfr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2"/>
                </a:solidFill>
              </a:ln>
            </p:spPr>
            <p:txBody>
              <a:bodyPr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200"/>
                  <a:t>Does circuit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3200"/>
                  <a:t> deterministically encode computation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20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96672-BF6E-B6B7-4659-4902375D1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3728" y="1833376"/>
                <a:ext cx="6264544" cy="1160195"/>
              </a:xfrm>
              <a:blipFill>
                <a:blip r:embed="rId3"/>
                <a:stretch>
                  <a:fillRect t="-1538" b="-7692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51259-C2F2-43F0-7C62-0C1611A3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F68916-CCD1-79F1-7ED3-52A456696CD8}"/>
                  </a:ext>
                </a:extLst>
              </p:cNvPr>
              <p:cNvSpPr txBox="1"/>
              <p:nvPr/>
            </p:nvSpPr>
            <p:spPr>
              <a:xfrm>
                <a:off x="2963728" y="3145336"/>
                <a:ext cx="6264544" cy="160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/>
                  <a:t>Approach: adapt existing</a:t>
                </a:r>
              </a:p>
              <a:p>
                <a:pPr algn="ctr"/>
                <a:r>
                  <a:rPr lang="en-US" sz="3200" b="1"/>
                  <a:t>formal verification techniques</a:t>
                </a:r>
              </a:p>
              <a:p>
                <a:pPr algn="ctr"/>
                <a:r>
                  <a:rPr lang="en-US" sz="3200"/>
                  <a:t>to ZKPs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32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F68916-CCD1-79F1-7ED3-52A456696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728" y="3145336"/>
                <a:ext cx="6264544" cy="1607620"/>
              </a:xfrm>
              <a:prstGeom prst="rect">
                <a:avLst/>
              </a:prstGeom>
              <a:blipFill>
                <a:blip r:embed="rId4"/>
                <a:stretch>
                  <a:fillRect t="-4924" b="-9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DC0BC8-6519-8B27-45D8-C8D09227ED5F}"/>
                  </a:ext>
                </a:extLst>
              </p:cNvPr>
              <p:cNvSpPr txBox="1"/>
              <p:nvPr/>
            </p:nvSpPr>
            <p:spPr>
              <a:xfrm>
                <a:off x="3705128" y="5402243"/>
                <a:ext cx="2164597" cy="987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/>
                  <a:t>SMT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DC0BC8-6519-8B27-45D8-C8D09227E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128" y="5402243"/>
                <a:ext cx="2164597" cy="987322"/>
              </a:xfrm>
              <a:prstGeom prst="rect">
                <a:avLst/>
              </a:prstGeom>
              <a:blipFill>
                <a:blip r:embed="rId5"/>
                <a:stretch>
                  <a:fillRect t="-5556" r="-366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27D7F01-6B53-AB8B-B2A7-07429B978331}"/>
              </a:ext>
            </a:extLst>
          </p:cNvPr>
          <p:cNvSpPr txBox="1"/>
          <p:nvPr/>
        </p:nvSpPr>
        <p:spPr>
          <a:xfrm>
            <a:off x="1314256" y="5402243"/>
            <a:ext cx="216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relaxation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6A2AB-F5E5-EEFC-6281-871851CE108F}"/>
              </a:ext>
            </a:extLst>
          </p:cNvPr>
          <p:cNvSpPr txBox="1"/>
          <p:nvPr/>
        </p:nvSpPr>
        <p:spPr>
          <a:xfrm>
            <a:off x="6096000" y="5402243"/>
            <a:ext cx="21645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static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C1EF4-6C57-64FD-04CC-8B3AF4E8DFEB}"/>
              </a:ext>
            </a:extLst>
          </p:cNvPr>
          <p:cNvSpPr txBox="1"/>
          <p:nvPr/>
        </p:nvSpPr>
        <p:spPr>
          <a:xfrm>
            <a:off x="8486873" y="5402243"/>
            <a:ext cx="21645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modular</a:t>
            </a:r>
          </a:p>
          <a:p>
            <a:pPr algn="ctr"/>
            <a:r>
              <a:rPr lang="en-US" sz="2800"/>
              <a:t>reasoning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E7845A-FC5B-ED03-8C57-561CF2F2152D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2396555" y="4752956"/>
            <a:ext cx="3699445" cy="6492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CFA22A-6329-3771-4CD2-8F224FB6712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787427" y="4752956"/>
            <a:ext cx="1308573" cy="6492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6D0152-10E3-E55B-D069-B707315D479B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096000" y="4752956"/>
            <a:ext cx="1082299" cy="6492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180AB5-F71C-18A1-EA8F-E4FF52E7948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6096000" y="4752956"/>
            <a:ext cx="3473172" cy="6492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00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230F-C07F-ADC7-74E9-A3F130C1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134-BBE6-9E15-949B-03916B24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Technique 1: relaxation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C8F4C-22E8-BCA0-4100-F5994316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11</a:t>
            </a:fld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1ED1F1-84AB-972B-237F-B50731C9266E}"/>
              </a:ext>
            </a:extLst>
          </p:cNvPr>
          <p:cNvSpPr txBox="1"/>
          <p:nvPr/>
        </p:nvSpPr>
        <p:spPr>
          <a:xfrm>
            <a:off x="3071654" y="4352644"/>
            <a:ext cx="6019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This relaxation is called </a:t>
            </a:r>
            <a:r>
              <a:rPr lang="en-US" sz="2800" b="1"/>
              <a:t>determinism</a:t>
            </a:r>
            <a:r>
              <a:rPr lang="en-US" sz="280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B73459-978C-4848-F324-7D42E25080C4}"/>
              </a:ext>
            </a:extLst>
          </p:cNvPr>
          <p:cNvSpPr txBox="1"/>
          <p:nvPr/>
        </p:nvSpPr>
        <p:spPr>
          <a:xfrm>
            <a:off x="0" y="6492875"/>
            <a:ext cx="427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[</a:t>
            </a:r>
            <a:r>
              <a:rPr lang="en-US" err="1">
                <a:solidFill>
                  <a:schemeClr val="accent1"/>
                </a:solidFill>
              </a:rPr>
              <a:t>Chaliasos</a:t>
            </a:r>
            <a:r>
              <a:rPr lang="en-US">
                <a:solidFill>
                  <a:schemeClr val="accent1"/>
                </a:solidFill>
              </a:rPr>
              <a:t> et al. USENIX Security’24]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45CD6F-5701-9467-902A-307EA3960887}"/>
              </a:ext>
            </a:extLst>
          </p:cNvPr>
          <p:cNvSpPr txBox="1"/>
          <p:nvPr/>
        </p:nvSpPr>
        <p:spPr>
          <a:xfrm>
            <a:off x="1467443" y="4961252"/>
            <a:ext cx="9228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</a:rPr>
              <a:t>It catches </a:t>
            </a:r>
            <a:r>
              <a:rPr lang="en-US" sz="2800" b="1">
                <a:solidFill>
                  <a:schemeClr val="accent3"/>
                </a:solidFill>
              </a:rPr>
              <a:t>96%</a:t>
            </a:r>
            <a:r>
              <a:rPr lang="en-US" sz="2800">
                <a:solidFill>
                  <a:schemeClr val="accent1"/>
                </a:solidFill>
              </a:rPr>
              <a:t> of bugs.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960EC1-BC59-89F1-E69E-D74F11D007E4}"/>
                  </a:ext>
                </a:extLst>
              </p:cNvPr>
              <p:cNvSpPr txBox="1"/>
              <p:nvPr/>
            </p:nvSpPr>
            <p:spPr>
              <a:xfrm>
                <a:off x="2783639" y="1508601"/>
                <a:ext cx="6487688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/>
                  <a:t>Does circuit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/>
                  <a:t> encode computation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/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960EC1-BC59-89F1-E69E-D74F11D0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9" y="1508601"/>
                <a:ext cx="6487688" cy="523220"/>
              </a:xfrm>
              <a:prstGeom prst="rect">
                <a:avLst/>
              </a:prstGeom>
              <a:blipFill>
                <a:blip r:embed="rId3"/>
                <a:stretch>
                  <a:fillRect t="-7692" b="-27473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2E951E1-FADE-F9E6-80C6-BA52E1317365}"/>
              </a:ext>
            </a:extLst>
          </p:cNvPr>
          <p:cNvGrpSpPr/>
          <p:nvPr/>
        </p:nvGrpSpPr>
        <p:grpSpPr>
          <a:xfrm>
            <a:off x="2756639" y="2265584"/>
            <a:ext cx="6541688" cy="492000"/>
            <a:chOff x="3315970" y="5148982"/>
            <a:chExt cx="6541688" cy="49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5BF722-F91A-4F02-92E2-DB10A6274968}"/>
                    </a:ext>
                  </a:extLst>
                </p14:cNvPr>
                <p14:cNvContentPartPr/>
                <p14:nvPr/>
              </p14:nvContentPartPr>
              <p14:xfrm>
                <a:off x="3315970" y="5330872"/>
                <a:ext cx="128520" cy="5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5BF722-F91A-4F02-92E2-DB10A627496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0490" y="5315500"/>
                  <a:ext cx="159120" cy="81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0BC5B5-2337-7723-541E-898CF5CB26B0}"/>
                    </a:ext>
                  </a:extLst>
                </p14:cNvPr>
                <p14:cNvContentPartPr/>
                <p14:nvPr/>
              </p14:nvContentPartPr>
              <p14:xfrm>
                <a:off x="3342970" y="5395672"/>
                <a:ext cx="124200" cy="54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0BC5B5-2337-7723-541E-898CF5CB26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27535" y="5380192"/>
                  <a:ext cx="154712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4EFA48-EA4D-129F-8A79-1F0DAF27D68E}"/>
                    </a:ext>
                  </a:extLst>
                </p14:cNvPr>
                <p14:cNvContentPartPr/>
                <p14:nvPr/>
              </p14:nvContentPartPr>
              <p14:xfrm>
                <a:off x="3596065" y="5178707"/>
                <a:ext cx="16560" cy="49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4EFA48-EA4D-129F-8A79-1F0DAF27D6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80585" y="5163227"/>
                  <a:ext cx="47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27E28A-4D1C-BBD8-7371-62631C628C5F}"/>
                    </a:ext>
                  </a:extLst>
                </p14:cNvPr>
                <p14:cNvContentPartPr/>
                <p14:nvPr/>
              </p14:nvContentPartPr>
              <p14:xfrm>
                <a:off x="3630985" y="5183747"/>
                <a:ext cx="11160" cy="5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27E28A-4D1C-BBD8-7371-62631C628C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5505" y="5168267"/>
                  <a:ext cx="41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28421F-CF9D-6984-150E-297035A519A7}"/>
                    </a:ext>
                  </a:extLst>
                </p14:cNvPr>
                <p14:cNvContentPartPr/>
                <p14:nvPr/>
              </p14:nvContentPartPr>
              <p14:xfrm>
                <a:off x="5583280" y="5227702"/>
                <a:ext cx="863640" cy="25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28421F-CF9D-6984-150E-297035A519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67794" y="5212222"/>
                  <a:ext cx="894253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8305A8-F688-F424-0D28-FDEE64ECEB6C}"/>
                    </a:ext>
                  </a:extLst>
                </p14:cNvPr>
                <p14:cNvContentPartPr/>
                <p14:nvPr/>
              </p14:nvContentPartPr>
              <p14:xfrm>
                <a:off x="4622800" y="5354782"/>
                <a:ext cx="650880" cy="28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8305A8-F688-F424-0D28-FDEE64ECEB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7311" y="5339321"/>
                  <a:ext cx="681497" cy="3167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EE9863-37F5-72B9-D587-7DFB3EEDE22E}"/>
                    </a:ext>
                  </a:extLst>
                </p14:cNvPr>
                <p14:cNvContentPartPr/>
                <p14:nvPr/>
              </p14:nvContentPartPr>
              <p14:xfrm>
                <a:off x="3754090" y="5209466"/>
                <a:ext cx="702389" cy="321839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EE9863-37F5-72B9-D587-7DFB3EEDE2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38609" y="5193986"/>
                  <a:ext cx="732990" cy="352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2CDCA6-B15B-4B88-B989-795B7004FFD7}"/>
                    </a:ext>
                  </a:extLst>
                </p14:cNvPr>
                <p14:cNvContentPartPr/>
                <p14:nvPr/>
              </p14:nvContentPartPr>
              <p14:xfrm>
                <a:off x="7896767" y="5320342"/>
                <a:ext cx="291240" cy="127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2CDCA6-B15B-4B88-B989-795B7004FF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81287" y="5304862"/>
                  <a:ext cx="32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9C87AB-2303-3220-A888-7CB5F3658301}"/>
                    </a:ext>
                  </a:extLst>
                </p14:cNvPr>
                <p14:cNvContentPartPr/>
                <p14:nvPr/>
              </p14:nvContentPartPr>
              <p14:xfrm>
                <a:off x="6751607" y="5220622"/>
                <a:ext cx="882360" cy="249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9C87AB-2303-3220-A888-7CB5F36583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6133" y="5205120"/>
                  <a:ext cx="912948" cy="280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6C9683-3A8D-AEEC-B9A0-76DF6BC71283}"/>
                    </a:ext>
                  </a:extLst>
                </p14:cNvPr>
                <p14:cNvContentPartPr/>
                <p14:nvPr/>
              </p14:nvContentPartPr>
              <p14:xfrm>
                <a:off x="8457978" y="5202262"/>
                <a:ext cx="1099800" cy="24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6C9683-3A8D-AEEC-B9A0-76DF6BC712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42493" y="5186782"/>
                  <a:ext cx="113041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4ADEE4-42E4-77DD-D84E-9DC684763DD8}"/>
                    </a:ext>
                  </a:extLst>
                </p14:cNvPr>
                <p14:cNvContentPartPr/>
                <p14:nvPr/>
              </p14:nvContentPartPr>
              <p14:xfrm>
                <a:off x="9631218" y="5148982"/>
                <a:ext cx="226440" cy="313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4ADEE4-42E4-77DD-D84E-9DC684763D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15763" y="5133502"/>
                  <a:ext cx="256991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C14704-7FC8-575C-32C5-8DDE75E28AEA}"/>
                  </a:ext>
                </a:extLst>
              </p:cNvPr>
              <p:cNvSpPr txBox="1"/>
              <p:nvPr/>
            </p:nvSpPr>
            <p:spPr>
              <a:xfrm>
                <a:off x="1559299" y="3081077"/>
                <a:ext cx="9073401" cy="1052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/>
                  <a:t>In circuit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/>
                  <a:t>, does every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acc>
                  </m:oMath>
                </a14:m>
                <a:r>
                  <a:rPr lang="en-US" sz="2800"/>
                  <a:t> have a unique output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 sz="2800"/>
                  <a:t>?</a:t>
                </a:r>
              </a:p>
              <a:p>
                <a:pPr algn="r"/>
                <a:r>
                  <a:rPr lang="en-US" sz="2800" b="0"/>
                  <a:t>And does it equal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?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C14704-7FC8-575C-32C5-8DDE75E28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299" y="3081077"/>
                <a:ext cx="9073401" cy="1052724"/>
              </a:xfrm>
              <a:prstGeom prst="rect">
                <a:avLst/>
              </a:prstGeom>
              <a:blipFill>
                <a:blip r:embed="rId26"/>
                <a:stretch>
                  <a:fillRect t="-578" r="-1344" b="-1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0F6605-AF76-AA70-2B14-1101B0234C75}"/>
              </a:ext>
            </a:extLst>
          </p:cNvPr>
          <p:cNvCxnSpPr/>
          <p:nvPr/>
        </p:nvCxnSpPr>
        <p:spPr>
          <a:xfrm>
            <a:off x="6705598" y="3864429"/>
            <a:ext cx="38317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BD4BB8-1663-51EE-57CF-8E95AF0BDABB}"/>
                  </a:ext>
                </a:extLst>
              </p:cNvPr>
              <p:cNvSpPr txBox="1"/>
              <p:nvPr/>
            </p:nvSpPr>
            <p:spPr>
              <a:xfrm>
                <a:off x="1471002" y="5569860"/>
                <a:ext cx="92282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accent1"/>
                    </a:solidFill>
                  </a:rPr>
                  <a:t>It </a:t>
                </a:r>
                <a:r>
                  <a:rPr lang="en-US" sz="2800" b="1">
                    <a:solidFill>
                      <a:schemeClr val="accent1"/>
                    </a:solidFill>
                  </a:rPr>
                  <a:t>does not</a:t>
                </a:r>
                <a:r>
                  <a:rPr lang="en-US" sz="2800">
                    <a:solidFill>
                      <a:schemeClr val="accent1"/>
                    </a:solidFill>
                  </a:rPr>
                  <a:t> require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80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BD4BB8-1663-51EE-57CF-8E95AF0BD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002" y="5569860"/>
                <a:ext cx="9228221" cy="523220"/>
              </a:xfrm>
              <a:prstGeom prst="rect">
                <a:avLst/>
              </a:prstGeom>
              <a:blipFill>
                <a:blip r:embed="rId27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6957AC6-FF29-7630-8236-3FD67745C703}"/>
              </a:ext>
            </a:extLst>
          </p:cNvPr>
          <p:cNvGrpSpPr/>
          <p:nvPr/>
        </p:nvGrpSpPr>
        <p:grpSpPr>
          <a:xfrm>
            <a:off x="9290578" y="3717629"/>
            <a:ext cx="2038146" cy="766565"/>
            <a:chOff x="9290578" y="3717629"/>
            <a:chExt cx="2038146" cy="7665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54AD3D-D868-887F-3A81-B474FA90C5FB}"/>
                    </a:ext>
                  </a:extLst>
                </p14:cNvPr>
                <p14:cNvContentPartPr/>
                <p14:nvPr/>
              </p14:nvContentPartPr>
              <p14:xfrm>
                <a:off x="10723018" y="4267834"/>
                <a:ext cx="94680" cy="216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54AD3D-D868-887F-3A81-B474FA90C5F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707479" y="4252328"/>
                  <a:ext cx="125397" cy="247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A5A814-3683-2E4F-54A2-1F7E730ECFF0}"/>
                    </a:ext>
                  </a:extLst>
                </p14:cNvPr>
                <p14:cNvContentPartPr/>
                <p14:nvPr/>
              </p14:nvContentPartPr>
              <p14:xfrm>
                <a:off x="10072138" y="4194411"/>
                <a:ext cx="411120" cy="19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A5A814-3683-2E4F-54A2-1F7E730ECF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56658" y="4178903"/>
                  <a:ext cx="441720" cy="229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2A3807-7D30-3A0D-C35D-757B8F3E6DAC}"/>
                    </a:ext>
                  </a:extLst>
                </p14:cNvPr>
                <p14:cNvContentPartPr/>
                <p14:nvPr/>
              </p14:nvContentPartPr>
              <p14:xfrm>
                <a:off x="9290578" y="4182171"/>
                <a:ext cx="541800" cy="271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2A3807-7D30-3A0D-C35D-757B8F3E6D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75098" y="4166711"/>
                  <a:ext cx="572400" cy="3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B5EFF2-83E4-A86A-46C8-7824201A0202}"/>
                    </a:ext>
                  </a:extLst>
                </p14:cNvPr>
                <p14:cNvContentPartPr/>
                <p14:nvPr/>
              </p14:nvContentPartPr>
              <p14:xfrm>
                <a:off x="10866484" y="4149972"/>
                <a:ext cx="365040" cy="21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B5EFF2-83E4-A86A-46C8-7824201A02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51019" y="4134492"/>
                  <a:ext cx="39561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10DD22B-A802-4D0F-C5E2-31BCC7E31A2A}"/>
                    </a:ext>
                  </a:extLst>
                </p14:cNvPr>
                <p14:cNvContentPartPr/>
                <p14:nvPr/>
              </p14:nvContentPartPr>
              <p14:xfrm>
                <a:off x="10635364" y="3717629"/>
                <a:ext cx="693360" cy="355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10DD22B-A802-4D0F-C5E2-31BCC7E31A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19876" y="3702165"/>
                  <a:ext cx="723976" cy="38624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082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/>
      <p:bldP spid="42" grpId="0"/>
      <p:bldP spid="22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74432-D7FF-E4ED-3562-AB9772626E2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Technique 2: SMT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74432-D7FF-E4ED-3562-AB9772626E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97729E4-AE32-AFA8-D3A8-18ED22AB1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233" y="1810107"/>
                <a:ext cx="7472680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Does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acc>
                  </m:oMath>
                </a14:m>
                <a:r>
                  <a:rPr lang="en-US"/>
                  <a:t> uniquely determine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/>
                  <a:t> in circuit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Is this formula always true?</a:t>
                </a:r>
              </a:p>
              <a:p>
                <a:pPr marL="0" indent="0">
                  <a:buNone/>
                </a:pPr>
                <a:endParaRPr lang="en-US" sz="7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∧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Need an SMT solver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“Satisfiability Modulo </a:t>
                </a:r>
                <a:r>
                  <a:rPr lang="en-US" strike="sngStrike"/>
                  <a:t>Theories</a:t>
                </a:r>
                <a:r>
                  <a:rPr lang="en-US"/>
                  <a:t> </a:t>
                </a:r>
                <a:r>
                  <a:rPr lang="en-US" b="1"/>
                  <a:t>Types</a:t>
                </a:r>
                <a:r>
                  <a:rPr lang="en-US"/>
                  <a:t>”</a:t>
                </a:r>
              </a:p>
              <a:p>
                <a:pPr lvl="1"/>
                <a:r>
                  <a:rPr lang="en-US"/>
                  <a:t>built with ideas from computer algebra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97729E4-AE32-AFA8-D3A8-18ED22AB1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233" y="1810107"/>
                <a:ext cx="7472680" cy="4351338"/>
              </a:xfrm>
              <a:blipFill>
                <a:blip r:embed="rId4"/>
                <a:stretch>
                  <a:fillRect l="-1468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F8CBD-6C66-4EB4-6C04-203D8924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F17F0-5E8A-8CB6-1C15-04FF55DE65C0}"/>
                  </a:ext>
                </a:extLst>
              </p:cNvPr>
              <p:cNvSpPr txBox="1"/>
              <p:nvPr/>
            </p:nvSpPr>
            <p:spPr>
              <a:xfrm>
                <a:off x="3360419" y="5936441"/>
                <a:ext cx="5471161" cy="55643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/>
                  <a:t>SMT+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/>
                  <a:t> is </a:t>
                </a:r>
                <a:r>
                  <a:rPr lang="en-US" sz="2800" b="1">
                    <a:solidFill>
                      <a:schemeClr val="accent3"/>
                    </a:solidFill>
                  </a:rPr>
                  <a:t>powerful</a:t>
                </a:r>
                <a:r>
                  <a:rPr lang="en-US" sz="2800"/>
                  <a:t>, but </a:t>
                </a:r>
                <a:r>
                  <a:rPr lang="en-US" sz="2800" b="1">
                    <a:solidFill>
                      <a:srgbClr val="C00000"/>
                    </a:solidFill>
                  </a:rPr>
                  <a:t>slow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F17F0-5E8A-8CB6-1C15-04FF55DE6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419" y="5936441"/>
                <a:ext cx="5471161" cy="556434"/>
              </a:xfrm>
              <a:prstGeom prst="rect">
                <a:avLst/>
              </a:prstGeom>
              <a:blipFill>
                <a:blip r:embed="rId5"/>
                <a:stretch>
                  <a:fillRect t="-8333" b="-208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ath Lady - Wikipedia">
            <a:extLst>
              <a:ext uri="{FF2B5EF4-FFF2-40B4-BE49-F238E27FC236}">
                <a16:creationId xmlns:a16="http://schemas.microsoft.com/office/drawing/2014/main" id="{09A5B914-E5AE-FCDE-4AE6-A954C2D8F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580" y="2081246"/>
            <a:ext cx="2141855" cy="140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CD4B51-3E60-774F-76EA-8C11140B2CF3}"/>
              </a:ext>
            </a:extLst>
          </p:cNvPr>
          <p:cNvSpPr txBox="1"/>
          <p:nvPr/>
        </p:nvSpPr>
        <p:spPr>
          <a:xfrm>
            <a:off x="8203247" y="3481690"/>
            <a:ext cx="33985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Gröbner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bases,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minimal polynomials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triangular sets,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Rabin root-finding,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split </a:t>
            </a:r>
            <a:r>
              <a:rPr lang="en-US" sz="2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Gröbner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bases,</a:t>
            </a:r>
          </a:p>
          <a:p>
            <a:pPr algn="ctr"/>
            <a:r>
              <a:rPr lang="en-US" sz="2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subresultant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chains,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lifting/lowering,</a:t>
            </a:r>
          </a:p>
          <a:p>
            <a:pPr algn="ctr"/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153A8055-03E5-A016-FE01-9DBD27F48DAD}"/>
              </a:ext>
            </a:extLst>
          </p:cNvPr>
          <p:cNvGrpSpPr/>
          <p:nvPr/>
        </p:nvGrpSpPr>
        <p:grpSpPr>
          <a:xfrm>
            <a:off x="72189" y="3481689"/>
            <a:ext cx="2698335" cy="957882"/>
            <a:chOff x="576350" y="3506811"/>
            <a:chExt cx="2247155" cy="79771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B13CC86-4E06-AF80-AFF6-1F991D0E004E}"/>
                    </a:ext>
                  </a:extLst>
                </p14:cNvPr>
                <p14:cNvContentPartPr/>
                <p14:nvPr/>
              </p14:nvContentPartPr>
              <p14:xfrm>
                <a:off x="1665350" y="3774787"/>
                <a:ext cx="364680" cy="17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B13CC86-4E06-AF80-AFF6-1F991D0E004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52454" y="3761873"/>
                  <a:ext cx="390172" cy="1976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9A8F09-11B4-06E2-98BE-121DFF36797E}"/>
                    </a:ext>
                  </a:extLst>
                </p14:cNvPr>
                <p14:cNvContentPartPr/>
                <p14:nvPr/>
              </p14:nvContentPartPr>
              <p14:xfrm>
                <a:off x="1431710" y="3780907"/>
                <a:ext cx="97560" cy="162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9A8F09-11B4-06E2-98BE-121DFF3679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18802" y="3768007"/>
                  <a:ext cx="123076" cy="187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334212-8D15-AB1C-1CAF-75B59C37D44A}"/>
                    </a:ext>
                  </a:extLst>
                </p14:cNvPr>
                <p14:cNvContentPartPr/>
                <p14:nvPr/>
              </p14:nvContentPartPr>
              <p14:xfrm>
                <a:off x="576350" y="3767587"/>
                <a:ext cx="639000" cy="235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334212-8D15-AB1C-1CAF-75B59C37D44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3456" y="3754694"/>
                  <a:ext cx="664488" cy="2605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2BFFDA30-5370-1E39-6A2B-D05AEC3A09C2}"/>
                    </a:ext>
                  </a:extLst>
                </p14:cNvPr>
                <p14:cNvContentPartPr/>
                <p14:nvPr/>
              </p14:nvContentPartPr>
              <p14:xfrm>
                <a:off x="608390" y="4043529"/>
                <a:ext cx="574920" cy="26100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2BFFDA30-5370-1E39-6A2B-D05AEC3A09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5487" y="4030659"/>
                  <a:ext cx="600425" cy="286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CFF13EB7-6F08-FADF-5DBB-965B23628FFA}"/>
                    </a:ext>
                  </a:extLst>
                </p14:cNvPr>
                <p14:cNvContentPartPr/>
                <p14:nvPr/>
              </p14:nvContentPartPr>
              <p14:xfrm>
                <a:off x="1305350" y="4041907"/>
                <a:ext cx="724680" cy="19764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CFF13EB7-6F08-FADF-5DBB-965B23628F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92457" y="4029030"/>
                  <a:ext cx="750165" cy="2230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2A27CF08-571D-D1B3-5433-9CA0B5AA45FC}"/>
                    </a:ext>
                  </a:extLst>
                </p14:cNvPr>
                <p14:cNvContentPartPr/>
                <p14:nvPr/>
              </p14:nvContentPartPr>
              <p14:xfrm>
                <a:off x="2098824" y="3506811"/>
                <a:ext cx="724681" cy="597079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2A27CF08-571D-D1B3-5433-9CA0B5AA45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5931" y="3493916"/>
                  <a:ext cx="750166" cy="62257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BAAAC047-82EB-1402-8A1E-B41FDDD8493F}"/>
              </a:ext>
            </a:extLst>
          </p:cNvPr>
          <p:cNvGrpSpPr/>
          <p:nvPr/>
        </p:nvGrpSpPr>
        <p:grpSpPr>
          <a:xfrm>
            <a:off x="2295676" y="3563629"/>
            <a:ext cx="4055607" cy="965067"/>
            <a:chOff x="2339062" y="3740033"/>
            <a:chExt cx="3617666" cy="8608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2C47A646-362E-0F25-B1FC-D8DF7D5EA1FF}"/>
                    </a:ext>
                  </a:extLst>
                </p14:cNvPr>
                <p14:cNvContentPartPr/>
                <p14:nvPr/>
              </p14:nvContentPartPr>
              <p14:xfrm>
                <a:off x="3268512" y="4157263"/>
                <a:ext cx="132120" cy="878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2C47A646-362E-0F25-B1FC-D8DF7D5EA1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54689" y="4143427"/>
                  <a:ext cx="159444" cy="1151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6F63E730-5EE0-CEC1-AEB4-1DB36A5E1D6D}"/>
                    </a:ext>
                  </a:extLst>
                </p14:cNvPr>
                <p14:cNvContentPartPr/>
                <p14:nvPr/>
              </p14:nvContentPartPr>
              <p14:xfrm>
                <a:off x="3566232" y="4004983"/>
                <a:ext cx="797040" cy="24228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6F63E730-5EE0-CEC1-AEB4-1DB36A5E1D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52423" y="3991184"/>
                  <a:ext cx="824336" cy="26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210CE924-796E-0416-0AC8-DBC05BA26FD7}"/>
                    </a:ext>
                  </a:extLst>
                </p14:cNvPr>
                <p14:cNvContentPartPr/>
                <p14:nvPr/>
              </p14:nvContentPartPr>
              <p14:xfrm>
                <a:off x="3269248" y="4359329"/>
                <a:ext cx="688320" cy="16200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210CE924-796E-0416-0AC8-DBC05BA26FD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55437" y="4345508"/>
                  <a:ext cx="715622" cy="1893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A63CDBF5-B5DB-5EDC-1D40-3A5E06A86D9E}"/>
                    </a:ext>
                  </a:extLst>
                </p14:cNvPr>
                <p14:cNvContentPartPr/>
                <p14:nvPr/>
              </p14:nvContentPartPr>
              <p14:xfrm>
                <a:off x="4577773" y="4002667"/>
                <a:ext cx="383760" cy="20556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A63CDBF5-B5DB-5EDC-1D40-3A5E06A86D9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63964" y="3988856"/>
                  <a:ext cx="411057" cy="232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58660DF9-1F37-8BD3-15D2-C1BD0E662DBE}"/>
                    </a:ext>
                  </a:extLst>
                </p14:cNvPr>
                <p14:cNvContentPartPr/>
                <p14:nvPr/>
              </p14:nvContentPartPr>
              <p14:xfrm>
                <a:off x="4596928" y="4338809"/>
                <a:ext cx="333000" cy="26208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58660DF9-1F37-8BD3-15D2-C1BD0E662DB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83120" y="4324998"/>
                  <a:ext cx="360295" cy="289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9B586B11-B3C8-E3E1-5D6A-B3CA96B5F850}"/>
                    </a:ext>
                  </a:extLst>
                </p14:cNvPr>
                <p14:cNvContentPartPr/>
                <p14:nvPr/>
              </p14:nvContentPartPr>
              <p14:xfrm>
                <a:off x="4172128" y="4334129"/>
                <a:ext cx="268200" cy="16416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9B586B11-B3C8-E3E1-5D6A-B3CA96B5F8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58317" y="4320315"/>
                  <a:ext cx="295502" cy="19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5AF42D6E-404B-8FDB-FC59-D8D2BD46BE38}"/>
                    </a:ext>
                  </a:extLst>
                </p14:cNvPr>
                <p14:cNvContentPartPr/>
                <p14:nvPr/>
              </p14:nvContentPartPr>
              <p14:xfrm>
                <a:off x="2339062" y="3740033"/>
                <a:ext cx="1516889" cy="271528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5AF42D6E-404B-8FDB-FC59-D8D2BD46BE3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25255" y="3726232"/>
                  <a:ext cx="1544183" cy="298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8BB00E25-0E02-EE6A-57A3-97A7D0152BEA}"/>
                    </a:ext>
                  </a:extLst>
                </p14:cNvPr>
                <p14:cNvContentPartPr/>
                <p14:nvPr/>
              </p14:nvContentPartPr>
              <p14:xfrm>
                <a:off x="3883272" y="3809474"/>
                <a:ext cx="2073456" cy="212654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8BB00E25-0E02-EE6A-57A3-97A7D0152BE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69464" y="3795661"/>
                  <a:ext cx="2100751" cy="23995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A79573A-73DE-1204-7D51-469D3ED65652}"/>
              </a:ext>
            </a:extLst>
          </p:cNvPr>
          <p:cNvSpPr/>
          <p:nvPr/>
        </p:nvSpPr>
        <p:spPr>
          <a:xfrm>
            <a:off x="2997200" y="2956560"/>
            <a:ext cx="1567730" cy="607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5E219-2469-98A5-FA54-D663A571C35D}"/>
              </a:ext>
            </a:extLst>
          </p:cNvPr>
          <p:cNvSpPr/>
          <p:nvPr/>
        </p:nvSpPr>
        <p:spPr>
          <a:xfrm>
            <a:off x="4549732" y="2937346"/>
            <a:ext cx="2324460" cy="607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0E252-BFA6-D9CA-6AD4-1F2D5976416B}"/>
              </a:ext>
            </a:extLst>
          </p:cNvPr>
          <p:cNvSpPr/>
          <p:nvPr/>
        </p:nvSpPr>
        <p:spPr>
          <a:xfrm>
            <a:off x="1760008" y="2984895"/>
            <a:ext cx="193713" cy="607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7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3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6327-9944-546D-3421-10E47D6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Technique 3: 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4C506-E0AC-4BB0-F901-8175A3728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Fast analyses for common patterns.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Example: bit decomposition: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DEE2B-503E-F20F-39C9-01A22B8D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EE4DC-9026-AF2C-B5E6-E8880A9C8C1E}"/>
                  </a:ext>
                </a:extLst>
              </p:cNvPr>
              <p:cNvSpPr txBox="1"/>
              <p:nvPr/>
            </p:nvSpPr>
            <p:spPr>
              <a:xfrm>
                <a:off x="1900856" y="3563937"/>
                <a:ext cx="3514424" cy="2077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𝑏𝑖𝑡𝑠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4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EE4DC-9026-AF2C-B5E6-E8880A9C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856" y="3563937"/>
                <a:ext cx="3514424" cy="2077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4C7019-DED7-CCC2-F02D-0CB26CFA351D}"/>
                  </a:ext>
                </a:extLst>
              </p:cNvPr>
              <p:cNvSpPr txBox="1"/>
              <p:nvPr/>
            </p:nvSpPr>
            <p:spPr>
              <a:xfrm>
                <a:off x="6715760" y="3563937"/>
                <a:ext cx="4318000" cy="2310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 algn="l">
                  <a:buFont typeface="+mj-lt"/>
                  <a:buAutoNum type="arabicPeriod"/>
                </a:pPr>
                <a:r>
                  <a:rPr lang="en-US" sz="2800"/>
                  <a:t>Recognize pattern.</a:t>
                </a:r>
              </a:p>
              <a:p>
                <a:pPr marL="514350" indent="-514350" algn="l">
                  <a:buFont typeface="+mj-lt"/>
                  <a:buAutoNum type="arabicPeriod"/>
                </a:pPr>
                <a:r>
                  <a:rPr lang="en-US" sz="2800"/>
                  <a:t>Check for overflow.</a:t>
                </a:r>
              </a:p>
              <a:p>
                <a:pPr marL="971550" lvl="1" indent="-514350">
                  <a:buFont typeface="Arial" panose="020B0604020202020204" pitchFamily="34" charset="0"/>
                  <a:buChar char="•"/>
                </a:pPr>
                <a:r>
                  <a:rPr lang="en-US" sz="2800"/>
                  <a:t>range analysis?</a:t>
                </a:r>
              </a:p>
              <a:p>
                <a:pPr marL="514350" indent="-514350" algn="l">
                  <a:buFont typeface="+mj-lt"/>
                  <a:buAutoNum type="arabicPeriod"/>
                </a:pPr>
                <a:r>
                  <a:rPr lang="en-US" sz="2800"/>
                  <a:t>Deduce a lemma.</a:t>
                </a:r>
              </a:p>
              <a:p>
                <a:pPr marL="971550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4C7019-DED7-CCC2-F02D-0CB26CFA3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760" y="3563937"/>
                <a:ext cx="4318000" cy="2310441"/>
              </a:xfrm>
              <a:prstGeom prst="rect">
                <a:avLst/>
              </a:prstGeom>
              <a:blipFill>
                <a:blip r:embed="rId4"/>
                <a:stretch>
                  <a:fillRect l="-2966" t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B9EA88D1-D63F-1896-032B-95C37A16BC21}"/>
              </a:ext>
            </a:extLst>
          </p:cNvPr>
          <p:cNvSpPr/>
          <p:nvPr/>
        </p:nvSpPr>
        <p:spPr>
          <a:xfrm rot="10800000">
            <a:off x="5906146" y="3563937"/>
            <a:ext cx="379708" cy="2212172"/>
          </a:xfrm>
          <a:prstGeom prst="leftBrace">
            <a:avLst>
              <a:gd name="adj1" fmla="val 7568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8850F-7B33-9619-5A02-94AC6393CAE0}"/>
              </a:ext>
            </a:extLst>
          </p:cNvPr>
          <p:cNvSpPr txBox="1"/>
          <p:nvPr/>
        </p:nvSpPr>
        <p:spPr>
          <a:xfrm>
            <a:off x="2630170" y="5936441"/>
            <a:ext cx="6931660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Static analyses are </a:t>
            </a:r>
            <a:r>
              <a:rPr lang="en-US" sz="2800" b="1">
                <a:solidFill>
                  <a:schemeClr val="accent3"/>
                </a:solidFill>
              </a:rPr>
              <a:t>fast</a:t>
            </a:r>
            <a:r>
              <a:rPr lang="en-US" sz="2800"/>
              <a:t>, but </a:t>
            </a:r>
            <a:r>
              <a:rPr lang="en-US" sz="2800" b="1">
                <a:solidFill>
                  <a:srgbClr val="C00000"/>
                </a:solidFill>
              </a:rPr>
              <a:t>specific</a:t>
            </a:r>
          </a:p>
        </p:txBody>
      </p:sp>
    </p:spTree>
    <p:extLst>
      <p:ext uri="{BB962C8B-B14F-4D97-AF65-F5344CB8AC3E}">
        <p14:creationId xmlns:p14="http://schemas.microsoft.com/office/powerpoint/2010/main" val="15468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DDD2-0FF7-BE89-5521-AF1341D1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Technique 4: modular reasoning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3178E3-E5F9-A0E8-B346-DFFE3AE9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F38528C4-C90A-AB1D-763E-6D766D01B2CA}"/>
                  </a:ext>
                </a:extLst>
              </p:cNvPr>
              <p:cNvSpPr/>
              <p:nvPr/>
            </p:nvSpPr>
            <p:spPr>
              <a:xfrm>
                <a:off x="2441738" y="3036099"/>
                <a:ext cx="2004979" cy="112110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SMT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F38528C4-C90A-AB1D-763E-6D766D01B2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738" y="3036099"/>
                <a:ext cx="2004979" cy="1121106"/>
              </a:xfrm>
              <a:prstGeom prst="roundRect">
                <a:avLst/>
              </a:prstGeom>
              <a:blipFill>
                <a:blip r:embed="rId3"/>
                <a:stretch>
                  <a:fillRect l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F4A1F6-D8FE-F1C2-B976-C124AF33AAE3}"/>
              </a:ext>
            </a:extLst>
          </p:cNvPr>
          <p:cNvSpPr/>
          <p:nvPr/>
        </p:nvSpPr>
        <p:spPr>
          <a:xfrm>
            <a:off x="7279870" y="3036099"/>
            <a:ext cx="2004979" cy="11211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static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416BB7-87EE-7E7E-C6E3-80AC125B6A63}"/>
              </a:ext>
            </a:extLst>
          </p:cNvPr>
          <p:cNvGrpSpPr/>
          <p:nvPr/>
        </p:nvGrpSpPr>
        <p:grpSpPr>
          <a:xfrm>
            <a:off x="4523684" y="2785145"/>
            <a:ext cx="2679221" cy="1656677"/>
            <a:chOff x="4539726" y="2600660"/>
            <a:chExt cx="3112547" cy="165667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F23E1B4-0F41-A830-BBD5-BDC22D9432CE}"/>
                </a:ext>
              </a:extLst>
            </p:cNvPr>
            <p:cNvSpPr/>
            <p:nvPr/>
          </p:nvSpPr>
          <p:spPr>
            <a:xfrm>
              <a:off x="4993341" y="2600660"/>
              <a:ext cx="2205317" cy="16566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/>
                <a:t>modular reasoning</a:t>
              </a: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655CED8-49BE-13FD-0024-B5A101509D3B}"/>
                </a:ext>
              </a:extLst>
            </p:cNvPr>
            <p:cNvSpPr/>
            <p:nvPr/>
          </p:nvSpPr>
          <p:spPr>
            <a:xfrm>
              <a:off x="4539727" y="2600660"/>
              <a:ext cx="3112546" cy="1656677"/>
            </a:xfrm>
            <a:prstGeom prst="arc">
              <a:avLst>
                <a:gd name="adj1" fmla="val 12181234"/>
                <a:gd name="adj2" fmla="val 20214643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CB57107-0161-F11B-2032-0775826FEB22}"/>
                </a:ext>
              </a:extLst>
            </p:cNvPr>
            <p:cNvSpPr/>
            <p:nvPr/>
          </p:nvSpPr>
          <p:spPr>
            <a:xfrm rot="10800000">
              <a:off x="4539726" y="2600660"/>
              <a:ext cx="3112546" cy="1656677"/>
            </a:xfrm>
            <a:prstGeom prst="arc">
              <a:avLst>
                <a:gd name="adj1" fmla="val 12181234"/>
                <a:gd name="adj2" fmla="val 20214643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C5EEA09-55D8-9477-09B5-400058FBC04E}"/>
              </a:ext>
            </a:extLst>
          </p:cNvPr>
          <p:cNvSpPr txBox="1"/>
          <p:nvPr/>
        </p:nvSpPr>
        <p:spPr>
          <a:xfrm>
            <a:off x="1742388" y="4157205"/>
            <a:ext cx="3405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3"/>
                </a:solidFill>
              </a:rPr>
              <a:t>general</a:t>
            </a:r>
            <a:r>
              <a:rPr lang="en-US" sz="2800"/>
              <a:t> + </a:t>
            </a:r>
            <a:r>
              <a:rPr lang="en-US" sz="2800" b="1">
                <a:solidFill>
                  <a:srgbClr val="C00000"/>
                </a:solidFill>
              </a:rPr>
              <a:t>slow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EDE8B-192D-DACF-263B-490164103C65}"/>
              </a:ext>
            </a:extLst>
          </p:cNvPr>
          <p:cNvSpPr txBox="1"/>
          <p:nvPr/>
        </p:nvSpPr>
        <p:spPr>
          <a:xfrm>
            <a:off x="6579513" y="4157205"/>
            <a:ext cx="3405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</a:rPr>
              <a:t>specific</a:t>
            </a:r>
            <a:r>
              <a:rPr lang="en-US" sz="2800"/>
              <a:t> + </a:t>
            </a:r>
            <a:r>
              <a:rPr lang="en-US" sz="2800" b="1">
                <a:solidFill>
                  <a:schemeClr val="accent3"/>
                </a:solidFill>
              </a:rPr>
              <a:t>fast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848E024-7D65-0057-EB49-C43CA423DEEE}"/>
              </a:ext>
            </a:extLst>
          </p:cNvPr>
          <p:cNvSpPr/>
          <p:nvPr/>
        </p:nvSpPr>
        <p:spPr>
          <a:xfrm rot="5400000">
            <a:off x="5692962" y="2027087"/>
            <a:ext cx="340659" cy="6843110"/>
          </a:xfrm>
          <a:prstGeom prst="rightBrace">
            <a:avLst>
              <a:gd name="adj1" fmla="val 72333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6B040-E82D-F1C7-8D7D-60DBB95F1B63}"/>
              </a:ext>
            </a:extLst>
          </p:cNvPr>
          <p:cNvSpPr txBox="1"/>
          <p:nvPr/>
        </p:nvSpPr>
        <p:spPr>
          <a:xfrm>
            <a:off x="2441736" y="5693639"/>
            <a:ext cx="68431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</a:rPr>
              <a:t>circuit verifiers:</a:t>
            </a:r>
          </a:p>
          <a:p>
            <a:pPr algn="ctr"/>
            <a:r>
              <a:rPr lang="en-US" sz="2800" err="1">
                <a:solidFill>
                  <a:schemeClr val="accent1"/>
                </a:solidFill>
              </a:rPr>
              <a:t>Picus</a:t>
            </a:r>
            <a:r>
              <a:rPr lang="en-US" sz="2800">
                <a:solidFill>
                  <a:schemeClr val="accent1"/>
                </a:solidFill>
              </a:rPr>
              <a:t>, CIVER, </a:t>
            </a:r>
            <a:r>
              <a:rPr lang="en-US" sz="2800" err="1">
                <a:solidFill>
                  <a:schemeClr val="accent1"/>
                </a:solidFill>
              </a:rPr>
              <a:t>Zequal</a:t>
            </a:r>
            <a:r>
              <a:rPr lang="en-US" sz="2800">
                <a:solidFill>
                  <a:schemeClr val="accent1"/>
                </a:solidFill>
              </a:rPr>
              <a:t>, AC4, …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E171927F-A873-54B9-DBBE-8CEDF2D421C6}"/>
              </a:ext>
            </a:extLst>
          </p:cNvPr>
          <p:cNvSpPr/>
          <p:nvPr/>
        </p:nvSpPr>
        <p:spPr>
          <a:xfrm rot="10800000">
            <a:off x="1795334" y="2962405"/>
            <a:ext cx="230390" cy="1456410"/>
          </a:xfrm>
          <a:prstGeom prst="rightBrace">
            <a:avLst>
              <a:gd name="adj1" fmla="val 72333"/>
              <a:gd name="adj2" fmla="val 50000"/>
            </a:avLst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0428E3-CCEB-F38E-5C85-29D3ED5F8335}"/>
                  </a:ext>
                </a:extLst>
              </p:cNvPr>
              <p:cNvSpPr txBox="1"/>
              <p:nvPr/>
            </p:nvSpPr>
            <p:spPr>
              <a:xfrm>
                <a:off x="305757" y="2785145"/>
                <a:ext cx="1490667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accent1"/>
                    </a:solidFill>
                  </a:rPr>
                  <a:t>solvers:</a:t>
                </a:r>
              </a:p>
              <a:p>
                <a:pPr algn="ctr"/>
                <a:r>
                  <a:rPr lang="en-US" sz="2800">
                    <a:solidFill>
                      <a:schemeClr val="accent1"/>
                    </a:solidFill>
                    <a:latin typeface="Consolas" panose="020B0609020204030204" pitchFamily="49" charset="0"/>
                  </a:rPr>
                  <a:t>cvc5</a:t>
                </a:r>
                <a:r>
                  <a:rPr lang="en-US" sz="2800">
                    <a:solidFill>
                      <a:schemeClr val="accent1"/>
                    </a:solidFill>
                  </a:rPr>
                  <a:t>,</a:t>
                </a:r>
              </a:p>
              <a:p>
                <a:pPr algn="ctr"/>
                <a:r>
                  <a:rPr lang="en-US" sz="2800" err="1">
                    <a:solidFill>
                      <a:schemeClr val="accent1"/>
                    </a:solidFill>
                    <a:latin typeface="Consolas" panose="020B0609020204030204" pitchFamily="49" charset="0"/>
                  </a:rPr>
                  <a:t>Yices</a:t>
                </a:r>
                <a:r>
                  <a:rPr lang="en-US" sz="2800">
                    <a:solidFill>
                      <a:schemeClr val="accent1"/>
                    </a:solidFill>
                  </a:rPr>
                  <a:t>,</a:t>
                </a:r>
              </a:p>
              <a:p>
                <a:pPr algn="ctr"/>
                <a:r>
                  <a:rPr lang="en-US" sz="2800">
                    <a:solidFill>
                      <a:schemeClr val="accent1"/>
                    </a:solidFill>
                    <a:latin typeface="Consolas" panose="020B0609020204030204" pitchFamily="49" charset="0"/>
                  </a:rPr>
                  <a:t>z3</a:t>
                </a:r>
                <a:r>
                  <a:rPr lang="en-US" sz="280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>
                    <a:solidFill>
                      <a:schemeClr val="accent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0428E3-CCEB-F38E-5C85-29D3ED5F8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57" y="2785145"/>
                <a:ext cx="1490667" cy="1815882"/>
              </a:xfrm>
              <a:prstGeom prst="rect">
                <a:avLst/>
              </a:prstGeom>
              <a:blipFill>
                <a:blip r:embed="rId4"/>
                <a:stretch>
                  <a:fillRect l="-1224" t="-3356" r="-816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97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D145-741B-8845-7057-3EEAC69A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road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77CE-0F80-DCE1-6CB9-AE77834D7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0365" cy="4895850"/>
          </a:xfrm>
        </p:spPr>
        <p:txBody>
          <a:bodyPr>
            <a:normAutofit/>
          </a:bodyPr>
          <a:lstStyle/>
          <a:p>
            <a:pPr marL="344488" indent="-344488">
              <a:buFont typeface="+mj-lt"/>
              <a:buAutoNum type="arabicPeriod"/>
            </a:pPr>
            <a:r>
              <a:rPr lang="en-US"/>
              <a:t>Other techniques:</a:t>
            </a:r>
          </a:p>
          <a:p>
            <a:pPr lvl="1"/>
            <a:r>
              <a:rPr lang="en-US"/>
              <a:t>Manual verification (Lean, </a:t>
            </a:r>
            <a:r>
              <a:rPr lang="en-US" err="1"/>
              <a:t>Roqc</a:t>
            </a:r>
            <a:r>
              <a:rPr lang="en-US"/>
              <a:t>, …)</a:t>
            </a:r>
          </a:p>
          <a:p>
            <a:pPr lvl="1"/>
            <a:r>
              <a:rPr lang="en-US"/>
              <a:t>Fuzzing</a:t>
            </a:r>
          </a:p>
          <a:p>
            <a:pPr lvl="1"/>
            <a:r>
              <a:rPr lang="en-US"/>
              <a:t>Language-independent tools</a:t>
            </a:r>
          </a:p>
          <a:p>
            <a:pPr lvl="1"/>
            <a:r>
              <a:rPr lang="en-US"/>
              <a:t>New properties &amp; program logics</a:t>
            </a:r>
          </a:p>
          <a:p>
            <a:pPr marL="344488" indent="-344488">
              <a:buFont typeface="+mj-lt"/>
              <a:buAutoNum type="arabicPeriod"/>
            </a:pPr>
            <a:r>
              <a:rPr lang="en-US"/>
              <a:t>Other parts of the stack:</a:t>
            </a:r>
          </a:p>
          <a:p>
            <a:pPr lvl="1"/>
            <a:r>
              <a:rPr lang="en-US"/>
              <a:t>ZKP layer</a:t>
            </a:r>
          </a:p>
          <a:p>
            <a:pPr lvl="1"/>
            <a:r>
              <a:rPr lang="en-US"/>
              <a:t>Application layer</a:t>
            </a:r>
          </a:p>
          <a:p>
            <a:pPr lvl="1"/>
            <a:r>
              <a:rPr lang="en-US" err="1"/>
              <a:t>zkVMs</a:t>
            </a:r>
            <a:r>
              <a:rPr lang="en-US"/>
              <a:t>: a related stack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26241-3840-ACF2-F7A8-975CDAFE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15</a:t>
            </a:fld>
            <a:endParaRPr lang="en-US"/>
          </a:p>
        </p:txBody>
      </p:sp>
      <p:pic>
        <p:nvPicPr>
          <p:cNvPr id="3074" name="Picture 2" descr="Tip Of The Iceberg Vector Art, Icons, and Graphics for Free Download">
            <a:extLst>
              <a:ext uri="{FF2B5EF4-FFF2-40B4-BE49-F238E27FC236}">
                <a16:creationId xmlns:a16="http://schemas.microsoft.com/office/drawing/2014/main" id="{3E6E95A1-6272-311A-FE0C-6FB96B7CB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317" y="2759652"/>
            <a:ext cx="2741295" cy="274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075083-4BC2-4BF2-9D24-E37ABEBD5394}"/>
              </a:ext>
            </a:extLst>
          </p:cNvPr>
          <p:cNvSpPr txBox="1"/>
          <p:nvPr/>
        </p:nvSpPr>
        <p:spPr>
          <a:xfrm>
            <a:off x="10280612" y="3083860"/>
            <a:ext cx="1434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/>
              <a:t>present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0B2174-8DC9-2E59-6AA5-243A0C58577E}"/>
              </a:ext>
            </a:extLst>
          </p:cNvPr>
          <p:cNvGrpSpPr/>
          <p:nvPr/>
        </p:nvGrpSpPr>
        <p:grpSpPr>
          <a:xfrm>
            <a:off x="10280612" y="3607080"/>
            <a:ext cx="1434353" cy="523220"/>
            <a:chOff x="10280612" y="3607080"/>
            <a:chExt cx="1434353" cy="5232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AC3367-C088-87ED-12F3-F391A4297AEA}"/>
                </a:ext>
              </a:extLst>
            </p:cNvPr>
            <p:cNvSpPr txBox="1"/>
            <p:nvPr/>
          </p:nvSpPr>
          <p:spPr>
            <a:xfrm>
              <a:off x="10280612" y="3607080"/>
              <a:ext cx="1434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/>
                <a:t>future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E99BCC-28FC-3A44-C28D-A5576C33159E}"/>
                </a:ext>
              </a:extLst>
            </p:cNvPr>
            <p:cNvCxnSpPr/>
            <p:nvPr/>
          </p:nvCxnSpPr>
          <p:spPr>
            <a:xfrm>
              <a:off x="10280612" y="3607080"/>
              <a:ext cx="128016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48EE9-2807-56BB-7DDC-44279B5B4ABD}"/>
              </a:ext>
            </a:extLst>
          </p:cNvPr>
          <p:cNvGrpSpPr/>
          <p:nvPr/>
        </p:nvGrpSpPr>
        <p:grpSpPr>
          <a:xfrm>
            <a:off x="1539233" y="2276417"/>
            <a:ext cx="4726909" cy="2542597"/>
            <a:chOff x="1539233" y="2276417"/>
            <a:chExt cx="4726909" cy="25425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30AF86-6578-C7F2-3E98-48A7D1D28B55}"/>
                    </a:ext>
                  </a:extLst>
                </p14:cNvPr>
                <p14:cNvContentPartPr/>
                <p14:nvPr/>
              </p14:nvContentPartPr>
              <p14:xfrm>
                <a:off x="4197480" y="2276417"/>
                <a:ext cx="720000" cy="50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30AF86-6578-C7F2-3E98-48A7D1D28B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82000" y="2260937"/>
                  <a:ext cx="7506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8C8488-3C66-6FEC-85A2-572BC1297B05}"/>
                    </a:ext>
                  </a:extLst>
                </p14:cNvPr>
                <p14:cNvContentPartPr/>
                <p14:nvPr/>
              </p14:nvContentPartPr>
              <p14:xfrm>
                <a:off x="1539233" y="4328694"/>
                <a:ext cx="1579320" cy="49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8C8488-3C66-6FEC-85A2-572BC1297B0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23749" y="4313214"/>
                  <a:ext cx="1609927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A5B782-6331-667D-5F98-3FBFE8ED0B98}"/>
                    </a:ext>
                  </a:extLst>
                </p14:cNvPr>
                <p14:cNvContentPartPr/>
                <p14:nvPr/>
              </p14:nvContentPartPr>
              <p14:xfrm>
                <a:off x="3293570" y="4418072"/>
                <a:ext cx="2972572" cy="322369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A5B782-6331-667D-5F98-3FBFE8ED0B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8088" y="4402567"/>
                  <a:ext cx="3003176" cy="353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9BFCDA-0C6B-D28E-0671-3C9912FF2DD7}"/>
                    </a:ext>
                  </a:extLst>
                </p14:cNvPr>
                <p14:cNvContentPartPr/>
                <p14:nvPr/>
              </p14:nvContentPartPr>
              <p14:xfrm>
                <a:off x="3239210" y="4489713"/>
                <a:ext cx="99720" cy="13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9BFCDA-0C6B-D28E-0671-3C9912FF2D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23730" y="4474233"/>
                  <a:ext cx="130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29BA7A-E701-66AA-EA8B-3D75462E9C76}"/>
                    </a:ext>
                  </a:extLst>
                </p14:cNvPr>
                <p14:cNvContentPartPr/>
                <p14:nvPr/>
              </p14:nvContentPartPr>
              <p14:xfrm>
                <a:off x="4926708" y="2826546"/>
                <a:ext cx="268151" cy="1524058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29BA7A-E701-66AA-EA8B-3D75462E9C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11252" y="2811068"/>
                  <a:ext cx="298704" cy="155465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533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8269-4E32-CB7F-BDDF-3237C74F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Formally Verifying Circuits for ZKPs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D82CD-501C-24E8-87E6-CBB14E89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83980-3B8B-A8FC-30B0-9FFB6C319425}"/>
              </a:ext>
            </a:extLst>
          </p:cNvPr>
          <p:cNvSpPr txBox="1"/>
          <p:nvPr/>
        </p:nvSpPr>
        <p:spPr>
          <a:xfrm>
            <a:off x="838200" y="1429078"/>
            <a:ext cx="1073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/>
              <a:t>Alex Ozdemir (MPI-SP, Georgia Tech)	Shankara </a:t>
            </a:r>
            <a:r>
              <a:rPr lang="en-US" sz="2800" err="1"/>
              <a:t>Pailoor</a:t>
            </a:r>
            <a:r>
              <a:rPr lang="en-US" sz="2800"/>
              <a:t> (</a:t>
            </a:r>
            <a:r>
              <a:rPr lang="en-US" sz="2800" err="1"/>
              <a:t>Veridise</a:t>
            </a:r>
            <a:r>
              <a:rPr lang="en-US" sz="28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27B90-6B27-F68F-397A-D63F0B6D996D}"/>
              </a:ext>
            </a:extLst>
          </p:cNvPr>
          <p:cNvSpPr txBox="1"/>
          <p:nvPr/>
        </p:nvSpPr>
        <p:spPr>
          <a:xfrm>
            <a:off x="313051" y="2425091"/>
            <a:ext cx="924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Idea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1197E7-05EF-39DA-FAA4-8AF3A0F5FA36}"/>
              </a:ext>
            </a:extLst>
          </p:cNvPr>
          <p:cNvGrpSpPr/>
          <p:nvPr/>
        </p:nvGrpSpPr>
        <p:grpSpPr>
          <a:xfrm>
            <a:off x="479263" y="3186122"/>
            <a:ext cx="483120" cy="868680"/>
            <a:chOff x="79411" y="2524389"/>
            <a:chExt cx="483120" cy="8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14">
                  <a:extLst>
                    <a:ext uri="{FF2B5EF4-FFF2-40B4-BE49-F238E27FC236}">
                      <a16:creationId xmlns:a16="http://schemas.microsoft.com/office/drawing/2014/main" id="{A5E680AC-17E9-81B0-7EBC-7C4721B97E62}"/>
                    </a:ext>
                  </a:extLst>
                </p14:cNvPr>
                <p14:cNvContentPartPr/>
                <p14:nvPr/>
              </p14:nvContentPartPr>
              <p14:xfrm>
                <a:off x="257251" y="3108309"/>
                <a:ext cx="141480" cy="284760"/>
              </p14:xfrm>
            </p:contentPart>
          </mc:Choice>
          <mc:Fallback xmlns="">
            <p:pic>
              <p:nvPicPr>
                <p:cNvPr id="8" name="Ink 14">
                  <a:extLst>
                    <a:ext uri="{FF2B5EF4-FFF2-40B4-BE49-F238E27FC236}">
                      <a16:creationId xmlns:a16="http://schemas.microsoft.com/office/drawing/2014/main" id="{A5E680AC-17E9-81B0-7EBC-7C4721B97E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732" y="3092809"/>
                  <a:ext cx="172158" cy="3153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21CF67-4DE4-5D50-0782-446713B66F78}"/>
                    </a:ext>
                  </a:extLst>
                </p14:cNvPr>
                <p14:cNvContentPartPr/>
                <p14:nvPr/>
              </p14:nvContentPartPr>
              <p14:xfrm>
                <a:off x="167251" y="2618709"/>
                <a:ext cx="318960" cy="47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21CF67-4DE4-5D50-0782-446713B66F7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771" y="2603229"/>
                  <a:ext cx="3495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48899F-3B4A-A669-D6FB-C8C8E192F4B5}"/>
                    </a:ext>
                  </a:extLst>
                </p14:cNvPr>
                <p14:cNvContentPartPr/>
                <p14:nvPr/>
              </p14:nvContentPartPr>
              <p14:xfrm>
                <a:off x="273451" y="2796549"/>
                <a:ext cx="39600" cy="141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48899F-3B4A-A669-D6FB-C8C8E192F4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9451" y="2688549"/>
                  <a:ext cx="1472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8ADF88-8C17-CDF7-AB28-CA3C0F7845EC}"/>
                    </a:ext>
                  </a:extLst>
                </p14:cNvPr>
                <p14:cNvContentPartPr/>
                <p14:nvPr/>
              </p14:nvContentPartPr>
              <p14:xfrm>
                <a:off x="260851" y="2761989"/>
                <a:ext cx="38520" cy="252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8ADF88-8C17-CDF7-AB28-CA3C0F7845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6851" y="2653989"/>
                  <a:ext cx="1461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1BCD6A-3F11-A20F-E60A-314A3D52928C}"/>
                    </a:ext>
                  </a:extLst>
                </p14:cNvPr>
                <p14:cNvContentPartPr/>
                <p14:nvPr/>
              </p14:nvContentPartPr>
              <p14:xfrm>
                <a:off x="243571" y="2805909"/>
                <a:ext cx="39600" cy="177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1BCD6A-3F11-A20F-E60A-314A3D5292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9571" y="2697689"/>
                  <a:ext cx="147240" cy="3935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44F429-46F6-7E14-BA0C-FB3646831AD6}"/>
                    </a:ext>
                  </a:extLst>
                </p14:cNvPr>
                <p14:cNvContentPartPr/>
                <p14:nvPr/>
              </p14:nvContentPartPr>
              <p14:xfrm>
                <a:off x="292891" y="2709069"/>
                <a:ext cx="43560" cy="27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44F429-46F6-7E14-BA0C-FB3646831A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891" y="2601069"/>
                  <a:ext cx="1512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21839B-CA60-80F7-F524-3EAF33E71A5C}"/>
                    </a:ext>
                  </a:extLst>
                </p14:cNvPr>
                <p14:cNvContentPartPr/>
                <p14:nvPr/>
              </p14:nvContentPartPr>
              <p14:xfrm>
                <a:off x="340411" y="2741109"/>
                <a:ext cx="63000" cy="263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21839B-CA60-80F7-F524-3EAF33E71A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6411" y="2633109"/>
                  <a:ext cx="170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626302-F198-03A6-1B98-E3F693CFC9D4}"/>
                    </a:ext>
                  </a:extLst>
                </p14:cNvPr>
                <p14:cNvContentPartPr/>
                <p14:nvPr/>
              </p14:nvContentPartPr>
              <p14:xfrm>
                <a:off x="370651" y="2766669"/>
                <a:ext cx="53640" cy="226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626302-F198-03A6-1B98-E3F693CFC9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651" y="2658669"/>
                  <a:ext cx="1612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BE10E4-D56B-A99D-5DA0-9E0D6577A96A}"/>
                    </a:ext>
                  </a:extLst>
                </p14:cNvPr>
                <p14:cNvContentPartPr/>
                <p14:nvPr/>
              </p14:nvContentPartPr>
              <p14:xfrm>
                <a:off x="209011" y="2549589"/>
                <a:ext cx="11880" cy="30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BE10E4-D56B-A99D-5DA0-9E0D6577A9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531" y="2534109"/>
                  <a:ext cx="4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87BFAC-9128-0A02-0901-EB00C6945B7B}"/>
                    </a:ext>
                  </a:extLst>
                </p14:cNvPr>
                <p14:cNvContentPartPr/>
                <p14:nvPr/>
              </p14:nvContentPartPr>
              <p14:xfrm>
                <a:off x="374971" y="2524389"/>
                <a:ext cx="7200" cy="39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87BFAC-9128-0A02-0901-EB00C6945B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9491" y="2508909"/>
                  <a:ext cx="3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BE7532-DEDC-C130-8056-CEE8E3F88A8A}"/>
                    </a:ext>
                  </a:extLst>
                </p14:cNvPr>
                <p14:cNvContentPartPr/>
                <p14:nvPr/>
              </p14:nvContentPartPr>
              <p14:xfrm>
                <a:off x="527611" y="2630589"/>
                <a:ext cx="30240" cy="1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BE7532-DEDC-C130-8056-CEE8E3F88A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2313" y="2615109"/>
                  <a:ext cx="60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784A445-084C-110E-8418-F392D1658DE4}"/>
                    </a:ext>
                  </a:extLst>
                </p14:cNvPr>
                <p14:cNvContentPartPr/>
                <p14:nvPr/>
              </p14:nvContentPartPr>
              <p14:xfrm>
                <a:off x="534451" y="2838309"/>
                <a:ext cx="28080" cy="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784A445-084C-110E-8418-F392D1658D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8971" y="2822829"/>
                  <a:ext cx="58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89BFE8-EE7A-C45A-CAA6-6B05847CF0C8}"/>
                    </a:ext>
                  </a:extLst>
                </p14:cNvPr>
                <p14:cNvContentPartPr/>
                <p14:nvPr/>
              </p14:nvContentPartPr>
              <p14:xfrm>
                <a:off x="511411" y="2962869"/>
                <a:ext cx="44280" cy="28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89BFE8-EE7A-C45A-CAA6-6B05847CF0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5931" y="2947389"/>
                  <a:ext cx="74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C2CFC3-1715-D90E-28B6-E7B796580168}"/>
                    </a:ext>
                  </a:extLst>
                </p14:cNvPr>
                <p14:cNvContentPartPr/>
                <p14:nvPr/>
              </p14:nvContentPartPr>
              <p14:xfrm>
                <a:off x="100291" y="2699709"/>
                <a:ext cx="1872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C2CFC3-1715-D90E-28B6-E7B7965801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811" y="2684684"/>
                  <a:ext cx="49320" cy="41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471082-417A-4378-9D01-D951AF8D2311}"/>
                    </a:ext>
                  </a:extLst>
                </p14:cNvPr>
                <p14:cNvContentPartPr/>
                <p14:nvPr/>
              </p14:nvContentPartPr>
              <p14:xfrm>
                <a:off x="79411" y="2835789"/>
                <a:ext cx="39600" cy="11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471082-417A-4378-9D01-D951AF8D23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931" y="2820309"/>
                  <a:ext cx="70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C0CD15-F746-54E2-FA2F-A175AFB55BDF}"/>
                    </a:ext>
                  </a:extLst>
                </p14:cNvPr>
                <p14:cNvContentPartPr/>
                <p14:nvPr/>
              </p14:nvContentPartPr>
              <p14:xfrm>
                <a:off x="104971" y="3006789"/>
                <a:ext cx="48960" cy="51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C0CD15-F746-54E2-FA2F-A175AFB55B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376" y="2991309"/>
                  <a:ext cx="79787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2BF5E5-2FCB-4D91-826B-483806D3AEE6}"/>
              </a:ext>
            </a:extLst>
          </p:cNvPr>
          <p:cNvGrpSpPr/>
          <p:nvPr/>
        </p:nvGrpSpPr>
        <p:grpSpPr>
          <a:xfrm>
            <a:off x="1064384" y="2946668"/>
            <a:ext cx="1828800" cy="523220"/>
            <a:chOff x="1890584" y="2807470"/>
            <a:chExt cx="2134989" cy="52322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98517A-39FF-E58D-7AED-2C1502A394B8}"/>
                </a:ext>
              </a:extLst>
            </p:cNvPr>
            <p:cNvSpPr txBox="1"/>
            <p:nvPr/>
          </p:nvSpPr>
          <p:spPr>
            <a:xfrm>
              <a:off x="1893104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Program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6505C4-5F3B-5C54-EE5B-10F209BE7D50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019FB2-E18C-B90C-B1FF-11403AA80FE6}"/>
              </a:ext>
            </a:extLst>
          </p:cNvPr>
          <p:cNvGrpSpPr/>
          <p:nvPr/>
        </p:nvGrpSpPr>
        <p:grpSpPr>
          <a:xfrm>
            <a:off x="8495783" y="2902968"/>
            <a:ext cx="1832048" cy="557584"/>
            <a:chOff x="6673020" y="2800364"/>
            <a:chExt cx="2211489" cy="557584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6B36E78-1101-D15B-1005-408CCB93713D}"/>
                </a:ext>
              </a:extLst>
            </p:cNvPr>
            <p:cNvCxnSpPr>
              <a:cxnSpLocks/>
            </p:cNvCxnSpPr>
            <p:nvPr/>
          </p:nvCxnSpPr>
          <p:spPr>
            <a:xfrm>
              <a:off x="6673020" y="3357948"/>
              <a:ext cx="220756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730742-094D-650F-67EB-1B77ACAA2B74}"/>
                </a:ext>
              </a:extLst>
            </p:cNvPr>
            <p:cNvSpPr txBox="1"/>
            <p:nvPr/>
          </p:nvSpPr>
          <p:spPr>
            <a:xfrm>
              <a:off x="6673020" y="2800364"/>
              <a:ext cx="22114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ZKP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1766360-11D9-C4ED-A0F4-9E702F77B678}"/>
              </a:ext>
            </a:extLst>
          </p:cNvPr>
          <p:cNvSpPr txBox="1"/>
          <p:nvPr/>
        </p:nvSpPr>
        <p:spPr>
          <a:xfrm>
            <a:off x="10066941" y="2425091"/>
            <a:ext cx="202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Application</a:t>
            </a:r>
          </a:p>
        </p:txBody>
      </p:sp>
      <p:pic>
        <p:nvPicPr>
          <p:cNvPr id="31" name="Picture 30" descr="Logo, icon&#10;&#10;Description automatically generated">
            <a:extLst>
              <a:ext uri="{FF2B5EF4-FFF2-40B4-BE49-F238E27FC236}">
                <a16:creationId xmlns:a16="http://schemas.microsoft.com/office/drawing/2014/main" id="{0B955985-EB62-8A9A-1DFC-776C306DA7B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78" y="3069662"/>
            <a:ext cx="777240" cy="77724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5A856B1-F302-3DCD-5A22-135EC32767F5}"/>
              </a:ext>
            </a:extLst>
          </p:cNvPr>
          <p:cNvGrpSpPr/>
          <p:nvPr/>
        </p:nvGrpSpPr>
        <p:grpSpPr>
          <a:xfrm>
            <a:off x="7128856" y="3108996"/>
            <a:ext cx="1041480" cy="838080"/>
            <a:chOff x="5657236" y="3110491"/>
            <a:chExt cx="104148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454AA7-3A38-032B-A461-714FA7574A02}"/>
                    </a:ext>
                  </a:extLst>
                </p14:cNvPr>
                <p14:cNvContentPartPr/>
                <p14:nvPr/>
              </p14:nvContentPartPr>
              <p14:xfrm>
                <a:off x="6264556" y="3795931"/>
                <a:ext cx="9720" cy="7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454AA7-3A38-032B-A461-714FA7574A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49076" y="3780451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76">
                  <a:extLst>
                    <a:ext uri="{FF2B5EF4-FFF2-40B4-BE49-F238E27FC236}">
                      <a16:creationId xmlns:a16="http://schemas.microsoft.com/office/drawing/2014/main" id="{2A17AEE0-A8E4-0A18-C574-13B351B0DC44}"/>
                    </a:ext>
                  </a:extLst>
                </p14:cNvPr>
                <p14:cNvContentPartPr/>
                <p14:nvPr/>
              </p14:nvContentPartPr>
              <p14:xfrm>
                <a:off x="6273556" y="3874411"/>
                <a:ext cx="18720" cy="74160"/>
              </p14:xfrm>
            </p:contentPart>
          </mc:Choice>
          <mc:Fallback xmlns="">
            <p:pic>
              <p:nvPicPr>
                <p:cNvPr id="34" name="Ink 76">
                  <a:extLst>
                    <a:ext uri="{FF2B5EF4-FFF2-40B4-BE49-F238E27FC236}">
                      <a16:creationId xmlns:a16="http://schemas.microsoft.com/office/drawing/2014/main" id="{2A17AEE0-A8E4-0A18-C574-13B351B0DC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58076" y="3858931"/>
                  <a:ext cx="49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76">
                  <a:extLst>
                    <a:ext uri="{FF2B5EF4-FFF2-40B4-BE49-F238E27FC236}">
                      <a16:creationId xmlns:a16="http://schemas.microsoft.com/office/drawing/2014/main" id="{30997440-E553-3FA0-C349-06179C2F8551}"/>
                    </a:ext>
                  </a:extLst>
                </p14:cNvPr>
                <p14:cNvContentPartPr/>
                <p14:nvPr/>
              </p14:nvContentPartPr>
              <p14:xfrm>
                <a:off x="5698636" y="3460051"/>
                <a:ext cx="967680" cy="209520"/>
              </p14:xfrm>
            </p:contentPart>
          </mc:Choice>
          <mc:Fallback xmlns="">
            <p:pic>
              <p:nvPicPr>
                <p:cNvPr id="35" name="Ink 76">
                  <a:extLst>
                    <a:ext uri="{FF2B5EF4-FFF2-40B4-BE49-F238E27FC236}">
                      <a16:creationId xmlns:a16="http://schemas.microsoft.com/office/drawing/2014/main" id="{30997440-E553-3FA0-C349-06179C2F855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83150" y="3444544"/>
                  <a:ext cx="998291" cy="240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76">
                  <a:extLst>
                    <a:ext uri="{FF2B5EF4-FFF2-40B4-BE49-F238E27FC236}">
                      <a16:creationId xmlns:a16="http://schemas.microsoft.com/office/drawing/2014/main" id="{AED4C118-6219-14A1-0568-1F5FB6CD78F6}"/>
                    </a:ext>
                  </a:extLst>
                </p14:cNvPr>
                <p14:cNvContentPartPr/>
                <p14:nvPr/>
              </p14:nvContentPartPr>
              <p14:xfrm>
                <a:off x="5657236" y="3110491"/>
                <a:ext cx="1041480" cy="252720"/>
              </p14:xfrm>
            </p:contentPart>
          </mc:Choice>
          <mc:Fallback xmlns="">
            <p:pic>
              <p:nvPicPr>
                <p:cNvPr id="36" name="Ink 76">
                  <a:extLst>
                    <a:ext uri="{FF2B5EF4-FFF2-40B4-BE49-F238E27FC236}">
                      <a16:creationId xmlns:a16="http://schemas.microsoft.com/office/drawing/2014/main" id="{AED4C118-6219-14A1-0568-1F5FB6CD78F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41761" y="3095033"/>
                  <a:ext cx="1072069" cy="28327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E27EDF-E3C3-44D5-4D9E-ACDFB14ED92F}"/>
                  </a:ext>
                </a:extLst>
              </p:cNvPr>
              <p:cNvSpPr txBox="1"/>
              <p:nvPr/>
            </p:nvSpPr>
            <p:spPr>
              <a:xfrm>
                <a:off x="6638536" y="2455864"/>
                <a:ext cx="21219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sz="2800"/>
                  <a:t>-circuit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E27EDF-E3C3-44D5-4D9E-ACDFB14ED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536" y="2455864"/>
                <a:ext cx="2121932" cy="523220"/>
              </a:xfrm>
              <a:prstGeom prst="rect">
                <a:avLst/>
              </a:prstGeom>
              <a:blipFill>
                <a:blip r:embed="rId4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C7AB24E-72CA-72DD-F20D-A7634D88C787}"/>
              </a:ext>
            </a:extLst>
          </p:cNvPr>
          <p:cNvSpPr txBox="1"/>
          <p:nvPr/>
        </p:nvSpPr>
        <p:spPr>
          <a:xfrm>
            <a:off x="2543601" y="2455864"/>
            <a:ext cx="257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Code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B37307-2B4C-6E44-FA1A-437F520437E7}"/>
              </a:ext>
            </a:extLst>
          </p:cNvPr>
          <p:cNvGrpSpPr/>
          <p:nvPr/>
        </p:nvGrpSpPr>
        <p:grpSpPr>
          <a:xfrm>
            <a:off x="3232062" y="3186122"/>
            <a:ext cx="1053673" cy="849202"/>
            <a:chOff x="3560884" y="2645027"/>
            <a:chExt cx="1053673" cy="84920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21">
                  <a:extLst>
                    <a:ext uri="{FF2B5EF4-FFF2-40B4-BE49-F238E27FC236}">
                      <a16:creationId xmlns:a16="http://schemas.microsoft.com/office/drawing/2014/main" id="{387CB38E-B424-7E38-2AE9-93270448ECD3}"/>
                    </a:ext>
                  </a:extLst>
                </p14:cNvPr>
                <p14:cNvContentPartPr/>
                <p14:nvPr/>
              </p14:nvContentPartPr>
              <p14:xfrm>
                <a:off x="3560884" y="2706189"/>
                <a:ext cx="231480" cy="187200"/>
              </p14:xfrm>
            </p:contentPart>
          </mc:Choice>
          <mc:Fallback xmlns="">
            <p:pic>
              <p:nvPicPr>
                <p:cNvPr id="40" name="Ink 21">
                  <a:extLst>
                    <a:ext uri="{FF2B5EF4-FFF2-40B4-BE49-F238E27FC236}">
                      <a16:creationId xmlns:a16="http://schemas.microsoft.com/office/drawing/2014/main" id="{387CB38E-B424-7E38-2AE9-93270448EC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45380" y="2690709"/>
                  <a:ext cx="262128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32">
                  <a:extLst>
                    <a:ext uri="{FF2B5EF4-FFF2-40B4-BE49-F238E27FC236}">
                      <a16:creationId xmlns:a16="http://schemas.microsoft.com/office/drawing/2014/main" id="{6CCC7062-9F86-BB82-DDD4-D8D1B8A6FE9D}"/>
                    </a:ext>
                  </a:extLst>
                </p14:cNvPr>
                <p14:cNvContentPartPr/>
                <p14:nvPr/>
              </p14:nvContentPartPr>
              <p14:xfrm>
                <a:off x="3824357" y="2645027"/>
                <a:ext cx="790200" cy="231120"/>
              </p14:xfrm>
            </p:contentPart>
          </mc:Choice>
          <mc:Fallback xmlns="">
            <p:pic>
              <p:nvPicPr>
                <p:cNvPr id="41" name="Ink 32">
                  <a:extLst>
                    <a:ext uri="{FF2B5EF4-FFF2-40B4-BE49-F238E27FC236}">
                      <a16:creationId xmlns:a16="http://schemas.microsoft.com/office/drawing/2014/main" id="{6CCC7062-9F86-BB82-DDD4-D8D1B8A6FE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08870" y="2629547"/>
                  <a:ext cx="820814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39">
                  <a:extLst>
                    <a:ext uri="{FF2B5EF4-FFF2-40B4-BE49-F238E27FC236}">
                      <a16:creationId xmlns:a16="http://schemas.microsoft.com/office/drawing/2014/main" id="{BB568CFD-2711-670D-6DF6-0A6BE6FF063E}"/>
                    </a:ext>
                  </a:extLst>
                </p14:cNvPr>
                <p14:cNvContentPartPr/>
                <p14:nvPr/>
              </p14:nvContentPartPr>
              <p14:xfrm>
                <a:off x="3627844" y="3292629"/>
                <a:ext cx="109080" cy="201600"/>
              </p14:xfrm>
            </p:contentPart>
          </mc:Choice>
          <mc:Fallback xmlns="">
            <p:pic>
              <p:nvPicPr>
                <p:cNvPr id="42" name="Ink 39">
                  <a:extLst>
                    <a:ext uri="{FF2B5EF4-FFF2-40B4-BE49-F238E27FC236}">
                      <a16:creationId xmlns:a16="http://schemas.microsoft.com/office/drawing/2014/main" id="{BB568CFD-2711-670D-6DF6-0A6BE6FF06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12313" y="3277121"/>
                  <a:ext cx="139781" cy="232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39">
                  <a:extLst>
                    <a:ext uri="{FF2B5EF4-FFF2-40B4-BE49-F238E27FC236}">
                      <a16:creationId xmlns:a16="http://schemas.microsoft.com/office/drawing/2014/main" id="{15662578-96BF-F768-5390-0E1935EDBB2F}"/>
                    </a:ext>
                  </a:extLst>
                </p14:cNvPr>
                <p14:cNvContentPartPr/>
                <p14:nvPr/>
              </p14:nvContentPartPr>
              <p14:xfrm>
                <a:off x="3819364" y="3107949"/>
                <a:ext cx="115920" cy="14040"/>
              </p14:xfrm>
            </p:contentPart>
          </mc:Choice>
          <mc:Fallback xmlns="">
            <p:pic>
              <p:nvPicPr>
                <p:cNvPr id="43" name="Ink 39">
                  <a:extLst>
                    <a:ext uri="{FF2B5EF4-FFF2-40B4-BE49-F238E27FC236}">
                      <a16:creationId xmlns:a16="http://schemas.microsoft.com/office/drawing/2014/main" id="{15662578-96BF-F768-5390-0E1935EDBB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3884" y="3092469"/>
                  <a:ext cx="1465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6C184D-CAFC-2704-AA54-434FDDD38209}"/>
              </a:ext>
            </a:extLst>
          </p:cNvPr>
          <p:cNvGrpSpPr/>
          <p:nvPr/>
        </p:nvGrpSpPr>
        <p:grpSpPr>
          <a:xfrm>
            <a:off x="4867666" y="2946668"/>
            <a:ext cx="1833731" cy="523220"/>
            <a:chOff x="1884827" y="2807470"/>
            <a:chExt cx="2140746" cy="52322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D0D5132-9863-CDB6-8F6F-455417BEBC86}"/>
                </a:ext>
              </a:extLst>
            </p:cNvPr>
            <p:cNvSpPr txBox="1"/>
            <p:nvPr/>
          </p:nvSpPr>
          <p:spPr>
            <a:xfrm>
              <a:off x="1884827" y="2807470"/>
              <a:ext cx="1869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/>
                <a:t>Compile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2AE75DE-9301-BA03-9843-61F4DAC83682}"/>
                </a:ext>
              </a:extLst>
            </p:cNvPr>
            <p:cNvCxnSpPr>
              <a:cxnSpLocks/>
            </p:cNvCxnSpPr>
            <p:nvPr/>
          </p:nvCxnSpPr>
          <p:spPr>
            <a:xfrm>
              <a:off x="1890584" y="3323584"/>
              <a:ext cx="213498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Brace 48">
            <a:extLst>
              <a:ext uri="{FF2B5EF4-FFF2-40B4-BE49-F238E27FC236}">
                <a16:creationId xmlns:a16="http://schemas.microsoft.com/office/drawing/2014/main" id="{E6D3FD7E-27AF-7868-6218-662FA50DD1A9}"/>
              </a:ext>
            </a:extLst>
          </p:cNvPr>
          <p:cNvSpPr/>
          <p:nvPr/>
        </p:nvSpPr>
        <p:spPr>
          <a:xfrm rot="5400000">
            <a:off x="4485628" y="1578329"/>
            <a:ext cx="340659" cy="5354348"/>
          </a:xfrm>
          <a:prstGeom prst="rightBrace">
            <a:avLst>
              <a:gd name="adj1" fmla="val 723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5604F3-607A-5664-6848-C36F04BBA44B}"/>
                  </a:ext>
                </a:extLst>
              </p:cNvPr>
              <p:cNvSpPr txBox="1"/>
              <p:nvPr/>
            </p:nvSpPr>
            <p:spPr>
              <a:xfrm>
                <a:off x="1978783" y="4452421"/>
                <a:ext cx="578511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/>
                  <a:t>Translation phase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800"/>
                  <a:t>lots of code &amp; bugs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/>
                  <a:t>)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800" b="1"/>
                  <a:t>automatic</a:t>
                </a:r>
                <a:r>
                  <a:rPr lang="en-US" sz="2800"/>
                  <a:t> formal verification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/>
                  <a:t>already being used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800" b="1">
                    <a:solidFill>
                      <a:schemeClr val="accent1"/>
                    </a:solidFill>
                  </a:rPr>
                  <a:t>static analysis </a:t>
                </a:r>
                <a:r>
                  <a:rPr lang="en-US" sz="2800"/>
                  <a:t>+ </a:t>
                </a:r>
                <a:r>
                  <a:rPr lang="en-US" sz="2800" b="1">
                    <a:solidFill>
                      <a:schemeClr val="accent3"/>
                    </a:solidFill>
                  </a:rPr>
                  <a:t>SMT for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endParaRPr lang="en-US" sz="2800" b="1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5604F3-607A-5664-6848-C36F04BBA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783" y="4452421"/>
                <a:ext cx="5785113" cy="2246769"/>
              </a:xfrm>
              <a:prstGeom prst="rect">
                <a:avLst/>
              </a:prstGeom>
              <a:blipFill>
                <a:blip r:embed="rId52"/>
                <a:stretch>
                  <a:fillRect l="-2213" t="-2439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Explosion: 14 Points 54">
            <a:extLst>
              <a:ext uri="{FF2B5EF4-FFF2-40B4-BE49-F238E27FC236}">
                <a16:creationId xmlns:a16="http://schemas.microsoft.com/office/drawing/2014/main" id="{02A30573-AA63-5BF5-A4E0-94EB94CB20CD}"/>
              </a:ext>
            </a:extLst>
          </p:cNvPr>
          <p:cNvSpPr/>
          <p:nvPr/>
        </p:nvSpPr>
        <p:spPr>
          <a:xfrm>
            <a:off x="7450267" y="3383739"/>
            <a:ext cx="1664762" cy="1257524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bug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1812937-9C73-BDD7-B4D4-83C18612ED50}"/>
              </a:ext>
            </a:extLst>
          </p:cNvPr>
          <p:cNvSpPr/>
          <p:nvPr/>
        </p:nvSpPr>
        <p:spPr>
          <a:xfrm>
            <a:off x="8905023" y="5973729"/>
            <a:ext cx="1854741" cy="76524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Thank you!</a:t>
            </a:r>
          </a:p>
        </p:txBody>
      </p: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C5F47E76-944F-CC79-9CEA-754052620CAB}"/>
              </a:ext>
            </a:extLst>
          </p:cNvPr>
          <p:cNvSpPr/>
          <p:nvPr/>
        </p:nvSpPr>
        <p:spPr>
          <a:xfrm>
            <a:off x="9603143" y="3330932"/>
            <a:ext cx="2921027" cy="2030997"/>
          </a:xfrm>
          <a:prstGeom prst="irregularSeal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covert</a:t>
            </a:r>
          </a:p>
          <a:p>
            <a:pPr algn="ctr"/>
            <a:r>
              <a:rPr lang="en-US" sz="2400" b="1">
                <a:solidFill>
                  <a:srgbClr val="C00000"/>
                </a:solidFill>
              </a:rPr>
              <a:t>money printing</a:t>
            </a:r>
          </a:p>
        </p:txBody>
      </p:sp>
    </p:spTree>
    <p:extLst>
      <p:ext uri="{BB962C8B-B14F-4D97-AF65-F5344CB8AC3E}">
        <p14:creationId xmlns:p14="http://schemas.microsoft.com/office/powerpoint/2010/main" val="141719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5" grpId="0" animBg="1"/>
      <p:bldP spid="56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18DA4-67B9-FDD9-73DC-82C9D344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E1DD8-D2E5-B3C9-E623-55D6A758AE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3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1481-A5E7-F5EF-0214-E486A507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71B3-7C31-C270-8600-DCD783082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19" y="134644"/>
            <a:ext cx="10515600" cy="1325563"/>
          </a:xfrm>
        </p:spPr>
        <p:txBody>
          <a:bodyPr/>
          <a:lstStyle/>
          <a:p>
            <a:r>
              <a:rPr lang="en-US"/>
              <a:t>Tooling Landscape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5F9A-5E38-C374-1F38-535BF161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68B27-0179-9A35-8DE8-58DAC615C766}"/>
              </a:ext>
            </a:extLst>
          </p:cNvPr>
          <p:cNvSpPr txBox="1"/>
          <p:nvPr/>
        </p:nvSpPr>
        <p:spPr>
          <a:xfrm>
            <a:off x="734719" y="1198597"/>
            <a:ext cx="38457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Automated Verifiers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83770D-5DB2-8282-8435-F0FD8FB73FCD}"/>
                  </a:ext>
                </a:extLst>
              </p:cNvPr>
              <p:cNvSpPr txBox="1"/>
              <p:nvPr/>
            </p:nvSpPr>
            <p:spPr>
              <a:xfrm>
                <a:off x="734719" y="3668042"/>
                <a:ext cx="3845798" cy="55643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/>
                  <a:t>SMT solvers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83770D-5DB2-8282-8435-F0FD8FB73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19" y="3668042"/>
                <a:ext cx="3845798" cy="556434"/>
              </a:xfrm>
              <a:prstGeom prst="rect">
                <a:avLst/>
              </a:prstGeom>
              <a:blipFill>
                <a:blip r:embed="rId3"/>
                <a:stretch>
                  <a:fillRect l="-3333" t="-10989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Content Placeholder 6">
                <a:extLst>
                  <a:ext uri="{FF2B5EF4-FFF2-40B4-BE49-F238E27FC236}">
                    <a16:creationId xmlns:a16="http://schemas.microsoft.com/office/drawing/2014/main" id="{BBF60A37-A29F-1590-7675-04E92F0AF01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322101" y="4139258"/>
              <a:ext cx="9547799" cy="22869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99668">
                      <a:extLst>
                        <a:ext uri="{9D8B030D-6E8A-4147-A177-3AD203B41FA5}">
                          <a16:colId xmlns:a16="http://schemas.microsoft.com/office/drawing/2014/main" val="4002466632"/>
                        </a:ext>
                      </a:extLst>
                    </a:gridCol>
                    <a:gridCol w="1373452">
                      <a:extLst>
                        <a:ext uri="{9D8B030D-6E8A-4147-A177-3AD203B41FA5}">
                          <a16:colId xmlns:a16="http://schemas.microsoft.com/office/drawing/2014/main" val="1079903246"/>
                        </a:ext>
                      </a:extLst>
                    </a:gridCol>
                    <a:gridCol w="4185593">
                      <a:extLst>
                        <a:ext uri="{9D8B030D-6E8A-4147-A177-3AD203B41FA5}">
                          <a16:colId xmlns:a16="http://schemas.microsoft.com/office/drawing/2014/main" val="3304542283"/>
                        </a:ext>
                      </a:extLst>
                    </a:gridCol>
                    <a:gridCol w="1989086">
                      <a:extLst>
                        <a:ext uri="{9D8B030D-6E8A-4147-A177-3AD203B41FA5}">
                          <a16:colId xmlns:a16="http://schemas.microsoft.com/office/drawing/2014/main" val="157889903"/>
                        </a:ext>
                      </a:extLst>
                    </a:gridCol>
                  </a:tblGrid>
                  <a:tr h="368214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Solver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/>
                            <a:t>Domain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Core idea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Published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5420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cvc5</a:t>
                          </a:r>
                          <a:endParaRPr lang="en-US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err="1"/>
                            <a:t>Gröbner</a:t>
                          </a:r>
                          <a:r>
                            <a:rPr lang="en-US"/>
                            <a:t> bases + search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98396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cvc5 (</a:t>
                          </a:r>
                          <a:r>
                            <a:rPr lang="en-US" err="1"/>
                            <a:t>bitsplit</a:t>
                          </a:r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split </a:t>
                          </a:r>
                          <a:r>
                            <a:rPr lang="en-US" err="1"/>
                            <a:t>Gröbner</a:t>
                          </a:r>
                          <a:r>
                            <a:rPr lang="en-US"/>
                            <a:t> bases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5436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cvc5 (</a:t>
                          </a:r>
                          <a:r>
                            <a:rPr lang="en-US" err="1"/>
                            <a:t>multimod</a:t>
                          </a:r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dirty="0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b="0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dirty="0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b="0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cross-ring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988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YICES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model-constructing 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IJCAR’24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5456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z3</a:t>
                          </a:r>
                          <a:endParaRPr lang="en-US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ℤ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simplex, S-polynomials, …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TACAS’08, CAV’24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29307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Content Placeholder 6">
                <a:extLst>
                  <a:ext uri="{FF2B5EF4-FFF2-40B4-BE49-F238E27FC236}">
                    <a16:creationId xmlns:a16="http://schemas.microsoft.com/office/drawing/2014/main" id="{BBF60A37-A29F-1590-7675-04E92F0AF01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322101" y="4139258"/>
              <a:ext cx="9547799" cy="22869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99668">
                      <a:extLst>
                        <a:ext uri="{9D8B030D-6E8A-4147-A177-3AD203B41FA5}">
                          <a16:colId xmlns:a16="http://schemas.microsoft.com/office/drawing/2014/main" val="4002466632"/>
                        </a:ext>
                      </a:extLst>
                    </a:gridCol>
                    <a:gridCol w="1373452">
                      <a:extLst>
                        <a:ext uri="{9D8B030D-6E8A-4147-A177-3AD203B41FA5}">
                          <a16:colId xmlns:a16="http://schemas.microsoft.com/office/drawing/2014/main" val="1079903246"/>
                        </a:ext>
                      </a:extLst>
                    </a:gridCol>
                    <a:gridCol w="4185593">
                      <a:extLst>
                        <a:ext uri="{9D8B030D-6E8A-4147-A177-3AD203B41FA5}">
                          <a16:colId xmlns:a16="http://schemas.microsoft.com/office/drawing/2014/main" val="3304542283"/>
                        </a:ext>
                      </a:extLst>
                    </a:gridCol>
                    <a:gridCol w="1989086">
                      <a:extLst>
                        <a:ext uri="{9D8B030D-6E8A-4147-A177-3AD203B41FA5}">
                          <a16:colId xmlns:a16="http://schemas.microsoft.com/office/drawing/2014/main" val="157889903"/>
                        </a:ext>
                      </a:extLst>
                    </a:gridCol>
                  </a:tblGrid>
                  <a:tr h="368214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Solver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/>
                            <a:t>Domain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Core idea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Published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5420749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cvc5</a:t>
                          </a:r>
                          <a:endParaRPr lang="en-US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45133" t="-104762" r="-449558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err="1"/>
                            <a:t>Gröbner</a:t>
                          </a:r>
                          <a:r>
                            <a:rPr lang="en-US"/>
                            <a:t> bases + search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9839699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cvc5 (</a:t>
                          </a:r>
                          <a:r>
                            <a:rPr lang="en-US" err="1"/>
                            <a:t>bitsplit</a:t>
                          </a:r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5133" t="-201563" r="-449558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split </a:t>
                          </a:r>
                          <a:r>
                            <a:rPr lang="en-US" err="1"/>
                            <a:t>Gröbner</a:t>
                          </a:r>
                          <a:r>
                            <a:rPr lang="en-US"/>
                            <a:t> bases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5436033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cvc5 (</a:t>
                          </a:r>
                          <a:r>
                            <a:rPr lang="en-US" err="1"/>
                            <a:t>multimod</a:t>
                          </a:r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5133" t="-306349" r="-449558" b="-2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cross-ring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CAV’25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988471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YICES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5133" t="-400000" r="-449558" b="-1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model-constructing 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IJCAR’24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5456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z3</a:t>
                          </a:r>
                          <a:endParaRPr lang="en-US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133" t="-524590" r="-44955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simplex, S-polynomials, …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TACAS’08, CAV’24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29307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169B0471-CE13-0791-803C-8B9051B265D2}"/>
              </a:ext>
            </a:extLst>
          </p:cNvPr>
          <p:cNvGraphicFramePr>
            <a:graphicFrameLocks/>
          </p:cNvGraphicFramePr>
          <p:nvPr/>
        </p:nvGraphicFramePr>
        <p:xfrm>
          <a:off x="1322101" y="1634936"/>
          <a:ext cx="9597955" cy="184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111">
                  <a:extLst>
                    <a:ext uri="{9D8B030D-6E8A-4147-A177-3AD203B41FA5}">
                      <a16:colId xmlns:a16="http://schemas.microsoft.com/office/drawing/2014/main" val="4002466632"/>
                    </a:ext>
                  </a:extLst>
                </a:gridCol>
                <a:gridCol w="3442447">
                  <a:extLst>
                    <a:ext uri="{9D8B030D-6E8A-4147-A177-3AD203B41FA5}">
                      <a16:colId xmlns:a16="http://schemas.microsoft.com/office/drawing/2014/main" val="1079903246"/>
                    </a:ext>
                  </a:extLst>
                </a:gridCol>
                <a:gridCol w="3259521">
                  <a:extLst>
                    <a:ext uri="{9D8B030D-6E8A-4147-A177-3AD203B41FA5}">
                      <a16:colId xmlns:a16="http://schemas.microsoft.com/office/drawing/2014/main" val="3304542283"/>
                    </a:ext>
                  </a:extLst>
                </a:gridCol>
                <a:gridCol w="1985876">
                  <a:extLst>
                    <a:ext uri="{9D8B030D-6E8A-4147-A177-3AD203B41FA5}">
                      <a16:colId xmlns:a16="http://schemas.microsoft.com/office/drawing/2014/main" val="2904584534"/>
                    </a:ext>
                  </a:extLst>
                </a:gridCol>
              </a:tblGrid>
              <a:tr h="332369">
                <a:tc>
                  <a:txBody>
                    <a:bodyPr/>
                    <a:lstStyle/>
                    <a:p>
                      <a:r>
                        <a:rPr lang="en-US"/>
                        <a:t>Tool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Circuit Languages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Specification checked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Novel, real bugs?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42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Zequal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Circom</a:t>
                      </a:r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 correctness (FC)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✔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9839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Picus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Circom</a:t>
                      </a:r>
                      <a:r>
                        <a:rPr lang="en-US"/>
                        <a:t>, Halo2, Plonky3, Gnark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determinism, limited 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43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Circom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determinism, limited 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988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AC4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Circom</a:t>
                      </a:r>
                      <a:r>
                        <a:rPr lang="en-US"/>
                        <a:t>, Halo2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determinism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30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854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5C474-757F-B022-FED1-FF5D14CD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reasoning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38D686F-0251-B8EB-1BEC-3238EB4ED0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698131" y="1875046"/>
                <a:ext cx="5678479" cy="3650615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One option: incrementality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𝒐𝒖𝒕</m:t>
                    </m:r>
                  </m:oMath>
                </a14:m>
                <a:endParaRPr lang="en-US" b="1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𝒐𝒖𝒕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endParaRPr lang="en-US" b="0"/>
              </a:p>
              <a:p>
                <a:pPr marL="0" indent="0">
                  <a:buNone/>
                </a:pPr>
                <a:r>
                  <a:rPr lang="en-US"/>
                  <a:t>Q: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𝒐𝒖𝒕</m:t>
                    </m:r>
                  </m:oMath>
                </a14:m>
                <a:r>
                  <a:rPr lang="en-US"/>
                  <a:t> deterministic?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38D686F-0251-B8EB-1BEC-3238EB4ED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698131" y="1875046"/>
                <a:ext cx="5678479" cy="3650615"/>
              </a:xfrm>
              <a:blipFill>
                <a:blip r:embed="rId3"/>
                <a:stretch>
                  <a:fillRect l="-2256" t="-2843" b="-20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2B8E5-0752-F99C-158D-E67232EF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19</a:t>
            </a:fld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3AFBB59-5728-13F6-1038-85969F0E9726}"/>
              </a:ext>
            </a:extLst>
          </p:cNvPr>
          <p:cNvGrpSpPr/>
          <p:nvPr/>
        </p:nvGrpSpPr>
        <p:grpSpPr>
          <a:xfrm>
            <a:off x="7053341" y="2726760"/>
            <a:ext cx="2114220" cy="623325"/>
            <a:chOff x="4122289" y="2483095"/>
            <a:chExt cx="1418875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4E6B8CF-3400-5A6B-2EE8-AA2791A12F2B}"/>
                    </a:ext>
                  </a:extLst>
                </p14:cNvPr>
                <p14:cNvContentPartPr/>
                <p14:nvPr/>
              </p14:nvContentPartPr>
              <p14:xfrm>
                <a:off x="4122289" y="2608168"/>
                <a:ext cx="119520" cy="281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4E6B8CF-3400-5A6B-2EE8-AA2791A12F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11885" y="2597786"/>
                  <a:ext cx="140085" cy="3020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DCA069-5C5B-4861-3579-F697EF167C33}"/>
                    </a:ext>
                  </a:extLst>
                </p14:cNvPr>
                <p14:cNvContentPartPr/>
                <p14:nvPr/>
              </p14:nvContentPartPr>
              <p14:xfrm>
                <a:off x="4306605" y="2497855"/>
                <a:ext cx="73800" cy="12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0DCA069-5C5B-4861-3579-F697EF167C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96200" y="2487458"/>
                  <a:ext cx="94367" cy="150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52B00F-A77A-5D54-8F3A-1F6712F33047}"/>
                    </a:ext>
                  </a:extLst>
                </p14:cNvPr>
                <p14:cNvContentPartPr/>
                <p14:nvPr/>
              </p14:nvContentPartPr>
              <p14:xfrm>
                <a:off x="4529805" y="2483095"/>
                <a:ext cx="453960" cy="418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52B00F-A77A-5D54-8F3A-1F6712F330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19411" y="2472703"/>
                  <a:ext cx="474507" cy="438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6C29F9-DEFB-545F-6582-280AC67C5253}"/>
                    </a:ext>
                  </a:extLst>
                </p14:cNvPr>
                <p14:cNvContentPartPr/>
                <p14:nvPr/>
              </p14:nvContentPartPr>
              <p14:xfrm>
                <a:off x="4899644" y="2708455"/>
                <a:ext cx="641520" cy="185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6C29F9-DEFB-545F-6582-280AC67C52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89254" y="2698061"/>
                  <a:ext cx="662058" cy="2059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5B57DA-2040-3323-7677-F2515AAED081}"/>
                    </a:ext>
                  </a:extLst>
                </p14:cNvPr>
                <p14:cNvContentPartPr/>
                <p14:nvPr/>
              </p14:nvContentPartPr>
              <p14:xfrm>
                <a:off x="5403885" y="2492815"/>
                <a:ext cx="114120" cy="126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5B57DA-2040-3323-7677-F2515AAED0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93510" y="2482456"/>
                  <a:ext cx="134628" cy="1471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68184F-AC35-1819-5F4D-5FBC5C75D299}"/>
                    </a:ext>
                  </a:extLst>
                </p14:cNvPr>
                <p14:cNvContentPartPr/>
                <p14:nvPr/>
              </p14:nvContentPartPr>
              <p14:xfrm>
                <a:off x="5119943" y="2515629"/>
                <a:ext cx="86040" cy="96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68184F-AC35-1819-5F4D-5FBC5C75D2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09551" y="2505257"/>
                  <a:ext cx="106583" cy="11698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5CA68FE-1BCD-A49A-5D6B-EDA2C0D3D28D}"/>
              </a:ext>
            </a:extLst>
          </p:cNvPr>
          <p:cNvSpPr txBox="1"/>
          <p:nvPr/>
        </p:nvSpPr>
        <p:spPr>
          <a:xfrm>
            <a:off x="1753069" y="5710019"/>
            <a:ext cx="868586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Modularity lets us: </a:t>
            </a:r>
            <a:r>
              <a:rPr lang="en-US" sz="2800" b="1"/>
              <a:t>simplify</a:t>
            </a:r>
            <a:r>
              <a:rPr lang="en-US" sz="2800"/>
              <a:t>, </a:t>
            </a:r>
            <a:r>
              <a:rPr lang="en-US" sz="2800" b="1"/>
              <a:t>parallelize</a:t>
            </a:r>
            <a:r>
              <a:rPr lang="en-US" sz="2800"/>
              <a:t>, and </a:t>
            </a:r>
            <a:r>
              <a:rPr lang="en-US" sz="2800" b="1"/>
              <a:t>diversify</a:t>
            </a:r>
            <a:r>
              <a:rPr lang="en-US" sz="280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EB35B5-2A0B-849E-3505-376CC9730562}"/>
              </a:ext>
            </a:extLst>
          </p:cNvPr>
          <p:cNvGrpSpPr/>
          <p:nvPr/>
        </p:nvGrpSpPr>
        <p:grpSpPr>
          <a:xfrm>
            <a:off x="7109707" y="3557684"/>
            <a:ext cx="2369744" cy="925600"/>
            <a:chOff x="7109707" y="3557684"/>
            <a:chExt cx="2369744" cy="9256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1A8064C-2A40-D870-5D0D-104FF628A03D}"/>
                </a:ext>
              </a:extLst>
            </p:cNvPr>
            <p:cNvGrpSpPr/>
            <p:nvPr/>
          </p:nvGrpSpPr>
          <p:grpSpPr>
            <a:xfrm>
              <a:off x="7109707" y="3557684"/>
              <a:ext cx="2369744" cy="925600"/>
              <a:chOff x="3479760" y="2908209"/>
              <a:chExt cx="1590360" cy="6211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9CE42E2E-C408-F9CD-9887-4AEFF8AEB39C}"/>
                      </a:ext>
                    </a:extLst>
                  </p14:cNvPr>
                  <p14:cNvContentPartPr/>
                  <p14:nvPr/>
                </p14:nvContentPartPr>
                <p14:xfrm>
                  <a:off x="3769320" y="3110181"/>
                  <a:ext cx="137160" cy="12168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9CE42E2E-C408-F9CD-9887-4AEFF8AEB39C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3758918" y="3099779"/>
                    <a:ext cx="157722" cy="1422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674801A7-0A08-5AF6-311E-E67EF54CC78C}"/>
                      </a:ext>
                    </a:extLst>
                  </p14:cNvPr>
                  <p14:cNvContentPartPr/>
                  <p14:nvPr/>
                </p14:nvContentPartPr>
                <p14:xfrm>
                  <a:off x="3479760" y="2908209"/>
                  <a:ext cx="137160" cy="62118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674801A7-0A08-5AF6-311E-E67EF54CC78C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469358" y="2897828"/>
                    <a:ext cx="157722" cy="641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3570DC4B-DF76-8B82-3B96-D022EB3D0498}"/>
                      </a:ext>
                    </a:extLst>
                  </p14:cNvPr>
                  <p14:cNvContentPartPr/>
                  <p14:nvPr/>
                </p14:nvContentPartPr>
                <p14:xfrm>
                  <a:off x="4058880" y="2961861"/>
                  <a:ext cx="1011240" cy="41832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3570DC4B-DF76-8B82-3B96-D022EB3D049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048490" y="2951469"/>
                    <a:ext cx="1031779" cy="43886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E50A09-E3BE-4FB7-65BF-A181CD1B8568}"/>
                    </a:ext>
                  </a:extLst>
                </p14:cNvPr>
                <p14:cNvContentPartPr/>
                <p14:nvPr/>
              </p14:nvContentPartPr>
              <p14:xfrm>
                <a:off x="8802196" y="3585942"/>
                <a:ext cx="279720" cy="25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E50A09-E3BE-4FB7-65BF-A181CD1B85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86716" y="3570462"/>
                  <a:ext cx="310320" cy="28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68900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9E3D-8EF9-3171-AD99-AD9D2A07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25A0-3DBA-492C-F0FA-A7A024FC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reasoning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6F0305-3003-31EF-FD8F-15F9DAD179D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650615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2a) incrementality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endParaRPr lang="en-US" b="0"/>
              </a:p>
              <a:p>
                <a:pPr marL="0" indent="0">
                  <a:buNone/>
                </a:pPr>
                <a:r>
                  <a:rPr lang="en-US"/>
                  <a:t>Q: Is the output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 deterministic?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6F0305-3003-31EF-FD8F-15F9DAD17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650615"/>
              </a:xfrm>
              <a:blipFill>
                <a:blip r:embed="rId3"/>
                <a:stretch>
                  <a:fillRect l="-2471" t="-2671" b="-1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7174B2-FF13-1A32-05B9-2D1425BFAC2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36506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2b) module summaries</a:t>
                </a:r>
              </a:p>
              <a:p>
                <a:pPr marL="0" indent="0">
                  <a:buNone/>
                </a:pPr>
                <a:endParaRPr lang="en-US">
                  <a:solidFill>
                    <a:schemeClr val="accent3"/>
                  </a:solidFill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7174B2-FF13-1A32-05B9-2D1425BFA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3650615"/>
              </a:xfrm>
              <a:blipFill>
                <a:blip r:embed="rId4"/>
                <a:stretch>
                  <a:fillRect l="-2471" t="-2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F48C4-5874-326E-6BA7-2F35EFB2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DFB8-9872-4341-868E-E5F59EA31F67}" type="slidenum">
              <a:rPr lang="en-US" smtClean="0"/>
              <a:t>20</a:t>
            </a:fld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ABCB03B-B495-18DA-DEF4-F23CF331A2A4}"/>
              </a:ext>
            </a:extLst>
          </p:cNvPr>
          <p:cNvGrpSpPr/>
          <p:nvPr/>
        </p:nvGrpSpPr>
        <p:grpSpPr>
          <a:xfrm>
            <a:off x="3479760" y="3510285"/>
            <a:ext cx="1590360" cy="621180"/>
            <a:chOff x="3479760" y="2908209"/>
            <a:chExt cx="1590360" cy="6211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824EF3-7562-D593-EC4B-06D57139EFAA}"/>
                    </a:ext>
                  </a:extLst>
                </p14:cNvPr>
                <p14:cNvContentPartPr/>
                <p14:nvPr/>
              </p14:nvContentPartPr>
              <p14:xfrm>
                <a:off x="3769320" y="3110181"/>
                <a:ext cx="137160" cy="121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824EF3-7562-D593-EC4B-06D57139EF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53840" y="3094701"/>
                  <a:ext cx="167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4A6B1E-F4CE-2EE2-2346-54BFF7A7C6A0}"/>
                    </a:ext>
                  </a:extLst>
                </p14:cNvPr>
                <p14:cNvContentPartPr/>
                <p14:nvPr/>
              </p14:nvContentPartPr>
              <p14:xfrm>
                <a:off x="3479760" y="2908209"/>
                <a:ext cx="137160" cy="6211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4A6B1E-F4CE-2EE2-2346-54BFF7A7C6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4280" y="2892742"/>
                  <a:ext cx="167760" cy="651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7BCDFE-E8D8-DEA7-4086-07FDCD07C995}"/>
                    </a:ext>
                  </a:extLst>
                </p14:cNvPr>
                <p14:cNvContentPartPr/>
                <p14:nvPr/>
              </p14:nvContentPartPr>
              <p14:xfrm>
                <a:off x="4058880" y="2961861"/>
                <a:ext cx="1011240" cy="41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7BCDFE-E8D8-DEA7-4086-07FDCD07C9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43400" y="2946381"/>
                  <a:ext cx="10418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BA0CB1-BA3A-ED8B-D4F9-5710ABBC955C}"/>
                    </a:ext>
                  </a:extLst>
                </p14:cNvPr>
                <p14:cNvContentPartPr/>
                <p14:nvPr/>
              </p14:nvContentPartPr>
              <p14:xfrm>
                <a:off x="4650960" y="3003981"/>
                <a:ext cx="76680" cy="157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BA0CB1-BA3A-ED8B-D4F9-5710ABBC95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35407" y="2988501"/>
                  <a:ext cx="107424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BD6F61C-00BE-1048-7AF5-E3501ABE3429}"/>
              </a:ext>
            </a:extLst>
          </p:cNvPr>
          <p:cNvGrpSpPr/>
          <p:nvPr/>
        </p:nvGrpSpPr>
        <p:grpSpPr>
          <a:xfrm>
            <a:off x="4167006" y="2954520"/>
            <a:ext cx="1445278" cy="474480"/>
            <a:chOff x="4095886" y="2426935"/>
            <a:chExt cx="1445278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7B7B30-BA1F-1367-9F6E-905C2044BC14}"/>
                    </a:ext>
                  </a:extLst>
                </p14:cNvPr>
                <p14:cNvContentPartPr/>
                <p14:nvPr/>
              </p14:nvContentPartPr>
              <p14:xfrm>
                <a:off x="4095886" y="2426935"/>
                <a:ext cx="119520" cy="281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7B7B30-BA1F-1367-9F6E-905C2044BC1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80406" y="2411475"/>
                  <a:ext cx="150120" cy="3120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F382B35-20C1-8EF6-64ED-FE1D48202E3C}"/>
                    </a:ext>
                  </a:extLst>
                </p14:cNvPr>
                <p14:cNvContentPartPr/>
                <p14:nvPr/>
              </p14:nvContentPartPr>
              <p14:xfrm>
                <a:off x="4306605" y="2497855"/>
                <a:ext cx="73800" cy="12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F382B35-20C1-8EF6-64ED-FE1D48202E3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91125" y="2482375"/>
                  <a:ext cx="104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3EE72B-AD68-EF4F-A96B-7C6EC99B11C2}"/>
                    </a:ext>
                  </a:extLst>
                </p14:cNvPr>
                <p14:cNvContentPartPr/>
                <p14:nvPr/>
              </p14:nvContentPartPr>
              <p14:xfrm>
                <a:off x="4529805" y="2483095"/>
                <a:ext cx="453960" cy="418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3EE72B-AD68-EF4F-A96B-7C6EC99B11C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14325" y="2467615"/>
                  <a:ext cx="4845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20EC2D-7B49-D407-D6DD-5E59A11EC157}"/>
                    </a:ext>
                  </a:extLst>
                </p14:cNvPr>
                <p14:cNvContentPartPr/>
                <p14:nvPr/>
              </p14:nvContentPartPr>
              <p14:xfrm>
                <a:off x="4899644" y="2708455"/>
                <a:ext cx="641520" cy="185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20EC2D-7B49-D407-D6DD-5E59A11EC1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84164" y="2692975"/>
                  <a:ext cx="672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A1F021-24F6-A90A-7635-FEA1EBF1C861}"/>
                    </a:ext>
                  </a:extLst>
                </p14:cNvPr>
                <p14:cNvContentPartPr/>
                <p14:nvPr/>
              </p14:nvContentPartPr>
              <p14:xfrm>
                <a:off x="5403885" y="2492815"/>
                <a:ext cx="114120" cy="126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A1F021-24F6-A90A-7635-FEA1EBF1C8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88454" y="2477379"/>
                  <a:ext cx="144624" cy="157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85B121F-8171-EEFA-1CB9-A5517C8F2042}"/>
                    </a:ext>
                  </a:extLst>
                </p14:cNvPr>
                <p14:cNvContentPartPr/>
                <p14:nvPr/>
              </p14:nvContentPartPr>
              <p14:xfrm>
                <a:off x="5119943" y="2515629"/>
                <a:ext cx="86040" cy="96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85B121F-8171-EEFA-1CB9-A5517C8F20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04463" y="2500207"/>
                  <a:ext cx="116640" cy="1269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71E2E58-3EB8-E1F9-2321-B4904839044E}"/>
              </a:ext>
            </a:extLst>
          </p:cNvPr>
          <p:cNvGrpSpPr/>
          <p:nvPr/>
        </p:nvGrpSpPr>
        <p:grpSpPr>
          <a:xfrm>
            <a:off x="8811058" y="3431762"/>
            <a:ext cx="2484211" cy="804960"/>
            <a:chOff x="8811058" y="3431762"/>
            <a:chExt cx="2484211" cy="80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78F2A1-305D-84E4-93FF-9EAB8B86AE14}"/>
                    </a:ext>
                  </a:extLst>
                </p14:cNvPr>
                <p14:cNvContentPartPr/>
                <p14:nvPr/>
              </p14:nvContentPartPr>
              <p14:xfrm>
                <a:off x="8811058" y="3431762"/>
                <a:ext cx="152280" cy="804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78F2A1-305D-84E4-93FF-9EAB8B86AE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95541" y="3416282"/>
                  <a:ext cx="182953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1880D4-B6D4-F54E-1937-2034B38FD198}"/>
                    </a:ext>
                  </a:extLst>
                </p14:cNvPr>
                <p14:cNvContentPartPr/>
                <p14:nvPr/>
              </p14:nvContentPartPr>
              <p14:xfrm>
                <a:off x="10412676" y="3749011"/>
                <a:ext cx="111749" cy="59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1880D4-B6D4-F54E-1937-2034B38FD1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97175" y="3733500"/>
                  <a:ext cx="142390" cy="905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AC5EA4-08E0-5550-17AF-89CA9B327498}"/>
                    </a:ext>
                  </a:extLst>
                </p14:cNvPr>
                <p14:cNvContentPartPr/>
                <p14:nvPr/>
              </p14:nvContentPartPr>
              <p14:xfrm>
                <a:off x="10639125" y="3606057"/>
                <a:ext cx="230666" cy="380789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AC5EA4-08E0-5550-17AF-89CA9B3274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23651" y="3590581"/>
                  <a:ext cx="261254" cy="4113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240EDCF-D783-A3A8-BCA5-7B4D65A6530C}"/>
                    </a:ext>
                  </a:extLst>
                </p14:cNvPr>
                <p14:cNvContentPartPr/>
                <p14:nvPr/>
              </p14:nvContentPartPr>
              <p14:xfrm>
                <a:off x="10991650" y="3614955"/>
                <a:ext cx="84339" cy="300667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240EDCF-D783-A3A8-BCA5-7B4D65A6530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76152" y="3599453"/>
                  <a:ext cx="114975" cy="3313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6580C3-AC7F-D9AD-5679-6988E11DC674}"/>
                    </a:ext>
                  </a:extLst>
                </p14:cNvPr>
                <p14:cNvContentPartPr/>
                <p14:nvPr/>
              </p14:nvContentPartPr>
              <p14:xfrm>
                <a:off x="11228641" y="3612846"/>
                <a:ext cx="66628" cy="272836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6580C3-AC7F-D9AD-5679-6988E11DC67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13154" y="3597348"/>
                  <a:ext cx="97241" cy="3034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6DDC42-094A-9DAD-1D90-D089F5A6B3A0}"/>
                    </a:ext>
                  </a:extLst>
                </p14:cNvPr>
                <p14:cNvContentPartPr/>
                <p14:nvPr/>
              </p14:nvContentPartPr>
              <p14:xfrm>
                <a:off x="10178204" y="3717848"/>
                <a:ext cx="108797" cy="232775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6DDC42-094A-9DAD-1D90-D089F5A6B3A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62662" y="3702354"/>
                  <a:ext cx="139520" cy="2634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D553C3C-4416-8B92-916E-2067085B3BC6}"/>
                    </a:ext>
                  </a:extLst>
                </p14:cNvPr>
                <p14:cNvContentPartPr/>
                <p14:nvPr/>
              </p14:nvContentPartPr>
              <p14:xfrm>
                <a:off x="11089061" y="3731764"/>
                <a:ext cx="80543" cy="87712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D553C3C-4416-8B92-916E-2067085B3B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073600" y="3716243"/>
                  <a:ext cx="111106" cy="1183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98A5ED-2A62-67A5-FC63-BB9C6233EB54}"/>
                    </a:ext>
                  </a:extLst>
                </p14:cNvPr>
                <p14:cNvContentPartPr/>
                <p14:nvPr/>
              </p14:nvContentPartPr>
              <p14:xfrm>
                <a:off x="11085688" y="3727969"/>
                <a:ext cx="56085" cy="98255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98A5ED-2A62-67A5-FC63-BB9C6233EB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70229" y="3712493"/>
                  <a:ext cx="86644" cy="128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7C3302-A2E4-7621-DD14-57836D733240}"/>
                    </a:ext>
                  </a:extLst>
                </p14:cNvPr>
                <p14:cNvContentPartPr/>
                <p14:nvPr/>
              </p14:nvContentPartPr>
              <p14:xfrm>
                <a:off x="9021869" y="3650282"/>
                <a:ext cx="945000" cy="202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7C3302-A2E4-7621-DD14-57836D7332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06389" y="3634829"/>
                  <a:ext cx="975600" cy="2328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6E249EE-C870-2F76-96E4-ED664D2D1388}"/>
              </a:ext>
            </a:extLst>
          </p:cNvPr>
          <p:cNvGrpSpPr/>
          <p:nvPr/>
        </p:nvGrpSpPr>
        <p:grpSpPr>
          <a:xfrm>
            <a:off x="9668429" y="4168682"/>
            <a:ext cx="1895400" cy="556920"/>
            <a:chOff x="9668429" y="4168682"/>
            <a:chExt cx="189540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66F963-64FC-A774-88CB-16C20FCD6284}"/>
                    </a:ext>
                  </a:extLst>
                </p14:cNvPr>
                <p14:cNvContentPartPr/>
                <p14:nvPr/>
              </p14:nvContentPartPr>
              <p14:xfrm>
                <a:off x="9668429" y="4388642"/>
                <a:ext cx="319320" cy="11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66F963-64FC-A774-88CB-16C20FCD62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52949" y="4373113"/>
                  <a:ext cx="349920" cy="144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F940EF7-E84F-777E-0C4D-819C083DE506}"/>
                    </a:ext>
                  </a:extLst>
                </p14:cNvPr>
                <p14:cNvContentPartPr/>
                <p14:nvPr/>
              </p14:nvContentPartPr>
              <p14:xfrm>
                <a:off x="10407509" y="4168682"/>
                <a:ext cx="357840" cy="548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F940EF7-E84F-777E-0C4D-819C083DE50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92029" y="4153202"/>
                  <a:ext cx="3884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6D80F54-CA01-8602-20C9-F9AC764197DB}"/>
                    </a:ext>
                  </a:extLst>
                </p14:cNvPr>
                <p14:cNvContentPartPr/>
                <p14:nvPr/>
              </p14:nvContentPartPr>
              <p14:xfrm>
                <a:off x="10872269" y="4236722"/>
                <a:ext cx="12240" cy="17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6D80F54-CA01-8602-20C9-F9AC764197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56789" y="4221210"/>
                  <a:ext cx="42840" cy="2052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1D142EF-7382-A1D8-E9B4-997DA3CF02D0}"/>
                    </a:ext>
                  </a:extLst>
                </p14:cNvPr>
                <p14:cNvContentPartPr/>
                <p14:nvPr/>
              </p14:nvContentPartPr>
              <p14:xfrm>
                <a:off x="11356469" y="4207526"/>
                <a:ext cx="207360" cy="159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1D142EF-7382-A1D8-E9B4-997DA3CF02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340962" y="4192046"/>
                  <a:ext cx="238013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D589E48-F54F-69AF-B509-B405B73C1B26}"/>
                    </a:ext>
                  </a:extLst>
                </p14:cNvPr>
                <p14:cNvContentPartPr/>
                <p14:nvPr/>
              </p14:nvContentPartPr>
              <p14:xfrm>
                <a:off x="10830509" y="4555682"/>
                <a:ext cx="128520" cy="161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D589E48-F54F-69AF-B509-B405B73C1B2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15029" y="4540202"/>
                  <a:ext cx="159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152337-E40A-55AE-E405-F6879DF30F14}"/>
                    </a:ext>
                  </a:extLst>
                </p14:cNvPr>
                <p14:cNvContentPartPr/>
                <p14:nvPr/>
              </p14:nvContentPartPr>
              <p14:xfrm>
                <a:off x="11164949" y="4582322"/>
                <a:ext cx="398880" cy="143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152337-E40A-55AE-E405-F6879DF30F1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49469" y="4566803"/>
                  <a:ext cx="429480" cy="173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31DAD60-C062-8317-2602-0BF33A2A00A8}"/>
                    </a:ext>
                  </a:extLst>
                </p14:cNvPr>
                <p14:cNvContentPartPr/>
                <p14:nvPr/>
              </p14:nvContentPartPr>
              <p14:xfrm>
                <a:off x="10875149" y="4564682"/>
                <a:ext cx="42120" cy="144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31DAD60-C062-8317-2602-0BF33A2A00A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59669" y="4549202"/>
                  <a:ext cx="72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FA23F5C-30CF-72C7-1046-4D57B25F0450}"/>
                    </a:ext>
                  </a:extLst>
                </p14:cNvPr>
                <p14:cNvContentPartPr/>
                <p14:nvPr/>
              </p14:nvContentPartPr>
              <p14:xfrm>
                <a:off x="11164229" y="4257926"/>
                <a:ext cx="86760" cy="141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FA23F5C-30CF-72C7-1046-4D57B25F04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48749" y="4242407"/>
                  <a:ext cx="117360" cy="172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5208D87-81E2-6B5B-A3B0-B32644414B57}"/>
                    </a:ext>
                  </a:extLst>
                </p14:cNvPr>
                <p14:cNvContentPartPr/>
                <p14:nvPr/>
              </p14:nvContentPartPr>
              <p14:xfrm>
                <a:off x="10154429" y="4391882"/>
                <a:ext cx="101520" cy="257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5208D87-81E2-6B5B-A3B0-B32644414B5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38894" y="4376424"/>
                  <a:ext cx="132229" cy="28831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4D008B2B-DC7C-D232-50E8-E14286C60F31}"/>
              </a:ext>
            </a:extLst>
          </p:cNvPr>
          <p:cNvSpPr txBox="1"/>
          <p:nvPr/>
        </p:nvSpPr>
        <p:spPr>
          <a:xfrm>
            <a:off x="1861821" y="5710019"/>
            <a:ext cx="846835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Modularity lets us: simplify, parallelize, and diversify.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5A93BF-44C1-99A4-598E-DA7D0C7B4E20}"/>
                  </a:ext>
                </a:extLst>
              </p14:cNvPr>
              <p14:cNvContentPartPr/>
              <p14:nvPr/>
            </p14:nvContentPartPr>
            <p14:xfrm>
              <a:off x="6391551" y="3351039"/>
              <a:ext cx="1828440" cy="1145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5A93BF-44C1-99A4-598E-DA7D0C7B4E2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376071" y="3335559"/>
                <a:ext cx="1859040" cy="11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67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4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eb1fda-eaed-4037-bc9e-ce650fe1b77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2679E34AED514B94043EE59B6C3487" ma:contentTypeVersion="5" ma:contentTypeDescription="Create a new document." ma:contentTypeScope="" ma:versionID="b3ad4d1bc5c4f59bf118984194d43cde">
  <xsd:schema xmlns:xsd="http://www.w3.org/2001/XMLSchema" xmlns:xs="http://www.w3.org/2001/XMLSchema" xmlns:p="http://schemas.microsoft.com/office/2006/metadata/properties" xmlns:ns3="55eb1fda-eaed-4037-bc9e-ce650fe1b776" targetNamespace="http://schemas.microsoft.com/office/2006/metadata/properties" ma:root="true" ma:fieldsID="e11dc5fefd2ae52fbf1fb739639bee53" ns3:_="">
    <xsd:import namespace="55eb1fda-eaed-4037-bc9e-ce650fe1b7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b1fda-eaed-4037-bc9e-ce650fe1b7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AD793A-87C1-4BFC-A2A7-DDF840D75D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563E97-7303-4ADA-8130-0F7E2A151EF2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55eb1fda-eaed-4037-bc9e-ce650fe1b776"/>
  </ds:schemaRefs>
</ds:datastoreItem>
</file>

<file path=customXml/itemProps3.xml><?xml version="1.0" encoding="utf-8"?>
<ds:datastoreItem xmlns:ds="http://schemas.openxmlformats.org/officeDocument/2006/customXml" ds:itemID="{28A5838D-391C-4349-B900-7DCC6452D7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b1fda-eaed-4037-bc9e-ce650fe1b7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3552</Words>
  <Application>Microsoft Office PowerPoint</Application>
  <PresentationFormat>Widescreen</PresentationFormat>
  <Paragraphs>462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Aptos Display</vt:lpstr>
      <vt:lpstr>Courier New</vt:lpstr>
      <vt:lpstr>Aptos</vt:lpstr>
      <vt:lpstr>Office Theme</vt:lpstr>
      <vt:lpstr>Formally Verifying Circuits for Zero Knowledge Proofs (ZKPs)</vt:lpstr>
      <vt:lpstr>Zero Knowledge Proofs (ZKPs) are useful</vt:lpstr>
      <vt:lpstr>ZKPs are low-level; they need a stack</vt:lpstr>
      <vt:lpstr>ZKP bugs are unusually dangerous</vt:lpstr>
      <vt:lpstr>Where are the bugs?</vt:lpstr>
      <vt:lpstr>Automated verification is already essential</vt:lpstr>
      <vt:lpstr>Example: bit decomposition</vt:lpstr>
      <vt:lpstr>Example: bit decomposition</vt:lpstr>
      <vt:lpstr>Non-determinism is a key challenge</vt:lpstr>
      <vt:lpstr>A formal verification problem</vt:lpstr>
      <vt:lpstr>Technique 1: relaxation</vt:lpstr>
      <vt:lpstr>Technique 2: SMT solving for Z_p</vt:lpstr>
      <vt:lpstr>Technique 3: static analysis</vt:lpstr>
      <vt:lpstr>Technique 4: modular reasoning</vt:lpstr>
      <vt:lpstr>The road ahead</vt:lpstr>
      <vt:lpstr>Formally Verifying Circuits for ZKPs</vt:lpstr>
      <vt:lpstr>PowerPoint Presentation</vt:lpstr>
      <vt:lpstr>Tooling Landscape</vt:lpstr>
      <vt:lpstr>Modular reasoning</vt:lpstr>
      <vt:lpstr>Modular reasoning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Programmable Cryptography: The Full Stack</dc:title>
  <dc:creator>Alex Antonio Ozdemir</dc:creator>
  <cp:lastModifiedBy>Ozdemir, Alexander A</cp:lastModifiedBy>
  <cp:revision>3</cp:revision>
  <cp:lastPrinted>2025-01-29T22:31:11Z</cp:lastPrinted>
  <dcterms:created xsi:type="dcterms:W3CDTF">2025-01-01T01:00:11Z</dcterms:created>
  <dcterms:modified xsi:type="dcterms:W3CDTF">2026-03-08T04:23:26Z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0x010100532679E34AED514B94043EE59B6C3487</vt:lpwstr>
  </property>
</Properties>
</file>